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1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C027A25-491E-F020-8D4D-24B2035FFD33}" name="Kat Clay" initials="KC" userId="S::kat.clay@grattaninstitute.edu.au::98d84789-129b-4d4d-9a75-a87bac8c8fd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4E6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41"/>
    <p:restoredTop sz="94653"/>
  </p:normalViewPr>
  <p:slideViewPr>
    <p:cSldViewPr snapToGrid="0" snapToObjects="1">
      <p:cViewPr varScale="1">
        <p:scale>
          <a:sx n="106" d="100"/>
          <a:sy n="106" d="100"/>
        </p:scale>
        <p:origin x="66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06" d="100"/>
          <a:sy n="106" d="100"/>
        </p:scale>
        <p:origin x="3620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minic Jones" userId="8a7bc671-a4ae-414f-b318-851f1451f1f7" providerId="ADAL" clId="{2514AC50-6FB9-4946-8265-CBB5D960645F}"/>
    <pc:docChg chg="undo custSel modSld">
      <pc:chgData name="Dominic Jones" userId="8a7bc671-a4ae-414f-b318-851f1451f1f7" providerId="ADAL" clId="{2514AC50-6FB9-4946-8265-CBB5D960645F}" dt="2025-06-24T00:16:50.132" v="10" actId="1076"/>
      <pc:docMkLst>
        <pc:docMk/>
      </pc:docMkLst>
      <pc:sldChg chg="delSp modSp mod">
        <pc:chgData name="Dominic Jones" userId="8a7bc671-a4ae-414f-b318-851f1451f1f7" providerId="ADAL" clId="{2514AC50-6FB9-4946-8265-CBB5D960645F}" dt="2025-06-24T00:16:50.132" v="10" actId="1076"/>
        <pc:sldMkLst>
          <pc:docMk/>
          <pc:sldMk cId="0" sldId="256"/>
        </pc:sldMkLst>
        <pc:spChg chg="mod">
          <ac:chgData name="Dominic Jones" userId="8a7bc671-a4ae-414f-b318-851f1451f1f7" providerId="ADAL" clId="{2514AC50-6FB9-4946-8265-CBB5D960645F}" dt="2025-06-24T00:16:46.864" v="9" actId="1076"/>
          <ac:spMkLst>
            <pc:docMk/>
            <pc:sldMk cId="0" sldId="256"/>
            <ac:spMk id="5" creationId="{00000000-0000-0000-0000-000000000000}"/>
          </ac:spMkLst>
        </pc:spChg>
        <pc:spChg chg="del mod">
          <ac:chgData name="Dominic Jones" userId="8a7bc671-a4ae-414f-b318-851f1451f1f7" providerId="ADAL" clId="{2514AC50-6FB9-4946-8265-CBB5D960645F}" dt="2025-06-24T00:16:38.485" v="7" actId="478"/>
          <ac:spMkLst>
            <pc:docMk/>
            <pc:sldMk cId="0" sldId="256"/>
            <ac:spMk id="13" creationId="{00000000-0000-0000-0000-000000000000}"/>
          </ac:spMkLst>
        </pc:spChg>
        <pc:spChg chg="mod">
          <ac:chgData name="Dominic Jones" userId="8a7bc671-a4ae-414f-b318-851f1451f1f7" providerId="ADAL" clId="{2514AC50-6FB9-4946-8265-CBB5D960645F}" dt="2025-06-24T00:16:33.557" v="5" actId="1076"/>
          <ac:spMkLst>
            <pc:docMk/>
            <pc:sldMk cId="0" sldId="256"/>
            <ac:spMk id="14" creationId="{00000000-0000-0000-0000-000000000000}"/>
          </ac:spMkLst>
        </pc:spChg>
        <pc:spChg chg="del">
          <ac:chgData name="Dominic Jones" userId="8a7bc671-a4ae-414f-b318-851f1451f1f7" providerId="ADAL" clId="{2514AC50-6FB9-4946-8265-CBB5D960645F}" dt="2025-06-24T00:16:24.001" v="4" actId="478"/>
          <ac:spMkLst>
            <pc:docMk/>
            <pc:sldMk cId="0" sldId="256"/>
            <ac:spMk id="15" creationId="{00000000-0000-0000-0000-000000000000}"/>
          </ac:spMkLst>
        </pc:spChg>
        <pc:spChg chg="mod">
          <ac:chgData name="Dominic Jones" userId="8a7bc671-a4ae-414f-b318-851f1451f1f7" providerId="ADAL" clId="{2514AC50-6FB9-4946-8265-CBB5D960645F}" dt="2025-06-24T00:16:50.132" v="10" actId="1076"/>
          <ac:spMkLst>
            <pc:docMk/>
            <pc:sldMk cId="0" sldId="256"/>
            <ac:spMk id="1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375376-077A-8F42-9E71-155E70FB596E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E9419A-B53B-B044-8F99-D2573F3A8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388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 script location: C:/Users/domijones/OneDrive - The University of Melbourne/Energy/Analysis/analysis_cp_dj_2025/nick_plot.R
Powerpoint file location: C:\Users\domijones\OneDrive - The University of Melbourne\Energy\Analysis\analysis_cp_dj_2025\nick_tt_fullslide.pptx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ECBC2DE-EA68-5645-6DC4-19921CEEB0B0}"/>
              </a:ext>
            </a:extLst>
          </p:cNvPr>
          <p:cNvSpPr txBox="1"/>
          <p:nvPr userDrawn="1"/>
        </p:nvSpPr>
        <p:spPr>
          <a:xfrm>
            <a:off x="116541" y="12909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72C78F-E40D-3A6B-24C2-906FA20E603F}"/>
              </a:ext>
            </a:extLst>
          </p:cNvPr>
          <p:cNvSpPr/>
          <p:nvPr userDrawn="1"/>
        </p:nvSpPr>
        <p:spPr>
          <a:xfrm>
            <a:off x="-11575" y="0"/>
            <a:ext cx="12203575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DD39A8-9F28-D01B-F290-1C31B5FA8F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7400" y="5905970"/>
            <a:ext cx="1933575" cy="532929"/>
          </a:xfrm>
          <a:prstGeom prst="rect">
            <a:avLst/>
          </a:prstGeom>
        </p:spPr>
      </p:pic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9AC38636-A519-1DAA-F186-6178D64B122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11575" y="0"/>
            <a:ext cx="4181474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picture here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F0A3FD-BE2F-A94A-0A45-53E6C58A00E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043488" y="5091113"/>
            <a:ext cx="1306512" cy="12065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AU" dirty="0"/>
              <a:t>Insert headshot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74C6B55-78E8-9DB5-56FA-E4A3B5705F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64300" y="5141913"/>
            <a:ext cx="2335213" cy="339725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Name and title</a:t>
            </a:r>
            <a:endParaRPr lang="en-AU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F4E9AF8-FC9F-0A5C-B569-D51DA3E363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64300" y="5732462"/>
            <a:ext cx="2276475" cy="268287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  <a:endParaRPr lang="en-AU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0FC04F8-DC87-4C48-7442-FA72D1647E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14913" y="2014538"/>
            <a:ext cx="5573712" cy="1206500"/>
          </a:xfrm>
        </p:spPr>
        <p:txBody>
          <a:bodyPr/>
          <a:lstStyle>
            <a:lvl1pPr marL="0" indent="0">
              <a:buNone/>
              <a:defRPr sz="40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</a:t>
            </a:r>
            <a:endParaRPr lang="en-AU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DCF6FB1-F9E4-A648-B189-9DD172BB1E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14913" y="3429000"/>
            <a:ext cx="5573712" cy="652463"/>
          </a:xfrm>
        </p:spPr>
        <p:txBody>
          <a:bodyPr>
            <a:normAutofit/>
          </a:bodyPr>
          <a:lstStyle>
            <a:lvl1pPr marL="0" indent="0">
              <a:buNone/>
              <a:defRPr sz="24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Subheading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31635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0FF13B-17DE-B58E-23D0-863404B8498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4C34C6-D93D-964F-98F1-8B05274CB5BF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D1C777A-97BF-664C-98A5-2907D0932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062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B1789E7-BA20-0780-FB52-B02484AC77D3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2B8918E-1EDB-7F60-9A99-7D4A0E14AB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D7BE69A9-24E9-418A-68B9-AAE233480B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6/24/2025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B216488-F6B2-C054-EB55-0F9A57D9C0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EECB45-057A-1EA2-2F6E-7C55F9459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AA2F51-0C2E-D1D9-EFED-E3A2276D7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1" y="1315299"/>
            <a:ext cx="11398531" cy="4836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BAC65C7-BF2B-A350-909C-35D42AF84D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906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+ orang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CF076BF-B4D2-731F-A8C4-B4C0523DA8D6}"/>
              </a:ext>
            </a:extLst>
          </p:cNvPr>
          <p:cNvSpPr/>
          <p:nvPr userDrawn="1"/>
        </p:nvSpPr>
        <p:spPr>
          <a:xfrm>
            <a:off x="0" y="-1"/>
            <a:ext cx="12192000" cy="13295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CC0B9F51-D432-89C3-BAF5-11132AE404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6/24/2025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E482CF5D-DEBD-DB20-7858-2A857E71D9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6015322-31D2-917E-375B-3379430E14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3A11B26-D536-E55C-FEA5-61BBE902E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1" y="1535906"/>
            <a:ext cx="11398531" cy="4615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E6EC27F-20CE-4CCF-3D5C-A051E0347B27}"/>
              </a:ext>
            </a:extLst>
          </p:cNvPr>
          <p:cNvSpPr txBox="1">
            <a:spLocks/>
          </p:cNvSpPr>
          <p:nvPr userDrawn="1"/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1C777A-97BF-664C-98A5-2907D09321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C22FC4E-C0DC-E3DE-BD6B-D5CA591803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5612" y="879474"/>
            <a:ext cx="6230937" cy="29210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AU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2EE96F9-3E03-A2B8-1CAD-49604615B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668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F927AB4-CA90-E951-65D7-A7115E4E9728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C36E00-9570-96F4-957E-95AEE4FAB2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74C90D1F-6BBA-97AB-88AA-507E0C7ADB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6/24/2025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721463F-DE73-8A1C-4B1D-EC55231461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AB2FF0-4955-916C-E396-EBC8532A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8836AB3-6799-2DF5-B516-EDC045CE4E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831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F927AB4-CA90-E951-65D7-A7115E4E9728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C36E00-9570-96F4-957E-95AEE4FAB2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8EC5B233-B10D-77D4-13F6-C9B4EACA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5482" y="367368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add slide title</a:t>
            </a:r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C09E446-08E7-FD8F-80D1-1B02D15A69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33794" y="6356350"/>
            <a:ext cx="7189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5DDA1B1-E990-1373-D6AB-EF6EEB4045CA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371475" y="1808163"/>
            <a:ext cx="11412538" cy="4284662"/>
          </a:xfrm>
        </p:spPr>
        <p:txBody>
          <a:bodyPr/>
          <a:lstStyle/>
          <a:p>
            <a:r>
              <a:rPr lang="en-GB"/>
              <a:t>Click icon to add chart</a:t>
            </a:r>
            <a:endParaRPr lang="en-AU"/>
          </a:p>
        </p:txBody>
      </p:sp>
      <p:sp>
        <p:nvSpPr>
          <p:cNvPr id="7" name="Caption Placeholder 1">
            <a:extLst>
              <a:ext uri="{FF2B5EF4-FFF2-40B4-BE49-F238E27FC236}">
                <a16:creationId xmlns:a16="http://schemas.microsoft.com/office/drawing/2014/main" id="{0B68B2F7-35DA-8DD2-1D07-9D280795C28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6239781"/>
            <a:ext cx="10662320" cy="455613"/>
          </a:xfrm>
        </p:spPr>
        <p:txBody>
          <a:bodyPr anchor="t">
            <a:normAutofit/>
          </a:bodyPr>
          <a:lstStyle>
            <a:lvl1pPr marL="0" indent="0">
              <a:spcBef>
                <a:spcPts val="200"/>
              </a:spcBef>
              <a:buNone/>
              <a:defRPr sz="800"/>
            </a:lvl1pPr>
          </a:lstStyle>
          <a:p>
            <a:pPr lvl="0"/>
            <a:r>
              <a:rPr lang="en-GB" dirty="0"/>
              <a:t>Insert source and notes here</a:t>
            </a:r>
            <a:endParaRPr lang="en-AU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B2EC199-2580-9D84-9E72-CE7324DB7A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8478" y="1312069"/>
            <a:ext cx="11398531" cy="335156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GB" dirty="0"/>
              <a:t>Insert unit title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54036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23" userDrawn="1">
          <p15:clr>
            <a:srgbClr val="FBAE40"/>
          </p15:clr>
        </p15:guide>
        <p15:guide id="3" pos="234" userDrawn="1">
          <p15:clr>
            <a:srgbClr val="FBAE40"/>
          </p15:clr>
        </p15:guide>
        <p15:guide id="4" orient="horz" pos="3838" userDrawn="1">
          <p15:clr>
            <a:srgbClr val="FBAE40"/>
          </p15:clr>
        </p15:guide>
        <p15:guide id="5" orient="horz" pos="3929" userDrawn="1">
          <p15:clr>
            <a:srgbClr val="FBAE40"/>
          </p15:clr>
        </p15:guide>
        <p15:guide id="6" orient="horz" pos="1139" userDrawn="1">
          <p15:clr>
            <a:srgbClr val="FBAE40"/>
          </p15:clr>
        </p15:guide>
        <p15:guide id="7" orient="horz" pos="104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5481" y="1315299"/>
            <a:ext cx="11398531" cy="4836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AU" noProof="0" smtClean="0"/>
              <a:t>24/06/2025</a:t>
            </a:fld>
            <a:endParaRPr lang="en-AU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263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4" r:id="rId2"/>
    <p:sldLayoutId id="2147483833" r:id="rId3"/>
    <p:sldLayoutId id="2147483844" r:id="rId4"/>
    <p:sldLayoutId id="2147483837" r:id="rId5"/>
    <p:sldLayoutId id="214748385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DM Serif Display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34" userDrawn="1">
          <p15:clr>
            <a:srgbClr val="F26B43"/>
          </p15:clr>
        </p15:guide>
        <p15:guide id="2" pos="7423" userDrawn="1">
          <p15:clr>
            <a:srgbClr val="F26B43"/>
          </p15:clr>
        </p15:guide>
        <p15:guide id="3" orient="horz" pos="210" userDrawn="1">
          <p15:clr>
            <a:srgbClr val="F26B43"/>
          </p15:clr>
        </p15:guide>
        <p15:guide id="4" orient="horz" pos="572" userDrawn="1">
          <p15:clr>
            <a:srgbClr val="F26B43"/>
          </p15:clr>
        </p15:guide>
        <p15:guide id="5" orient="horz" pos="82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78478" y="1312069"/>
            <a:ext cx="11398531" cy="335156"/>
          </a:xfrm>
        </p:spPr>
        <p:txBody>
          <a:bodyPr/>
          <a:lstStyle/>
          <a:p>
            <a:r>
              <a:t>Proportion of games won in Nick v Dom TT matches, weekly rolling average</a:t>
            </a:r>
          </a:p>
        </p:txBody>
      </p:sp>
      <p:grpSp>
        <p:nvGrpSpPr>
          <p:cNvPr id="3" name="Content Placeholder 3"/>
          <p:cNvGrpSpPr/>
          <p:nvPr/>
        </p:nvGrpSpPr>
        <p:grpSpPr>
          <a:xfrm>
            <a:off x="371475" y="1808162"/>
            <a:ext cx="11412538" cy="4284662"/>
            <a:chOff x="371475" y="1808162"/>
            <a:chExt cx="11412538" cy="4284662"/>
          </a:xfrm>
        </p:grpSpPr>
        <p:sp>
          <p:nvSpPr>
            <p:cNvPr id="4" name="rc3"/>
            <p:cNvSpPr/>
            <p:nvPr/>
          </p:nvSpPr>
          <p:spPr>
            <a:xfrm>
              <a:off x="371475" y="1808162"/>
              <a:ext cx="11412538" cy="42846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" name="rc4"/>
            <p:cNvSpPr/>
            <p:nvPr/>
          </p:nvSpPr>
          <p:spPr>
            <a:xfrm>
              <a:off x="1060460" y="1899602"/>
              <a:ext cx="10613824" cy="359202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pl5"/>
            <p:cNvSpPr/>
            <p:nvPr/>
          </p:nvSpPr>
          <p:spPr>
            <a:xfrm>
              <a:off x="1060460" y="5491624"/>
              <a:ext cx="10613824" cy="0"/>
            </a:xfrm>
            <a:custGeom>
              <a:avLst/>
              <a:gdLst/>
              <a:ahLst/>
              <a:cxnLst/>
              <a:rect l="0" t="0" r="0" b="0"/>
              <a:pathLst>
                <a:path w="10613824">
                  <a:moveTo>
                    <a:pt x="0" y="0"/>
                  </a:moveTo>
                  <a:lnTo>
                    <a:pt x="10613824" y="0"/>
                  </a:lnTo>
                  <a:lnTo>
                    <a:pt x="10613824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6"/>
            <p:cNvSpPr/>
            <p:nvPr/>
          </p:nvSpPr>
          <p:spPr>
            <a:xfrm>
              <a:off x="1060460" y="4606890"/>
              <a:ext cx="10613824" cy="0"/>
            </a:xfrm>
            <a:custGeom>
              <a:avLst/>
              <a:gdLst/>
              <a:ahLst/>
              <a:cxnLst/>
              <a:rect l="0" t="0" r="0" b="0"/>
              <a:pathLst>
                <a:path w="10613824">
                  <a:moveTo>
                    <a:pt x="0" y="0"/>
                  </a:moveTo>
                  <a:lnTo>
                    <a:pt x="10613824" y="0"/>
                  </a:lnTo>
                  <a:lnTo>
                    <a:pt x="10613824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7"/>
            <p:cNvSpPr/>
            <p:nvPr/>
          </p:nvSpPr>
          <p:spPr>
            <a:xfrm>
              <a:off x="1060460" y="3722155"/>
              <a:ext cx="10613824" cy="0"/>
            </a:xfrm>
            <a:custGeom>
              <a:avLst/>
              <a:gdLst/>
              <a:ahLst/>
              <a:cxnLst/>
              <a:rect l="0" t="0" r="0" b="0"/>
              <a:pathLst>
                <a:path w="10613824">
                  <a:moveTo>
                    <a:pt x="0" y="0"/>
                  </a:moveTo>
                  <a:lnTo>
                    <a:pt x="10613824" y="0"/>
                  </a:lnTo>
                  <a:lnTo>
                    <a:pt x="10613824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8"/>
            <p:cNvSpPr/>
            <p:nvPr/>
          </p:nvSpPr>
          <p:spPr>
            <a:xfrm>
              <a:off x="1060460" y="2837421"/>
              <a:ext cx="10613824" cy="0"/>
            </a:xfrm>
            <a:custGeom>
              <a:avLst/>
              <a:gdLst/>
              <a:ahLst/>
              <a:cxnLst/>
              <a:rect l="0" t="0" r="0" b="0"/>
              <a:pathLst>
                <a:path w="10613824">
                  <a:moveTo>
                    <a:pt x="0" y="0"/>
                  </a:moveTo>
                  <a:lnTo>
                    <a:pt x="10613824" y="0"/>
                  </a:lnTo>
                  <a:lnTo>
                    <a:pt x="10613824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9"/>
            <p:cNvSpPr/>
            <p:nvPr/>
          </p:nvSpPr>
          <p:spPr>
            <a:xfrm>
              <a:off x="1060460" y="1952687"/>
              <a:ext cx="10613824" cy="0"/>
            </a:xfrm>
            <a:custGeom>
              <a:avLst/>
              <a:gdLst/>
              <a:ahLst/>
              <a:cxnLst/>
              <a:rect l="0" t="0" r="0" b="0"/>
              <a:pathLst>
                <a:path w="10613824">
                  <a:moveTo>
                    <a:pt x="0" y="0"/>
                  </a:moveTo>
                  <a:lnTo>
                    <a:pt x="10613824" y="0"/>
                  </a:lnTo>
                  <a:lnTo>
                    <a:pt x="10613824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0"/>
            <p:cNvSpPr/>
            <p:nvPr/>
          </p:nvSpPr>
          <p:spPr>
            <a:xfrm>
              <a:off x="1542907" y="3545211"/>
              <a:ext cx="9648931" cy="1946412"/>
            </a:xfrm>
            <a:custGeom>
              <a:avLst/>
              <a:gdLst/>
              <a:ahLst/>
              <a:cxnLst/>
              <a:rect l="0" t="0" r="0" b="0"/>
              <a:pathLst>
                <a:path w="9648931" h="1946412">
                  <a:moveTo>
                    <a:pt x="0" y="1946412"/>
                  </a:moveTo>
                  <a:lnTo>
                    <a:pt x="10591" y="1946376"/>
                  </a:lnTo>
                  <a:lnTo>
                    <a:pt x="21183" y="1946265"/>
                  </a:lnTo>
                  <a:lnTo>
                    <a:pt x="31774" y="1946080"/>
                  </a:lnTo>
                  <a:lnTo>
                    <a:pt x="42366" y="1945821"/>
                  </a:lnTo>
                  <a:lnTo>
                    <a:pt x="52957" y="1945488"/>
                  </a:lnTo>
                  <a:lnTo>
                    <a:pt x="63549" y="1945082"/>
                  </a:lnTo>
                  <a:lnTo>
                    <a:pt x="74141" y="1944601"/>
                  </a:lnTo>
                  <a:lnTo>
                    <a:pt x="84732" y="1944047"/>
                  </a:lnTo>
                  <a:lnTo>
                    <a:pt x="95324" y="1943419"/>
                  </a:lnTo>
                  <a:lnTo>
                    <a:pt x="105915" y="1942717"/>
                  </a:lnTo>
                  <a:lnTo>
                    <a:pt x="116507" y="1941941"/>
                  </a:lnTo>
                  <a:lnTo>
                    <a:pt x="127098" y="1941092"/>
                  </a:lnTo>
                  <a:lnTo>
                    <a:pt x="137690" y="1940168"/>
                  </a:lnTo>
                  <a:lnTo>
                    <a:pt x="148282" y="1939171"/>
                  </a:lnTo>
                  <a:lnTo>
                    <a:pt x="158873" y="1938101"/>
                  </a:lnTo>
                  <a:lnTo>
                    <a:pt x="169465" y="1936957"/>
                  </a:lnTo>
                  <a:lnTo>
                    <a:pt x="180056" y="1935739"/>
                  </a:lnTo>
                  <a:lnTo>
                    <a:pt x="190648" y="1934448"/>
                  </a:lnTo>
                  <a:lnTo>
                    <a:pt x="201240" y="1933083"/>
                  </a:lnTo>
                  <a:lnTo>
                    <a:pt x="211831" y="1931645"/>
                  </a:lnTo>
                  <a:lnTo>
                    <a:pt x="222423" y="1930134"/>
                  </a:lnTo>
                  <a:lnTo>
                    <a:pt x="233014" y="1928550"/>
                  </a:lnTo>
                  <a:lnTo>
                    <a:pt x="243606" y="1926892"/>
                  </a:lnTo>
                  <a:lnTo>
                    <a:pt x="254197" y="1925161"/>
                  </a:lnTo>
                  <a:lnTo>
                    <a:pt x="264789" y="1923357"/>
                  </a:lnTo>
                  <a:lnTo>
                    <a:pt x="275381" y="1921480"/>
                  </a:lnTo>
                  <a:lnTo>
                    <a:pt x="285972" y="1919530"/>
                  </a:lnTo>
                  <a:lnTo>
                    <a:pt x="296564" y="1917508"/>
                  </a:lnTo>
                  <a:lnTo>
                    <a:pt x="307155" y="1915412"/>
                  </a:lnTo>
                  <a:lnTo>
                    <a:pt x="317747" y="1913244"/>
                  </a:lnTo>
                  <a:lnTo>
                    <a:pt x="328339" y="1911004"/>
                  </a:lnTo>
                  <a:lnTo>
                    <a:pt x="338930" y="1908691"/>
                  </a:lnTo>
                  <a:lnTo>
                    <a:pt x="349522" y="1906305"/>
                  </a:lnTo>
                  <a:lnTo>
                    <a:pt x="360113" y="1903848"/>
                  </a:lnTo>
                  <a:lnTo>
                    <a:pt x="370705" y="1901318"/>
                  </a:lnTo>
                  <a:lnTo>
                    <a:pt x="381296" y="1898716"/>
                  </a:lnTo>
                  <a:lnTo>
                    <a:pt x="391888" y="1896042"/>
                  </a:lnTo>
                  <a:lnTo>
                    <a:pt x="402480" y="1893297"/>
                  </a:lnTo>
                  <a:lnTo>
                    <a:pt x="413071" y="1890480"/>
                  </a:lnTo>
                  <a:lnTo>
                    <a:pt x="423663" y="1887591"/>
                  </a:lnTo>
                  <a:lnTo>
                    <a:pt x="434254" y="1884630"/>
                  </a:lnTo>
                  <a:lnTo>
                    <a:pt x="444846" y="1881598"/>
                  </a:lnTo>
                  <a:lnTo>
                    <a:pt x="455438" y="1878495"/>
                  </a:lnTo>
                  <a:lnTo>
                    <a:pt x="466029" y="1875321"/>
                  </a:lnTo>
                  <a:lnTo>
                    <a:pt x="476621" y="1872076"/>
                  </a:lnTo>
                  <a:lnTo>
                    <a:pt x="487212" y="1868760"/>
                  </a:lnTo>
                  <a:lnTo>
                    <a:pt x="497804" y="1865374"/>
                  </a:lnTo>
                  <a:lnTo>
                    <a:pt x="508395" y="1861917"/>
                  </a:lnTo>
                  <a:lnTo>
                    <a:pt x="518987" y="1858389"/>
                  </a:lnTo>
                  <a:lnTo>
                    <a:pt x="529579" y="1854791"/>
                  </a:lnTo>
                  <a:lnTo>
                    <a:pt x="540170" y="1851123"/>
                  </a:lnTo>
                  <a:lnTo>
                    <a:pt x="550762" y="1847385"/>
                  </a:lnTo>
                  <a:lnTo>
                    <a:pt x="561353" y="1843578"/>
                  </a:lnTo>
                  <a:lnTo>
                    <a:pt x="571945" y="1839700"/>
                  </a:lnTo>
                  <a:lnTo>
                    <a:pt x="582537" y="1835754"/>
                  </a:lnTo>
                  <a:lnTo>
                    <a:pt x="593128" y="1831738"/>
                  </a:lnTo>
                  <a:lnTo>
                    <a:pt x="603720" y="1827652"/>
                  </a:lnTo>
                  <a:lnTo>
                    <a:pt x="614311" y="1823498"/>
                  </a:lnTo>
                  <a:lnTo>
                    <a:pt x="624903" y="1819275"/>
                  </a:lnTo>
                  <a:lnTo>
                    <a:pt x="635494" y="1814983"/>
                  </a:lnTo>
                  <a:lnTo>
                    <a:pt x="646086" y="1810623"/>
                  </a:lnTo>
                  <a:lnTo>
                    <a:pt x="656678" y="1806195"/>
                  </a:lnTo>
                  <a:lnTo>
                    <a:pt x="667269" y="1801698"/>
                  </a:lnTo>
                  <a:lnTo>
                    <a:pt x="677861" y="1797134"/>
                  </a:lnTo>
                  <a:lnTo>
                    <a:pt x="688452" y="1792502"/>
                  </a:lnTo>
                  <a:lnTo>
                    <a:pt x="699044" y="1787803"/>
                  </a:lnTo>
                  <a:lnTo>
                    <a:pt x="709635" y="1783036"/>
                  </a:lnTo>
                  <a:lnTo>
                    <a:pt x="720227" y="1778202"/>
                  </a:lnTo>
                  <a:lnTo>
                    <a:pt x="730819" y="1773301"/>
                  </a:lnTo>
                  <a:lnTo>
                    <a:pt x="741410" y="1768333"/>
                  </a:lnTo>
                  <a:lnTo>
                    <a:pt x="752002" y="1763299"/>
                  </a:lnTo>
                  <a:lnTo>
                    <a:pt x="762593" y="1758199"/>
                  </a:lnTo>
                  <a:lnTo>
                    <a:pt x="773185" y="1753032"/>
                  </a:lnTo>
                  <a:lnTo>
                    <a:pt x="783777" y="1747800"/>
                  </a:lnTo>
                  <a:lnTo>
                    <a:pt x="794368" y="1742502"/>
                  </a:lnTo>
                  <a:lnTo>
                    <a:pt x="804960" y="1737139"/>
                  </a:lnTo>
                  <a:lnTo>
                    <a:pt x="815551" y="1731710"/>
                  </a:lnTo>
                  <a:lnTo>
                    <a:pt x="826143" y="1726217"/>
                  </a:lnTo>
                  <a:lnTo>
                    <a:pt x="836734" y="1720658"/>
                  </a:lnTo>
                  <a:lnTo>
                    <a:pt x="847326" y="1715036"/>
                  </a:lnTo>
                  <a:lnTo>
                    <a:pt x="857918" y="1709349"/>
                  </a:lnTo>
                  <a:lnTo>
                    <a:pt x="868509" y="1703598"/>
                  </a:lnTo>
                  <a:lnTo>
                    <a:pt x="879101" y="1697783"/>
                  </a:lnTo>
                  <a:lnTo>
                    <a:pt x="889692" y="1691904"/>
                  </a:lnTo>
                  <a:lnTo>
                    <a:pt x="900284" y="1685963"/>
                  </a:lnTo>
                  <a:lnTo>
                    <a:pt x="910876" y="1679958"/>
                  </a:lnTo>
                  <a:lnTo>
                    <a:pt x="921467" y="1673890"/>
                  </a:lnTo>
                  <a:lnTo>
                    <a:pt x="932059" y="1667760"/>
                  </a:lnTo>
                  <a:lnTo>
                    <a:pt x="942650" y="1661568"/>
                  </a:lnTo>
                  <a:lnTo>
                    <a:pt x="953242" y="1655313"/>
                  </a:lnTo>
                  <a:lnTo>
                    <a:pt x="963833" y="1648997"/>
                  </a:lnTo>
                  <a:lnTo>
                    <a:pt x="974425" y="1642619"/>
                  </a:lnTo>
                  <a:lnTo>
                    <a:pt x="985017" y="1636180"/>
                  </a:lnTo>
                  <a:lnTo>
                    <a:pt x="995608" y="1629680"/>
                  </a:lnTo>
                  <a:lnTo>
                    <a:pt x="1006200" y="1623120"/>
                  </a:lnTo>
                  <a:lnTo>
                    <a:pt x="1016791" y="1616499"/>
                  </a:lnTo>
                  <a:lnTo>
                    <a:pt x="1027383" y="1609817"/>
                  </a:lnTo>
                  <a:lnTo>
                    <a:pt x="1037975" y="1603076"/>
                  </a:lnTo>
                  <a:lnTo>
                    <a:pt x="1048566" y="1596276"/>
                  </a:lnTo>
                  <a:lnTo>
                    <a:pt x="1059158" y="1589416"/>
                  </a:lnTo>
                  <a:lnTo>
                    <a:pt x="1069749" y="1582497"/>
                  </a:lnTo>
                  <a:lnTo>
                    <a:pt x="1080341" y="1575519"/>
                  </a:lnTo>
                  <a:lnTo>
                    <a:pt x="1090932" y="1568483"/>
                  </a:lnTo>
                  <a:lnTo>
                    <a:pt x="1101524" y="1561388"/>
                  </a:lnTo>
                  <a:lnTo>
                    <a:pt x="1112116" y="1554236"/>
                  </a:lnTo>
                  <a:lnTo>
                    <a:pt x="1122707" y="1547026"/>
                  </a:lnTo>
                  <a:lnTo>
                    <a:pt x="1133299" y="1539759"/>
                  </a:lnTo>
                  <a:lnTo>
                    <a:pt x="1143890" y="1532435"/>
                  </a:lnTo>
                  <a:lnTo>
                    <a:pt x="1154482" y="1525055"/>
                  </a:lnTo>
                  <a:lnTo>
                    <a:pt x="1165074" y="1517618"/>
                  </a:lnTo>
                  <a:lnTo>
                    <a:pt x="1175665" y="1510125"/>
                  </a:lnTo>
                  <a:lnTo>
                    <a:pt x="1186257" y="1502576"/>
                  </a:lnTo>
                  <a:lnTo>
                    <a:pt x="1196848" y="1494972"/>
                  </a:lnTo>
                  <a:lnTo>
                    <a:pt x="1207440" y="1487313"/>
                  </a:lnTo>
                  <a:lnTo>
                    <a:pt x="1218031" y="1479599"/>
                  </a:lnTo>
                  <a:lnTo>
                    <a:pt x="1228623" y="1471831"/>
                  </a:lnTo>
                  <a:lnTo>
                    <a:pt x="1239215" y="1464009"/>
                  </a:lnTo>
                  <a:lnTo>
                    <a:pt x="1249806" y="1456132"/>
                  </a:lnTo>
                  <a:lnTo>
                    <a:pt x="1260398" y="1448203"/>
                  </a:lnTo>
                  <a:lnTo>
                    <a:pt x="1270989" y="1440220"/>
                  </a:lnTo>
                  <a:lnTo>
                    <a:pt x="1281581" y="1432185"/>
                  </a:lnTo>
                  <a:lnTo>
                    <a:pt x="1292172" y="1424097"/>
                  </a:lnTo>
                  <a:lnTo>
                    <a:pt x="1302764" y="1415956"/>
                  </a:lnTo>
                  <a:lnTo>
                    <a:pt x="1313356" y="1407765"/>
                  </a:lnTo>
                  <a:lnTo>
                    <a:pt x="1323947" y="1399521"/>
                  </a:lnTo>
                  <a:lnTo>
                    <a:pt x="1334539" y="1391227"/>
                  </a:lnTo>
                  <a:lnTo>
                    <a:pt x="1345130" y="1382882"/>
                  </a:lnTo>
                  <a:lnTo>
                    <a:pt x="1355722" y="1374486"/>
                  </a:lnTo>
                  <a:lnTo>
                    <a:pt x="1366314" y="1366041"/>
                  </a:lnTo>
                  <a:lnTo>
                    <a:pt x="1376905" y="1357545"/>
                  </a:lnTo>
                  <a:lnTo>
                    <a:pt x="1387497" y="1349001"/>
                  </a:lnTo>
                  <a:lnTo>
                    <a:pt x="1398088" y="1340407"/>
                  </a:lnTo>
                  <a:lnTo>
                    <a:pt x="1408680" y="1331765"/>
                  </a:lnTo>
                  <a:lnTo>
                    <a:pt x="1419271" y="1323075"/>
                  </a:lnTo>
                  <a:lnTo>
                    <a:pt x="1429863" y="1314336"/>
                  </a:lnTo>
                  <a:lnTo>
                    <a:pt x="1440455" y="1305551"/>
                  </a:lnTo>
                  <a:lnTo>
                    <a:pt x="1451046" y="1296717"/>
                  </a:lnTo>
                  <a:lnTo>
                    <a:pt x="1461638" y="1287838"/>
                  </a:lnTo>
                  <a:lnTo>
                    <a:pt x="1472229" y="1278911"/>
                  </a:lnTo>
                  <a:lnTo>
                    <a:pt x="1482821" y="1269939"/>
                  </a:lnTo>
                  <a:lnTo>
                    <a:pt x="1493413" y="1260921"/>
                  </a:lnTo>
                  <a:lnTo>
                    <a:pt x="1504004" y="1251858"/>
                  </a:lnTo>
                  <a:lnTo>
                    <a:pt x="1514596" y="1242750"/>
                  </a:lnTo>
                  <a:lnTo>
                    <a:pt x="1525187" y="1233597"/>
                  </a:lnTo>
                  <a:lnTo>
                    <a:pt x="1535779" y="1224400"/>
                  </a:lnTo>
                  <a:lnTo>
                    <a:pt x="1546370" y="1215160"/>
                  </a:lnTo>
                  <a:lnTo>
                    <a:pt x="1556962" y="1205876"/>
                  </a:lnTo>
                  <a:lnTo>
                    <a:pt x="1567554" y="1196549"/>
                  </a:lnTo>
                  <a:lnTo>
                    <a:pt x="1578145" y="1187179"/>
                  </a:lnTo>
                  <a:lnTo>
                    <a:pt x="1588737" y="1177767"/>
                  </a:lnTo>
                  <a:lnTo>
                    <a:pt x="1599328" y="1168314"/>
                  </a:lnTo>
                  <a:lnTo>
                    <a:pt x="1609920" y="1158819"/>
                  </a:lnTo>
                  <a:lnTo>
                    <a:pt x="1620512" y="1149283"/>
                  </a:lnTo>
                  <a:lnTo>
                    <a:pt x="1631103" y="1139706"/>
                  </a:lnTo>
                  <a:lnTo>
                    <a:pt x="1641695" y="1130089"/>
                  </a:lnTo>
                  <a:lnTo>
                    <a:pt x="1652286" y="1120432"/>
                  </a:lnTo>
                  <a:lnTo>
                    <a:pt x="1662878" y="1110736"/>
                  </a:lnTo>
                  <a:lnTo>
                    <a:pt x="1673469" y="1101001"/>
                  </a:lnTo>
                  <a:lnTo>
                    <a:pt x="1684061" y="1091227"/>
                  </a:lnTo>
                  <a:lnTo>
                    <a:pt x="1694653" y="1081415"/>
                  </a:lnTo>
                  <a:lnTo>
                    <a:pt x="1705244" y="1071565"/>
                  </a:lnTo>
                  <a:lnTo>
                    <a:pt x="1715836" y="1061678"/>
                  </a:lnTo>
                  <a:lnTo>
                    <a:pt x="1726427" y="1051754"/>
                  </a:lnTo>
                  <a:lnTo>
                    <a:pt x="1737019" y="1041793"/>
                  </a:lnTo>
                  <a:lnTo>
                    <a:pt x="1747611" y="1031796"/>
                  </a:lnTo>
                  <a:lnTo>
                    <a:pt x="1758202" y="1021764"/>
                  </a:lnTo>
                  <a:lnTo>
                    <a:pt x="1768794" y="1011696"/>
                  </a:lnTo>
                  <a:lnTo>
                    <a:pt x="1779385" y="1001593"/>
                  </a:lnTo>
                  <a:lnTo>
                    <a:pt x="1789977" y="991456"/>
                  </a:lnTo>
                  <a:lnTo>
                    <a:pt x="1800568" y="981285"/>
                  </a:lnTo>
                  <a:lnTo>
                    <a:pt x="1811160" y="971080"/>
                  </a:lnTo>
                  <a:lnTo>
                    <a:pt x="1821752" y="960842"/>
                  </a:lnTo>
                  <a:lnTo>
                    <a:pt x="1832343" y="950571"/>
                  </a:lnTo>
                  <a:lnTo>
                    <a:pt x="1842935" y="940268"/>
                  </a:lnTo>
                  <a:lnTo>
                    <a:pt x="1853526" y="929933"/>
                  </a:lnTo>
                  <a:lnTo>
                    <a:pt x="1864118" y="919566"/>
                  </a:lnTo>
                  <a:lnTo>
                    <a:pt x="1874709" y="909169"/>
                  </a:lnTo>
                  <a:lnTo>
                    <a:pt x="1885301" y="898741"/>
                  </a:lnTo>
                  <a:lnTo>
                    <a:pt x="1895893" y="888283"/>
                  </a:lnTo>
                  <a:lnTo>
                    <a:pt x="1906484" y="877795"/>
                  </a:lnTo>
                  <a:lnTo>
                    <a:pt x="1917076" y="867277"/>
                  </a:lnTo>
                  <a:lnTo>
                    <a:pt x="1927667" y="856731"/>
                  </a:lnTo>
                  <a:lnTo>
                    <a:pt x="1938259" y="846157"/>
                  </a:lnTo>
                  <a:lnTo>
                    <a:pt x="1948851" y="835554"/>
                  </a:lnTo>
                  <a:lnTo>
                    <a:pt x="1959442" y="824924"/>
                  </a:lnTo>
                  <a:lnTo>
                    <a:pt x="1970034" y="814267"/>
                  </a:lnTo>
                  <a:lnTo>
                    <a:pt x="1980625" y="803583"/>
                  </a:lnTo>
                  <a:lnTo>
                    <a:pt x="1991217" y="792873"/>
                  </a:lnTo>
                  <a:lnTo>
                    <a:pt x="2001808" y="782138"/>
                  </a:lnTo>
                  <a:lnTo>
                    <a:pt x="2012400" y="771377"/>
                  </a:lnTo>
                  <a:lnTo>
                    <a:pt x="2022992" y="760591"/>
                  </a:lnTo>
                  <a:lnTo>
                    <a:pt x="2033583" y="749781"/>
                  </a:lnTo>
                  <a:lnTo>
                    <a:pt x="2044175" y="738947"/>
                  </a:lnTo>
                  <a:lnTo>
                    <a:pt x="2054766" y="728089"/>
                  </a:lnTo>
                  <a:lnTo>
                    <a:pt x="2065358" y="717209"/>
                  </a:lnTo>
                  <a:lnTo>
                    <a:pt x="2075950" y="706305"/>
                  </a:lnTo>
                  <a:lnTo>
                    <a:pt x="2086541" y="695380"/>
                  </a:lnTo>
                  <a:lnTo>
                    <a:pt x="2097133" y="684433"/>
                  </a:lnTo>
                  <a:lnTo>
                    <a:pt x="2107724" y="673465"/>
                  </a:lnTo>
                  <a:lnTo>
                    <a:pt x="2118316" y="662476"/>
                  </a:lnTo>
                  <a:lnTo>
                    <a:pt x="2128907" y="651467"/>
                  </a:lnTo>
                  <a:lnTo>
                    <a:pt x="2139499" y="640438"/>
                  </a:lnTo>
                  <a:lnTo>
                    <a:pt x="2150091" y="629389"/>
                  </a:lnTo>
                  <a:lnTo>
                    <a:pt x="2160682" y="618322"/>
                  </a:lnTo>
                  <a:lnTo>
                    <a:pt x="2171274" y="607236"/>
                  </a:lnTo>
                  <a:lnTo>
                    <a:pt x="2181865" y="596133"/>
                  </a:lnTo>
                  <a:lnTo>
                    <a:pt x="2192457" y="585011"/>
                  </a:lnTo>
                  <a:lnTo>
                    <a:pt x="2203049" y="573873"/>
                  </a:lnTo>
                  <a:lnTo>
                    <a:pt x="2213640" y="562718"/>
                  </a:lnTo>
                  <a:lnTo>
                    <a:pt x="2224232" y="551547"/>
                  </a:lnTo>
                  <a:lnTo>
                    <a:pt x="2234823" y="540361"/>
                  </a:lnTo>
                  <a:lnTo>
                    <a:pt x="2245415" y="529159"/>
                  </a:lnTo>
                  <a:lnTo>
                    <a:pt x="2256006" y="517942"/>
                  </a:lnTo>
                  <a:lnTo>
                    <a:pt x="2266598" y="506711"/>
                  </a:lnTo>
                  <a:lnTo>
                    <a:pt x="2277190" y="495467"/>
                  </a:lnTo>
                  <a:lnTo>
                    <a:pt x="2287781" y="484209"/>
                  </a:lnTo>
                  <a:lnTo>
                    <a:pt x="2298373" y="472938"/>
                  </a:lnTo>
                  <a:lnTo>
                    <a:pt x="2308964" y="461655"/>
                  </a:lnTo>
                  <a:lnTo>
                    <a:pt x="2319556" y="450360"/>
                  </a:lnTo>
                  <a:lnTo>
                    <a:pt x="2330148" y="439054"/>
                  </a:lnTo>
                  <a:lnTo>
                    <a:pt x="2340739" y="427736"/>
                  </a:lnTo>
                  <a:lnTo>
                    <a:pt x="2351331" y="416408"/>
                  </a:lnTo>
                  <a:lnTo>
                    <a:pt x="2361922" y="405070"/>
                  </a:lnTo>
                  <a:lnTo>
                    <a:pt x="2372514" y="393723"/>
                  </a:lnTo>
                  <a:lnTo>
                    <a:pt x="2383105" y="382367"/>
                  </a:lnTo>
                  <a:lnTo>
                    <a:pt x="2393697" y="371002"/>
                  </a:lnTo>
                  <a:lnTo>
                    <a:pt x="2404289" y="359628"/>
                  </a:lnTo>
                  <a:lnTo>
                    <a:pt x="2414880" y="348248"/>
                  </a:lnTo>
                  <a:lnTo>
                    <a:pt x="2425472" y="336860"/>
                  </a:lnTo>
                  <a:lnTo>
                    <a:pt x="2436063" y="325465"/>
                  </a:lnTo>
                  <a:lnTo>
                    <a:pt x="2446655" y="314064"/>
                  </a:lnTo>
                  <a:lnTo>
                    <a:pt x="2457247" y="302658"/>
                  </a:lnTo>
                  <a:lnTo>
                    <a:pt x="2467838" y="291246"/>
                  </a:lnTo>
                  <a:lnTo>
                    <a:pt x="2478430" y="279829"/>
                  </a:lnTo>
                  <a:lnTo>
                    <a:pt x="2489021" y="268408"/>
                  </a:lnTo>
                  <a:lnTo>
                    <a:pt x="2499613" y="256984"/>
                  </a:lnTo>
                  <a:lnTo>
                    <a:pt x="2510204" y="245556"/>
                  </a:lnTo>
                  <a:lnTo>
                    <a:pt x="2520796" y="234125"/>
                  </a:lnTo>
                  <a:lnTo>
                    <a:pt x="2531388" y="222691"/>
                  </a:lnTo>
                  <a:lnTo>
                    <a:pt x="2541979" y="211256"/>
                  </a:lnTo>
                  <a:lnTo>
                    <a:pt x="2552571" y="199820"/>
                  </a:lnTo>
                  <a:lnTo>
                    <a:pt x="2563162" y="188382"/>
                  </a:lnTo>
                  <a:lnTo>
                    <a:pt x="2573754" y="176944"/>
                  </a:lnTo>
                  <a:lnTo>
                    <a:pt x="2584345" y="173900"/>
                  </a:lnTo>
                  <a:lnTo>
                    <a:pt x="2594937" y="170857"/>
                  </a:lnTo>
                  <a:lnTo>
                    <a:pt x="2605529" y="167816"/>
                  </a:lnTo>
                  <a:lnTo>
                    <a:pt x="2616120" y="164778"/>
                  </a:lnTo>
                  <a:lnTo>
                    <a:pt x="2626712" y="161743"/>
                  </a:lnTo>
                  <a:lnTo>
                    <a:pt x="2637303" y="158713"/>
                  </a:lnTo>
                  <a:lnTo>
                    <a:pt x="2647895" y="155688"/>
                  </a:lnTo>
                  <a:lnTo>
                    <a:pt x="2658487" y="152669"/>
                  </a:lnTo>
                  <a:lnTo>
                    <a:pt x="2669078" y="149658"/>
                  </a:lnTo>
                  <a:lnTo>
                    <a:pt x="2679670" y="146655"/>
                  </a:lnTo>
                  <a:lnTo>
                    <a:pt x="2690261" y="143660"/>
                  </a:lnTo>
                  <a:lnTo>
                    <a:pt x="2700853" y="140676"/>
                  </a:lnTo>
                  <a:lnTo>
                    <a:pt x="2711444" y="137702"/>
                  </a:lnTo>
                  <a:lnTo>
                    <a:pt x="2722036" y="134740"/>
                  </a:lnTo>
                  <a:lnTo>
                    <a:pt x="2732628" y="131790"/>
                  </a:lnTo>
                  <a:lnTo>
                    <a:pt x="2743219" y="128854"/>
                  </a:lnTo>
                  <a:lnTo>
                    <a:pt x="2753811" y="125932"/>
                  </a:lnTo>
                  <a:lnTo>
                    <a:pt x="2764402" y="123025"/>
                  </a:lnTo>
                  <a:lnTo>
                    <a:pt x="2774994" y="120134"/>
                  </a:lnTo>
                  <a:lnTo>
                    <a:pt x="2785586" y="117259"/>
                  </a:lnTo>
                  <a:lnTo>
                    <a:pt x="2796177" y="114403"/>
                  </a:lnTo>
                  <a:lnTo>
                    <a:pt x="2806769" y="111565"/>
                  </a:lnTo>
                  <a:lnTo>
                    <a:pt x="2817360" y="108746"/>
                  </a:lnTo>
                  <a:lnTo>
                    <a:pt x="2827952" y="105948"/>
                  </a:lnTo>
                  <a:lnTo>
                    <a:pt x="2838543" y="103170"/>
                  </a:lnTo>
                  <a:lnTo>
                    <a:pt x="2849135" y="100414"/>
                  </a:lnTo>
                  <a:lnTo>
                    <a:pt x="2859727" y="97681"/>
                  </a:lnTo>
                  <a:lnTo>
                    <a:pt x="2870318" y="94972"/>
                  </a:lnTo>
                  <a:lnTo>
                    <a:pt x="2880910" y="92286"/>
                  </a:lnTo>
                  <a:lnTo>
                    <a:pt x="2891501" y="89626"/>
                  </a:lnTo>
                  <a:lnTo>
                    <a:pt x="2902093" y="86992"/>
                  </a:lnTo>
                  <a:lnTo>
                    <a:pt x="2912685" y="84384"/>
                  </a:lnTo>
                  <a:lnTo>
                    <a:pt x="2923276" y="81803"/>
                  </a:lnTo>
                  <a:lnTo>
                    <a:pt x="2933868" y="79251"/>
                  </a:lnTo>
                  <a:lnTo>
                    <a:pt x="2944459" y="76728"/>
                  </a:lnTo>
                  <a:lnTo>
                    <a:pt x="2955051" y="74234"/>
                  </a:lnTo>
                  <a:lnTo>
                    <a:pt x="2965642" y="71771"/>
                  </a:lnTo>
                  <a:lnTo>
                    <a:pt x="2976234" y="69339"/>
                  </a:lnTo>
                  <a:lnTo>
                    <a:pt x="2986826" y="66938"/>
                  </a:lnTo>
                  <a:lnTo>
                    <a:pt x="2997417" y="64570"/>
                  </a:lnTo>
                  <a:lnTo>
                    <a:pt x="3008009" y="62236"/>
                  </a:lnTo>
                  <a:lnTo>
                    <a:pt x="3018600" y="59935"/>
                  </a:lnTo>
                  <a:lnTo>
                    <a:pt x="3029192" y="57669"/>
                  </a:lnTo>
                  <a:lnTo>
                    <a:pt x="3039784" y="55439"/>
                  </a:lnTo>
                  <a:lnTo>
                    <a:pt x="3050375" y="53244"/>
                  </a:lnTo>
                  <a:lnTo>
                    <a:pt x="3060967" y="51086"/>
                  </a:lnTo>
                  <a:lnTo>
                    <a:pt x="3071558" y="48965"/>
                  </a:lnTo>
                  <a:lnTo>
                    <a:pt x="3082150" y="46882"/>
                  </a:lnTo>
                  <a:lnTo>
                    <a:pt x="3092741" y="44837"/>
                  </a:lnTo>
                  <a:lnTo>
                    <a:pt x="3103333" y="42832"/>
                  </a:lnTo>
                  <a:lnTo>
                    <a:pt x="3113925" y="40866"/>
                  </a:lnTo>
                  <a:lnTo>
                    <a:pt x="3124516" y="38941"/>
                  </a:lnTo>
                  <a:lnTo>
                    <a:pt x="3135108" y="37056"/>
                  </a:lnTo>
                  <a:lnTo>
                    <a:pt x="3145699" y="35213"/>
                  </a:lnTo>
                  <a:lnTo>
                    <a:pt x="3156291" y="33412"/>
                  </a:lnTo>
                  <a:lnTo>
                    <a:pt x="3166882" y="31653"/>
                  </a:lnTo>
                  <a:lnTo>
                    <a:pt x="3177474" y="29937"/>
                  </a:lnTo>
                  <a:lnTo>
                    <a:pt x="3188066" y="28265"/>
                  </a:lnTo>
                  <a:lnTo>
                    <a:pt x="3198657" y="26636"/>
                  </a:lnTo>
                  <a:lnTo>
                    <a:pt x="3209249" y="25052"/>
                  </a:lnTo>
                  <a:lnTo>
                    <a:pt x="3219840" y="23513"/>
                  </a:lnTo>
                  <a:lnTo>
                    <a:pt x="3230432" y="22020"/>
                  </a:lnTo>
                  <a:lnTo>
                    <a:pt x="3241024" y="20572"/>
                  </a:lnTo>
                  <a:lnTo>
                    <a:pt x="3251615" y="19171"/>
                  </a:lnTo>
                  <a:lnTo>
                    <a:pt x="3262207" y="17816"/>
                  </a:lnTo>
                  <a:lnTo>
                    <a:pt x="3272798" y="16509"/>
                  </a:lnTo>
                  <a:lnTo>
                    <a:pt x="3283390" y="15248"/>
                  </a:lnTo>
                  <a:lnTo>
                    <a:pt x="3293981" y="14036"/>
                  </a:lnTo>
                  <a:lnTo>
                    <a:pt x="3304573" y="12872"/>
                  </a:lnTo>
                  <a:lnTo>
                    <a:pt x="3315165" y="11756"/>
                  </a:lnTo>
                  <a:lnTo>
                    <a:pt x="3325756" y="10690"/>
                  </a:lnTo>
                  <a:lnTo>
                    <a:pt x="3336348" y="9672"/>
                  </a:lnTo>
                  <a:lnTo>
                    <a:pt x="3346939" y="8704"/>
                  </a:lnTo>
                  <a:lnTo>
                    <a:pt x="3357531" y="7786"/>
                  </a:lnTo>
                  <a:lnTo>
                    <a:pt x="3368123" y="6918"/>
                  </a:lnTo>
                  <a:lnTo>
                    <a:pt x="3378714" y="6100"/>
                  </a:lnTo>
                  <a:lnTo>
                    <a:pt x="3389306" y="5333"/>
                  </a:lnTo>
                  <a:lnTo>
                    <a:pt x="3399897" y="4617"/>
                  </a:lnTo>
                  <a:lnTo>
                    <a:pt x="3410489" y="3951"/>
                  </a:lnTo>
                  <a:lnTo>
                    <a:pt x="3421080" y="3337"/>
                  </a:lnTo>
                  <a:lnTo>
                    <a:pt x="3431672" y="2774"/>
                  </a:lnTo>
                  <a:lnTo>
                    <a:pt x="3442264" y="2263"/>
                  </a:lnTo>
                  <a:lnTo>
                    <a:pt x="3452855" y="1803"/>
                  </a:lnTo>
                  <a:lnTo>
                    <a:pt x="3463447" y="1395"/>
                  </a:lnTo>
                  <a:lnTo>
                    <a:pt x="3474038" y="1039"/>
                  </a:lnTo>
                  <a:lnTo>
                    <a:pt x="3484630" y="735"/>
                  </a:lnTo>
                  <a:lnTo>
                    <a:pt x="3495222" y="484"/>
                  </a:lnTo>
                  <a:lnTo>
                    <a:pt x="3505813" y="284"/>
                  </a:lnTo>
                  <a:lnTo>
                    <a:pt x="3516405" y="137"/>
                  </a:lnTo>
                  <a:lnTo>
                    <a:pt x="3526996" y="42"/>
                  </a:lnTo>
                  <a:lnTo>
                    <a:pt x="3537588" y="0"/>
                  </a:lnTo>
                  <a:lnTo>
                    <a:pt x="3548179" y="9"/>
                  </a:lnTo>
                  <a:lnTo>
                    <a:pt x="3558771" y="71"/>
                  </a:lnTo>
                  <a:lnTo>
                    <a:pt x="3569363" y="186"/>
                  </a:lnTo>
                  <a:lnTo>
                    <a:pt x="3579954" y="353"/>
                  </a:lnTo>
                  <a:lnTo>
                    <a:pt x="3590546" y="572"/>
                  </a:lnTo>
                  <a:lnTo>
                    <a:pt x="3601137" y="843"/>
                  </a:lnTo>
                  <a:lnTo>
                    <a:pt x="3611729" y="1167"/>
                  </a:lnTo>
                  <a:lnTo>
                    <a:pt x="3622321" y="1542"/>
                  </a:lnTo>
                  <a:lnTo>
                    <a:pt x="3632912" y="1969"/>
                  </a:lnTo>
                  <a:lnTo>
                    <a:pt x="3643504" y="2448"/>
                  </a:lnTo>
                  <a:lnTo>
                    <a:pt x="3654095" y="2979"/>
                  </a:lnTo>
                  <a:lnTo>
                    <a:pt x="3664687" y="3561"/>
                  </a:lnTo>
                  <a:lnTo>
                    <a:pt x="3675278" y="4195"/>
                  </a:lnTo>
                  <a:lnTo>
                    <a:pt x="3685870" y="4879"/>
                  </a:lnTo>
                  <a:lnTo>
                    <a:pt x="3696462" y="5615"/>
                  </a:lnTo>
                  <a:lnTo>
                    <a:pt x="3707053" y="6401"/>
                  </a:lnTo>
                  <a:lnTo>
                    <a:pt x="3717645" y="7238"/>
                  </a:lnTo>
                  <a:lnTo>
                    <a:pt x="3728236" y="8125"/>
                  </a:lnTo>
                  <a:lnTo>
                    <a:pt x="3738828" y="9062"/>
                  </a:lnTo>
                  <a:lnTo>
                    <a:pt x="3749419" y="10048"/>
                  </a:lnTo>
                  <a:lnTo>
                    <a:pt x="3760011" y="11084"/>
                  </a:lnTo>
                  <a:lnTo>
                    <a:pt x="3770603" y="12169"/>
                  </a:lnTo>
                  <a:lnTo>
                    <a:pt x="3781194" y="13303"/>
                  </a:lnTo>
                  <a:lnTo>
                    <a:pt x="3791786" y="14485"/>
                  </a:lnTo>
                  <a:lnTo>
                    <a:pt x="3802377" y="15715"/>
                  </a:lnTo>
                  <a:lnTo>
                    <a:pt x="3812969" y="16993"/>
                  </a:lnTo>
                  <a:lnTo>
                    <a:pt x="3823561" y="18319"/>
                  </a:lnTo>
                  <a:lnTo>
                    <a:pt x="3834152" y="19691"/>
                  </a:lnTo>
                  <a:lnTo>
                    <a:pt x="3844744" y="21110"/>
                  </a:lnTo>
                  <a:lnTo>
                    <a:pt x="3855335" y="22575"/>
                  </a:lnTo>
                  <a:lnTo>
                    <a:pt x="3865927" y="24085"/>
                  </a:lnTo>
                  <a:lnTo>
                    <a:pt x="3876518" y="25641"/>
                  </a:lnTo>
                  <a:lnTo>
                    <a:pt x="3887110" y="27242"/>
                  </a:lnTo>
                  <a:lnTo>
                    <a:pt x="3897702" y="28887"/>
                  </a:lnTo>
                  <a:lnTo>
                    <a:pt x="3908293" y="30575"/>
                  </a:lnTo>
                  <a:lnTo>
                    <a:pt x="3918885" y="32307"/>
                  </a:lnTo>
                  <a:lnTo>
                    <a:pt x="3929476" y="34082"/>
                  </a:lnTo>
                  <a:lnTo>
                    <a:pt x="3940068" y="35899"/>
                  </a:lnTo>
                  <a:lnTo>
                    <a:pt x="3950660" y="37758"/>
                  </a:lnTo>
                  <a:lnTo>
                    <a:pt x="3961251" y="39658"/>
                  </a:lnTo>
                  <a:lnTo>
                    <a:pt x="3971843" y="41599"/>
                  </a:lnTo>
                  <a:lnTo>
                    <a:pt x="3982434" y="43579"/>
                  </a:lnTo>
                  <a:lnTo>
                    <a:pt x="3993026" y="45600"/>
                  </a:lnTo>
                  <a:lnTo>
                    <a:pt x="4003617" y="47659"/>
                  </a:lnTo>
                  <a:lnTo>
                    <a:pt x="4014209" y="49756"/>
                  </a:lnTo>
                  <a:lnTo>
                    <a:pt x="4024801" y="51891"/>
                  </a:lnTo>
                  <a:lnTo>
                    <a:pt x="4035392" y="54063"/>
                  </a:lnTo>
                  <a:lnTo>
                    <a:pt x="4045984" y="56271"/>
                  </a:lnTo>
                  <a:lnTo>
                    <a:pt x="4056575" y="58515"/>
                  </a:lnTo>
                  <a:lnTo>
                    <a:pt x="4067167" y="60794"/>
                  </a:lnTo>
                  <a:lnTo>
                    <a:pt x="4077759" y="63107"/>
                  </a:lnTo>
                  <a:lnTo>
                    <a:pt x="4088350" y="65455"/>
                  </a:lnTo>
                  <a:lnTo>
                    <a:pt x="4098942" y="67835"/>
                  </a:lnTo>
                  <a:lnTo>
                    <a:pt x="4109533" y="70247"/>
                  </a:lnTo>
                  <a:lnTo>
                    <a:pt x="4120125" y="72691"/>
                  </a:lnTo>
                  <a:lnTo>
                    <a:pt x="4130716" y="75166"/>
                  </a:lnTo>
                  <a:lnTo>
                    <a:pt x="4141308" y="77671"/>
                  </a:lnTo>
                  <a:lnTo>
                    <a:pt x="4151900" y="80205"/>
                  </a:lnTo>
                  <a:lnTo>
                    <a:pt x="4162491" y="82768"/>
                  </a:lnTo>
                  <a:lnTo>
                    <a:pt x="4173083" y="85359"/>
                  </a:lnTo>
                  <a:lnTo>
                    <a:pt x="4183674" y="87977"/>
                  </a:lnTo>
                  <a:lnTo>
                    <a:pt x="4194266" y="90621"/>
                  </a:lnTo>
                  <a:lnTo>
                    <a:pt x="4204858" y="93291"/>
                  </a:lnTo>
                  <a:lnTo>
                    <a:pt x="4215449" y="95985"/>
                  </a:lnTo>
                  <a:lnTo>
                    <a:pt x="4226041" y="98704"/>
                  </a:lnTo>
                  <a:lnTo>
                    <a:pt x="4236632" y="101445"/>
                  </a:lnTo>
                  <a:lnTo>
                    <a:pt x="4247224" y="104209"/>
                  </a:lnTo>
                  <a:lnTo>
                    <a:pt x="4257815" y="106995"/>
                  </a:lnTo>
                  <a:lnTo>
                    <a:pt x="4268407" y="109801"/>
                  </a:lnTo>
                  <a:lnTo>
                    <a:pt x="4278999" y="112627"/>
                  </a:lnTo>
                  <a:lnTo>
                    <a:pt x="4289590" y="115472"/>
                  </a:lnTo>
                  <a:lnTo>
                    <a:pt x="4300182" y="118335"/>
                  </a:lnTo>
                  <a:lnTo>
                    <a:pt x="4310773" y="121216"/>
                  </a:lnTo>
                  <a:lnTo>
                    <a:pt x="4321365" y="124113"/>
                  </a:lnTo>
                  <a:lnTo>
                    <a:pt x="4331957" y="127026"/>
                  </a:lnTo>
                  <a:lnTo>
                    <a:pt x="4342548" y="129953"/>
                  </a:lnTo>
                  <a:lnTo>
                    <a:pt x="4353140" y="132895"/>
                  </a:lnTo>
                  <a:lnTo>
                    <a:pt x="4363731" y="135849"/>
                  </a:lnTo>
                  <a:lnTo>
                    <a:pt x="4374323" y="138816"/>
                  </a:lnTo>
                  <a:lnTo>
                    <a:pt x="4384914" y="141794"/>
                  </a:lnTo>
                  <a:lnTo>
                    <a:pt x="4395506" y="144782"/>
                  </a:lnTo>
                  <a:lnTo>
                    <a:pt x="4406098" y="147780"/>
                  </a:lnTo>
                  <a:lnTo>
                    <a:pt x="4416689" y="150786"/>
                  </a:lnTo>
                  <a:lnTo>
                    <a:pt x="4427281" y="153800"/>
                  </a:lnTo>
                  <a:lnTo>
                    <a:pt x="4437872" y="156821"/>
                  </a:lnTo>
                  <a:lnTo>
                    <a:pt x="4448464" y="159848"/>
                  </a:lnTo>
                  <a:lnTo>
                    <a:pt x="4459055" y="162881"/>
                  </a:lnTo>
                  <a:lnTo>
                    <a:pt x="4469647" y="165917"/>
                  </a:lnTo>
                  <a:lnTo>
                    <a:pt x="4480239" y="168956"/>
                  </a:lnTo>
                  <a:lnTo>
                    <a:pt x="4490830" y="171998"/>
                  </a:lnTo>
                  <a:lnTo>
                    <a:pt x="4501422" y="175041"/>
                  </a:lnTo>
                  <a:lnTo>
                    <a:pt x="4512013" y="178085"/>
                  </a:lnTo>
                  <a:lnTo>
                    <a:pt x="4522605" y="181129"/>
                  </a:lnTo>
                  <a:lnTo>
                    <a:pt x="4533197" y="184171"/>
                  </a:lnTo>
                  <a:lnTo>
                    <a:pt x="4543788" y="187211"/>
                  </a:lnTo>
                  <a:lnTo>
                    <a:pt x="4554380" y="190248"/>
                  </a:lnTo>
                  <a:lnTo>
                    <a:pt x="4564971" y="193282"/>
                  </a:lnTo>
                  <a:lnTo>
                    <a:pt x="4575563" y="196310"/>
                  </a:lnTo>
                  <a:lnTo>
                    <a:pt x="4586154" y="199333"/>
                  </a:lnTo>
                  <a:lnTo>
                    <a:pt x="4596746" y="202349"/>
                  </a:lnTo>
                  <a:lnTo>
                    <a:pt x="4607338" y="205357"/>
                  </a:lnTo>
                  <a:lnTo>
                    <a:pt x="4617929" y="208357"/>
                  </a:lnTo>
                  <a:lnTo>
                    <a:pt x="4628521" y="211348"/>
                  </a:lnTo>
                  <a:lnTo>
                    <a:pt x="4639112" y="214328"/>
                  </a:lnTo>
                  <a:lnTo>
                    <a:pt x="4649704" y="217298"/>
                  </a:lnTo>
                  <a:lnTo>
                    <a:pt x="4660296" y="220256"/>
                  </a:lnTo>
                  <a:lnTo>
                    <a:pt x="4670887" y="223200"/>
                  </a:lnTo>
                  <a:lnTo>
                    <a:pt x="4681479" y="226131"/>
                  </a:lnTo>
                  <a:lnTo>
                    <a:pt x="4692070" y="229048"/>
                  </a:lnTo>
                  <a:lnTo>
                    <a:pt x="4702662" y="231949"/>
                  </a:lnTo>
                  <a:lnTo>
                    <a:pt x="4713253" y="234834"/>
                  </a:lnTo>
                  <a:lnTo>
                    <a:pt x="4723845" y="237702"/>
                  </a:lnTo>
                  <a:lnTo>
                    <a:pt x="4734437" y="240551"/>
                  </a:lnTo>
                  <a:lnTo>
                    <a:pt x="4745028" y="243382"/>
                  </a:lnTo>
                  <a:lnTo>
                    <a:pt x="4755620" y="246193"/>
                  </a:lnTo>
                  <a:lnTo>
                    <a:pt x="4766211" y="248984"/>
                  </a:lnTo>
                  <a:lnTo>
                    <a:pt x="4776803" y="251754"/>
                  </a:lnTo>
                  <a:lnTo>
                    <a:pt x="4787395" y="254501"/>
                  </a:lnTo>
                  <a:lnTo>
                    <a:pt x="4797986" y="257225"/>
                  </a:lnTo>
                  <a:lnTo>
                    <a:pt x="4808578" y="259926"/>
                  </a:lnTo>
                  <a:lnTo>
                    <a:pt x="4819169" y="262602"/>
                  </a:lnTo>
                  <a:lnTo>
                    <a:pt x="4829761" y="265252"/>
                  </a:lnTo>
                  <a:lnTo>
                    <a:pt x="4840352" y="267877"/>
                  </a:lnTo>
                  <a:lnTo>
                    <a:pt x="4850944" y="270475"/>
                  </a:lnTo>
                  <a:lnTo>
                    <a:pt x="4861536" y="273045"/>
                  </a:lnTo>
                  <a:lnTo>
                    <a:pt x="4872127" y="275586"/>
                  </a:lnTo>
                  <a:lnTo>
                    <a:pt x="4882719" y="278098"/>
                  </a:lnTo>
                  <a:lnTo>
                    <a:pt x="4893310" y="280581"/>
                  </a:lnTo>
                  <a:lnTo>
                    <a:pt x="4903902" y="283033"/>
                  </a:lnTo>
                  <a:lnTo>
                    <a:pt x="4914494" y="285453"/>
                  </a:lnTo>
                  <a:lnTo>
                    <a:pt x="4925085" y="287841"/>
                  </a:lnTo>
                  <a:lnTo>
                    <a:pt x="4935677" y="290197"/>
                  </a:lnTo>
                  <a:lnTo>
                    <a:pt x="4946268" y="292518"/>
                  </a:lnTo>
                  <a:lnTo>
                    <a:pt x="4956860" y="294806"/>
                  </a:lnTo>
                  <a:lnTo>
                    <a:pt x="4967451" y="297059"/>
                  </a:lnTo>
                  <a:lnTo>
                    <a:pt x="4978043" y="299276"/>
                  </a:lnTo>
                  <a:lnTo>
                    <a:pt x="4988635" y="301457"/>
                  </a:lnTo>
                  <a:lnTo>
                    <a:pt x="4999226" y="303602"/>
                  </a:lnTo>
                  <a:lnTo>
                    <a:pt x="5009818" y="305708"/>
                  </a:lnTo>
                  <a:lnTo>
                    <a:pt x="5020409" y="307777"/>
                  </a:lnTo>
                  <a:lnTo>
                    <a:pt x="5031001" y="309807"/>
                  </a:lnTo>
                  <a:lnTo>
                    <a:pt x="5041592" y="311798"/>
                  </a:lnTo>
                  <a:lnTo>
                    <a:pt x="5052184" y="313748"/>
                  </a:lnTo>
                  <a:lnTo>
                    <a:pt x="5062776" y="315658"/>
                  </a:lnTo>
                  <a:lnTo>
                    <a:pt x="5073367" y="317528"/>
                  </a:lnTo>
                  <a:lnTo>
                    <a:pt x="5083959" y="319355"/>
                  </a:lnTo>
                  <a:lnTo>
                    <a:pt x="5094550" y="321141"/>
                  </a:lnTo>
                  <a:lnTo>
                    <a:pt x="5105142" y="322883"/>
                  </a:lnTo>
                  <a:lnTo>
                    <a:pt x="5115734" y="324583"/>
                  </a:lnTo>
                  <a:lnTo>
                    <a:pt x="5126325" y="326239"/>
                  </a:lnTo>
                  <a:lnTo>
                    <a:pt x="5136917" y="327851"/>
                  </a:lnTo>
                  <a:lnTo>
                    <a:pt x="5147508" y="329418"/>
                  </a:lnTo>
                  <a:lnTo>
                    <a:pt x="5158100" y="330940"/>
                  </a:lnTo>
                  <a:lnTo>
                    <a:pt x="5168691" y="332416"/>
                  </a:lnTo>
                  <a:lnTo>
                    <a:pt x="5179283" y="333846"/>
                  </a:lnTo>
                  <a:lnTo>
                    <a:pt x="5189875" y="335230"/>
                  </a:lnTo>
                  <a:lnTo>
                    <a:pt x="5200466" y="336567"/>
                  </a:lnTo>
                  <a:lnTo>
                    <a:pt x="5211058" y="337857"/>
                  </a:lnTo>
                  <a:lnTo>
                    <a:pt x="5221649" y="339099"/>
                  </a:lnTo>
                  <a:lnTo>
                    <a:pt x="5232241" y="340294"/>
                  </a:lnTo>
                  <a:lnTo>
                    <a:pt x="5242833" y="341440"/>
                  </a:lnTo>
                  <a:lnTo>
                    <a:pt x="5253424" y="342537"/>
                  </a:lnTo>
                  <a:lnTo>
                    <a:pt x="5264016" y="343585"/>
                  </a:lnTo>
                  <a:lnTo>
                    <a:pt x="5274607" y="344584"/>
                  </a:lnTo>
                  <a:lnTo>
                    <a:pt x="5285199" y="345533"/>
                  </a:lnTo>
                  <a:lnTo>
                    <a:pt x="5295790" y="346433"/>
                  </a:lnTo>
                  <a:lnTo>
                    <a:pt x="5306382" y="347282"/>
                  </a:lnTo>
                  <a:lnTo>
                    <a:pt x="5316974" y="348081"/>
                  </a:lnTo>
                  <a:lnTo>
                    <a:pt x="5327565" y="348829"/>
                  </a:lnTo>
                  <a:lnTo>
                    <a:pt x="5338157" y="349527"/>
                  </a:lnTo>
                  <a:lnTo>
                    <a:pt x="5348748" y="350173"/>
                  </a:lnTo>
                  <a:lnTo>
                    <a:pt x="5359340" y="350768"/>
                  </a:lnTo>
                  <a:lnTo>
                    <a:pt x="5369932" y="351311"/>
                  </a:lnTo>
                  <a:lnTo>
                    <a:pt x="5380523" y="351803"/>
                  </a:lnTo>
                  <a:lnTo>
                    <a:pt x="5391115" y="352244"/>
                  </a:lnTo>
                  <a:lnTo>
                    <a:pt x="5401706" y="352632"/>
                  </a:lnTo>
                  <a:lnTo>
                    <a:pt x="5412298" y="352968"/>
                  </a:lnTo>
                  <a:lnTo>
                    <a:pt x="5422889" y="353253"/>
                  </a:lnTo>
                  <a:lnTo>
                    <a:pt x="5433481" y="353485"/>
                  </a:lnTo>
                  <a:lnTo>
                    <a:pt x="5444073" y="353665"/>
                  </a:lnTo>
                  <a:lnTo>
                    <a:pt x="5454664" y="353792"/>
                  </a:lnTo>
                  <a:lnTo>
                    <a:pt x="5465256" y="353868"/>
                  </a:lnTo>
                  <a:lnTo>
                    <a:pt x="5475847" y="353891"/>
                  </a:lnTo>
                  <a:lnTo>
                    <a:pt x="5486439" y="353861"/>
                  </a:lnTo>
                  <a:lnTo>
                    <a:pt x="5497031" y="353779"/>
                  </a:lnTo>
                  <a:lnTo>
                    <a:pt x="5507622" y="353645"/>
                  </a:lnTo>
                  <a:lnTo>
                    <a:pt x="5518214" y="353459"/>
                  </a:lnTo>
                  <a:lnTo>
                    <a:pt x="5528805" y="353220"/>
                  </a:lnTo>
                  <a:lnTo>
                    <a:pt x="5539397" y="352929"/>
                  </a:lnTo>
                  <a:lnTo>
                    <a:pt x="5549988" y="352586"/>
                  </a:lnTo>
                  <a:lnTo>
                    <a:pt x="5560580" y="352192"/>
                  </a:lnTo>
                  <a:lnTo>
                    <a:pt x="5571172" y="351745"/>
                  </a:lnTo>
                  <a:lnTo>
                    <a:pt x="5581763" y="351246"/>
                  </a:lnTo>
                  <a:lnTo>
                    <a:pt x="5592355" y="350696"/>
                  </a:lnTo>
                  <a:lnTo>
                    <a:pt x="5602946" y="350095"/>
                  </a:lnTo>
                  <a:lnTo>
                    <a:pt x="5613538" y="349442"/>
                  </a:lnTo>
                  <a:lnTo>
                    <a:pt x="5624129" y="348738"/>
                  </a:lnTo>
                  <a:lnTo>
                    <a:pt x="5634721" y="347984"/>
                  </a:lnTo>
                  <a:lnTo>
                    <a:pt x="5645313" y="347179"/>
                  </a:lnTo>
                  <a:lnTo>
                    <a:pt x="5655904" y="346323"/>
                  </a:lnTo>
                  <a:lnTo>
                    <a:pt x="5666496" y="345417"/>
                  </a:lnTo>
                  <a:lnTo>
                    <a:pt x="5677087" y="344462"/>
                  </a:lnTo>
                  <a:lnTo>
                    <a:pt x="5687679" y="343457"/>
                  </a:lnTo>
                  <a:lnTo>
                    <a:pt x="5698271" y="342402"/>
                  </a:lnTo>
                  <a:lnTo>
                    <a:pt x="5708862" y="341299"/>
                  </a:lnTo>
                  <a:lnTo>
                    <a:pt x="5719454" y="340147"/>
                  </a:lnTo>
                  <a:lnTo>
                    <a:pt x="5730045" y="338947"/>
                  </a:lnTo>
                  <a:lnTo>
                    <a:pt x="5740637" y="337699"/>
                  </a:lnTo>
                  <a:lnTo>
                    <a:pt x="5751228" y="336403"/>
                  </a:lnTo>
                  <a:lnTo>
                    <a:pt x="5761820" y="335060"/>
                  </a:lnTo>
                  <a:lnTo>
                    <a:pt x="5772412" y="333670"/>
                  </a:lnTo>
                  <a:lnTo>
                    <a:pt x="5783003" y="332234"/>
                  </a:lnTo>
                  <a:lnTo>
                    <a:pt x="5793595" y="330752"/>
                  </a:lnTo>
                  <a:lnTo>
                    <a:pt x="5804186" y="329224"/>
                  </a:lnTo>
                  <a:lnTo>
                    <a:pt x="5814778" y="327652"/>
                  </a:lnTo>
                  <a:lnTo>
                    <a:pt x="5825370" y="326034"/>
                  </a:lnTo>
                  <a:lnTo>
                    <a:pt x="5835961" y="324373"/>
                  </a:lnTo>
                  <a:lnTo>
                    <a:pt x="5846553" y="322668"/>
                  </a:lnTo>
                  <a:lnTo>
                    <a:pt x="5857144" y="320920"/>
                  </a:lnTo>
                  <a:lnTo>
                    <a:pt x="5867736" y="319129"/>
                  </a:lnTo>
                  <a:lnTo>
                    <a:pt x="5878327" y="317296"/>
                  </a:lnTo>
                  <a:lnTo>
                    <a:pt x="5888919" y="315422"/>
                  </a:lnTo>
                  <a:lnTo>
                    <a:pt x="5899511" y="313507"/>
                  </a:lnTo>
                  <a:lnTo>
                    <a:pt x="5910102" y="311551"/>
                  </a:lnTo>
                  <a:lnTo>
                    <a:pt x="5920694" y="309555"/>
                  </a:lnTo>
                  <a:lnTo>
                    <a:pt x="5931285" y="307520"/>
                  </a:lnTo>
                  <a:lnTo>
                    <a:pt x="5941877" y="305447"/>
                  </a:lnTo>
                  <a:lnTo>
                    <a:pt x="5952469" y="303336"/>
                  </a:lnTo>
                  <a:lnTo>
                    <a:pt x="5963060" y="301187"/>
                  </a:lnTo>
                  <a:lnTo>
                    <a:pt x="5973652" y="299001"/>
                  </a:lnTo>
                  <a:lnTo>
                    <a:pt x="5984243" y="296779"/>
                  </a:lnTo>
                  <a:lnTo>
                    <a:pt x="5994835" y="294522"/>
                  </a:lnTo>
                  <a:lnTo>
                    <a:pt x="6005426" y="292230"/>
                  </a:lnTo>
                  <a:lnTo>
                    <a:pt x="6016018" y="289904"/>
                  </a:lnTo>
                  <a:lnTo>
                    <a:pt x="6026610" y="287544"/>
                  </a:lnTo>
                  <a:lnTo>
                    <a:pt x="6037201" y="285152"/>
                  </a:lnTo>
                  <a:lnTo>
                    <a:pt x="6047793" y="282728"/>
                  </a:lnTo>
                  <a:lnTo>
                    <a:pt x="6058384" y="280272"/>
                  </a:lnTo>
                  <a:lnTo>
                    <a:pt x="6068976" y="277786"/>
                  </a:lnTo>
                  <a:lnTo>
                    <a:pt x="6079568" y="275270"/>
                  </a:lnTo>
                  <a:lnTo>
                    <a:pt x="6090159" y="272725"/>
                  </a:lnTo>
                  <a:lnTo>
                    <a:pt x="6100751" y="270151"/>
                  </a:lnTo>
                  <a:lnTo>
                    <a:pt x="6111342" y="267550"/>
                  </a:lnTo>
                  <a:lnTo>
                    <a:pt x="6121934" y="264923"/>
                  </a:lnTo>
                  <a:lnTo>
                    <a:pt x="6132525" y="262269"/>
                  </a:lnTo>
                  <a:lnTo>
                    <a:pt x="6143117" y="259589"/>
                  </a:lnTo>
                  <a:lnTo>
                    <a:pt x="6153709" y="256886"/>
                  </a:lnTo>
                  <a:lnTo>
                    <a:pt x="6164300" y="254159"/>
                  </a:lnTo>
                  <a:lnTo>
                    <a:pt x="6174892" y="251409"/>
                  </a:lnTo>
                  <a:lnTo>
                    <a:pt x="6185483" y="248636"/>
                  </a:lnTo>
                  <a:lnTo>
                    <a:pt x="6196075" y="245843"/>
                  </a:lnTo>
                  <a:lnTo>
                    <a:pt x="6206666" y="243029"/>
                  </a:lnTo>
                  <a:lnTo>
                    <a:pt x="6217258" y="240196"/>
                  </a:lnTo>
                  <a:lnTo>
                    <a:pt x="6227850" y="237344"/>
                  </a:lnTo>
                  <a:lnTo>
                    <a:pt x="6238441" y="234474"/>
                  </a:lnTo>
                  <a:lnTo>
                    <a:pt x="6249033" y="231587"/>
                  </a:lnTo>
                  <a:lnTo>
                    <a:pt x="6259624" y="228684"/>
                  </a:lnTo>
                  <a:lnTo>
                    <a:pt x="6270216" y="225766"/>
                  </a:lnTo>
                  <a:lnTo>
                    <a:pt x="6280808" y="222833"/>
                  </a:lnTo>
                  <a:lnTo>
                    <a:pt x="6291399" y="219886"/>
                  </a:lnTo>
                  <a:lnTo>
                    <a:pt x="6301991" y="216927"/>
                  </a:lnTo>
                  <a:lnTo>
                    <a:pt x="6312582" y="213956"/>
                  </a:lnTo>
                  <a:lnTo>
                    <a:pt x="6323174" y="210974"/>
                  </a:lnTo>
                  <a:lnTo>
                    <a:pt x="6333765" y="207983"/>
                  </a:lnTo>
                  <a:lnTo>
                    <a:pt x="6344357" y="204981"/>
                  </a:lnTo>
                  <a:lnTo>
                    <a:pt x="6354949" y="201972"/>
                  </a:lnTo>
                  <a:lnTo>
                    <a:pt x="6365540" y="198955"/>
                  </a:lnTo>
                  <a:lnTo>
                    <a:pt x="6376132" y="195932"/>
                  </a:lnTo>
                  <a:lnTo>
                    <a:pt x="6386723" y="192903"/>
                  </a:lnTo>
                  <a:lnTo>
                    <a:pt x="6397315" y="189869"/>
                  </a:lnTo>
                  <a:lnTo>
                    <a:pt x="6407907" y="186831"/>
                  </a:lnTo>
                  <a:lnTo>
                    <a:pt x="6418498" y="183791"/>
                  </a:lnTo>
                  <a:lnTo>
                    <a:pt x="6429090" y="180748"/>
                  </a:lnTo>
                  <a:lnTo>
                    <a:pt x="6439681" y="177705"/>
                  </a:lnTo>
                  <a:lnTo>
                    <a:pt x="6450273" y="174661"/>
                  </a:lnTo>
                  <a:lnTo>
                    <a:pt x="6460864" y="171618"/>
                  </a:lnTo>
                  <a:lnTo>
                    <a:pt x="6471456" y="168576"/>
                  </a:lnTo>
                  <a:lnTo>
                    <a:pt x="6482048" y="165537"/>
                  </a:lnTo>
                  <a:lnTo>
                    <a:pt x="6492639" y="162501"/>
                  </a:lnTo>
                  <a:lnTo>
                    <a:pt x="6503231" y="159470"/>
                  </a:lnTo>
                  <a:lnTo>
                    <a:pt x="6513822" y="156444"/>
                  </a:lnTo>
                  <a:lnTo>
                    <a:pt x="6524414" y="153423"/>
                  </a:lnTo>
                  <a:lnTo>
                    <a:pt x="6535006" y="150410"/>
                  </a:lnTo>
                  <a:lnTo>
                    <a:pt x="6545597" y="147405"/>
                  </a:lnTo>
                  <a:lnTo>
                    <a:pt x="6556189" y="144408"/>
                  </a:lnTo>
                  <a:lnTo>
                    <a:pt x="6566780" y="141421"/>
                  </a:lnTo>
                  <a:lnTo>
                    <a:pt x="6577372" y="138444"/>
                  </a:lnTo>
                  <a:lnTo>
                    <a:pt x="6587963" y="135479"/>
                  </a:lnTo>
                  <a:lnTo>
                    <a:pt x="6598555" y="132526"/>
                  </a:lnTo>
                  <a:lnTo>
                    <a:pt x="6609147" y="129587"/>
                  </a:lnTo>
                  <a:lnTo>
                    <a:pt x="6619738" y="126661"/>
                  </a:lnTo>
                  <a:lnTo>
                    <a:pt x="6630330" y="123750"/>
                  </a:lnTo>
                  <a:lnTo>
                    <a:pt x="6640921" y="120855"/>
                  </a:lnTo>
                  <a:lnTo>
                    <a:pt x="6651513" y="117976"/>
                  </a:lnTo>
                  <a:lnTo>
                    <a:pt x="6662105" y="115115"/>
                  </a:lnTo>
                  <a:lnTo>
                    <a:pt x="6672696" y="112273"/>
                  </a:lnTo>
                  <a:lnTo>
                    <a:pt x="6683288" y="109449"/>
                  </a:lnTo>
                  <a:lnTo>
                    <a:pt x="6693879" y="106645"/>
                  </a:lnTo>
                  <a:lnTo>
                    <a:pt x="6704471" y="103862"/>
                  </a:lnTo>
                  <a:lnTo>
                    <a:pt x="6715062" y="101101"/>
                  </a:lnTo>
                  <a:lnTo>
                    <a:pt x="6725654" y="98362"/>
                  </a:lnTo>
                  <a:lnTo>
                    <a:pt x="6736246" y="95647"/>
                  </a:lnTo>
                  <a:lnTo>
                    <a:pt x="6746837" y="92955"/>
                  </a:lnTo>
                  <a:lnTo>
                    <a:pt x="6757429" y="90289"/>
                  </a:lnTo>
                  <a:lnTo>
                    <a:pt x="6768020" y="87648"/>
                  </a:lnTo>
                  <a:lnTo>
                    <a:pt x="6778612" y="85033"/>
                  </a:lnTo>
                  <a:lnTo>
                    <a:pt x="6789204" y="82446"/>
                  </a:lnTo>
                  <a:lnTo>
                    <a:pt x="6799795" y="79887"/>
                  </a:lnTo>
                  <a:lnTo>
                    <a:pt x="6810387" y="77356"/>
                  </a:lnTo>
                  <a:lnTo>
                    <a:pt x="6820978" y="74855"/>
                  </a:lnTo>
                  <a:lnTo>
                    <a:pt x="6831570" y="72384"/>
                  </a:lnTo>
                  <a:lnTo>
                    <a:pt x="6842161" y="69944"/>
                  </a:lnTo>
                  <a:lnTo>
                    <a:pt x="6852753" y="67535"/>
                  </a:lnTo>
                  <a:lnTo>
                    <a:pt x="6863345" y="65159"/>
                  </a:lnTo>
                  <a:lnTo>
                    <a:pt x="6873936" y="62816"/>
                  </a:lnTo>
                  <a:lnTo>
                    <a:pt x="6884528" y="60507"/>
                  </a:lnTo>
                  <a:lnTo>
                    <a:pt x="6895119" y="58233"/>
                  </a:lnTo>
                  <a:lnTo>
                    <a:pt x="6905711" y="55993"/>
                  </a:lnTo>
                  <a:lnTo>
                    <a:pt x="6916302" y="53789"/>
                  </a:lnTo>
                  <a:lnTo>
                    <a:pt x="6926894" y="51622"/>
                  </a:lnTo>
                  <a:lnTo>
                    <a:pt x="6937486" y="49492"/>
                  </a:lnTo>
                  <a:lnTo>
                    <a:pt x="6948077" y="47399"/>
                  </a:lnTo>
                  <a:lnTo>
                    <a:pt x="6958669" y="45345"/>
                  </a:lnTo>
                  <a:lnTo>
                    <a:pt x="6969260" y="43330"/>
                  </a:lnTo>
                  <a:lnTo>
                    <a:pt x="6979852" y="41354"/>
                  </a:lnTo>
                  <a:lnTo>
                    <a:pt x="6990444" y="39418"/>
                  </a:lnTo>
                  <a:lnTo>
                    <a:pt x="7001035" y="37523"/>
                  </a:lnTo>
                  <a:lnTo>
                    <a:pt x="7011627" y="35670"/>
                  </a:lnTo>
                  <a:lnTo>
                    <a:pt x="7022218" y="33858"/>
                  </a:lnTo>
                  <a:lnTo>
                    <a:pt x="7032810" y="32088"/>
                  </a:lnTo>
                  <a:lnTo>
                    <a:pt x="7043401" y="30362"/>
                  </a:lnTo>
                  <a:lnTo>
                    <a:pt x="7053993" y="28679"/>
                  </a:lnTo>
                  <a:lnTo>
                    <a:pt x="7064585" y="27039"/>
                  </a:lnTo>
                  <a:lnTo>
                    <a:pt x="7075176" y="25444"/>
                  </a:lnTo>
                  <a:lnTo>
                    <a:pt x="7085768" y="23894"/>
                  </a:lnTo>
                  <a:lnTo>
                    <a:pt x="7096359" y="22389"/>
                  </a:lnTo>
                  <a:lnTo>
                    <a:pt x="7106951" y="20930"/>
                  </a:lnTo>
                  <a:lnTo>
                    <a:pt x="7117543" y="19517"/>
                  </a:lnTo>
                  <a:lnTo>
                    <a:pt x="7128134" y="18150"/>
                  </a:lnTo>
                  <a:lnTo>
                    <a:pt x="7138726" y="16831"/>
                  </a:lnTo>
                  <a:lnTo>
                    <a:pt x="7149317" y="15559"/>
                  </a:lnTo>
                  <a:lnTo>
                    <a:pt x="7159909" y="14335"/>
                  </a:lnTo>
                  <a:lnTo>
                    <a:pt x="7170500" y="13159"/>
                  </a:lnTo>
                  <a:lnTo>
                    <a:pt x="7181092" y="12031"/>
                  </a:lnTo>
                  <a:lnTo>
                    <a:pt x="7191684" y="10952"/>
                  </a:lnTo>
                  <a:lnTo>
                    <a:pt x="7202275" y="9922"/>
                  </a:lnTo>
                  <a:lnTo>
                    <a:pt x="7212867" y="8942"/>
                  </a:lnTo>
                  <a:lnTo>
                    <a:pt x="7223458" y="8011"/>
                  </a:lnTo>
                  <a:lnTo>
                    <a:pt x="7234050" y="7130"/>
                  </a:lnTo>
                  <a:lnTo>
                    <a:pt x="7244642" y="6300"/>
                  </a:lnTo>
                  <a:lnTo>
                    <a:pt x="7255233" y="5520"/>
                  </a:lnTo>
                  <a:lnTo>
                    <a:pt x="7265825" y="4791"/>
                  </a:lnTo>
                  <a:lnTo>
                    <a:pt x="7276416" y="4113"/>
                  </a:lnTo>
                  <a:lnTo>
                    <a:pt x="7287008" y="3486"/>
                  </a:lnTo>
                  <a:lnTo>
                    <a:pt x="7297599" y="2910"/>
                  </a:lnTo>
                  <a:lnTo>
                    <a:pt x="7308191" y="2386"/>
                  </a:lnTo>
                  <a:lnTo>
                    <a:pt x="7318783" y="1913"/>
                  </a:lnTo>
                  <a:lnTo>
                    <a:pt x="7329374" y="1492"/>
                  </a:lnTo>
                  <a:lnTo>
                    <a:pt x="7339966" y="1123"/>
                  </a:lnTo>
                  <a:lnTo>
                    <a:pt x="7350557" y="806"/>
                  </a:lnTo>
                  <a:lnTo>
                    <a:pt x="7361149" y="542"/>
                  </a:lnTo>
                  <a:lnTo>
                    <a:pt x="7371741" y="329"/>
                  </a:lnTo>
                  <a:lnTo>
                    <a:pt x="7382332" y="169"/>
                  </a:lnTo>
                  <a:lnTo>
                    <a:pt x="7392924" y="61"/>
                  </a:lnTo>
                  <a:lnTo>
                    <a:pt x="7403515" y="5"/>
                  </a:lnTo>
                  <a:lnTo>
                    <a:pt x="7414107" y="2"/>
                  </a:lnTo>
                  <a:lnTo>
                    <a:pt x="7424698" y="51"/>
                  </a:lnTo>
                  <a:lnTo>
                    <a:pt x="7435290" y="152"/>
                  </a:lnTo>
                  <a:lnTo>
                    <a:pt x="7445882" y="306"/>
                  </a:lnTo>
                  <a:lnTo>
                    <a:pt x="7456473" y="512"/>
                  </a:lnTo>
                  <a:lnTo>
                    <a:pt x="7467065" y="770"/>
                  </a:lnTo>
                  <a:lnTo>
                    <a:pt x="7477656" y="1081"/>
                  </a:lnTo>
                  <a:lnTo>
                    <a:pt x="7488248" y="1443"/>
                  </a:lnTo>
                  <a:lnTo>
                    <a:pt x="7498839" y="1858"/>
                  </a:lnTo>
                  <a:lnTo>
                    <a:pt x="7509431" y="2324"/>
                  </a:lnTo>
                  <a:lnTo>
                    <a:pt x="7520023" y="2842"/>
                  </a:lnTo>
                  <a:lnTo>
                    <a:pt x="7530614" y="3411"/>
                  </a:lnTo>
                  <a:lnTo>
                    <a:pt x="7541206" y="4032"/>
                  </a:lnTo>
                  <a:lnTo>
                    <a:pt x="7551797" y="4703"/>
                  </a:lnTo>
                  <a:lnTo>
                    <a:pt x="7562389" y="5426"/>
                  </a:lnTo>
                  <a:lnTo>
                    <a:pt x="7572981" y="6200"/>
                  </a:lnTo>
                  <a:lnTo>
                    <a:pt x="7583572" y="7024"/>
                  </a:lnTo>
                  <a:lnTo>
                    <a:pt x="7594164" y="7898"/>
                  </a:lnTo>
                  <a:lnTo>
                    <a:pt x="7604755" y="8823"/>
                  </a:lnTo>
                  <a:lnTo>
                    <a:pt x="7615347" y="9797"/>
                  </a:lnTo>
                  <a:lnTo>
                    <a:pt x="7625938" y="10820"/>
                  </a:lnTo>
                  <a:lnTo>
                    <a:pt x="7636530" y="11893"/>
                  </a:lnTo>
                  <a:lnTo>
                    <a:pt x="7647122" y="13015"/>
                  </a:lnTo>
                  <a:lnTo>
                    <a:pt x="7657713" y="14185"/>
                  </a:lnTo>
                  <a:lnTo>
                    <a:pt x="7668305" y="15403"/>
                  </a:lnTo>
                  <a:lnTo>
                    <a:pt x="7678896" y="16669"/>
                  </a:lnTo>
                  <a:lnTo>
                    <a:pt x="7689488" y="17983"/>
                  </a:lnTo>
                  <a:lnTo>
                    <a:pt x="7700080" y="19344"/>
                  </a:lnTo>
                  <a:lnTo>
                    <a:pt x="7710671" y="20751"/>
                  </a:lnTo>
                  <a:lnTo>
                    <a:pt x="7721263" y="22204"/>
                  </a:lnTo>
                  <a:lnTo>
                    <a:pt x="7731854" y="23703"/>
                  </a:lnTo>
                  <a:lnTo>
                    <a:pt x="7742446" y="25248"/>
                  </a:lnTo>
                  <a:lnTo>
                    <a:pt x="7753037" y="26837"/>
                  </a:lnTo>
                  <a:lnTo>
                    <a:pt x="7763629" y="28471"/>
                  </a:lnTo>
                  <a:lnTo>
                    <a:pt x="7774221" y="30149"/>
                  </a:lnTo>
                  <a:lnTo>
                    <a:pt x="7784812" y="31870"/>
                  </a:lnTo>
                  <a:lnTo>
                    <a:pt x="7795404" y="33634"/>
                  </a:lnTo>
                  <a:lnTo>
                    <a:pt x="7805995" y="35441"/>
                  </a:lnTo>
                  <a:lnTo>
                    <a:pt x="7816587" y="37289"/>
                  </a:lnTo>
                  <a:lnTo>
                    <a:pt x="7827179" y="39179"/>
                  </a:lnTo>
                  <a:lnTo>
                    <a:pt x="7837770" y="41110"/>
                  </a:lnTo>
                  <a:lnTo>
                    <a:pt x="7848362" y="43080"/>
                  </a:lnTo>
                  <a:lnTo>
                    <a:pt x="7858953" y="45091"/>
                  </a:lnTo>
                  <a:lnTo>
                    <a:pt x="7869545" y="47140"/>
                  </a:lnTo>
                  <a:lnTo>
                    <a:pt x="7880136" y="49228"/>
                  </a:lnTo>
                  <a:lnTo>
                    <a:pt x="7890728" y="51354"/>
                  </a:lnTo>
                  <a:lnTo>
                    <a:pt x="7901320" y="53516"/>
                  </a:lnTo>
                  <a:lnTo>
                    <a:pt x="7911911" y="55716"/>
                  </a:lnTo>
                  <a:lnTo>
                    <a:pt x="7922503" y="57951"/>
                  </a:lnTo>
                  <a:lnTo>
                    <a:pt x="7933094" y="60221"/>
                  </a:lnTo>
                  <a:lnTo>
                    <a:pt x="7943686" y="62526"/>
                  </a:lnTo>
                  <a:lnTo>
                    <a:pt x="7954278" y="64865"/>
                  </a:lnTo>
                  <a:lnTo>
                    <a:pt x="7964869" y="67237"/>
                  </a:lnTo>
                  <a:lnTo>
                    <a:pt x="7975461" y="69641"/>
                  </a:lnTo>
                  <a:lnTo>
                    <a:pt x="7986052" y="72077"/>
                  </a:lnTo>
                  <a:lnTo>
                    <a:pt x="7996644" y="74544"/>
                  </a:lnTo>
                  <a:lnTo>
                    <a:pt x="8007235" y="77042"/>
                  </a:lnTo>
                  <a:lnTo>
                    <a:pt x="8017827" y="79569"/>
                  </a:lnTo>
                  <a:lnTo>
                    <a:pt x="8028419" y="82125"/>
                  </a:lnTo>
                  <a:lnTo>
                    <a:pt x="8039010" y="84708"/>
                  </a:lnTo>
                  <a:lnTo>
                    <a:pt x="8049602" y="87320"/>
                  </a:lnTo>
                  <a:lnTo>
                    <a:pt x="8060193" y="89957"/>
                  </a:lnTo>
                  <a:lnTo>
                    <a:pt x="8070785" y="92621"/>
                  </a:lnTo>
                  <a:lnTo>
                    <a:pt x="8081376" y="95309"/>
                  </a:lnTo>
                  <a:lnTo>
                    <a:pt x="8091968" y="98022"/>
                  </a:lnTo>
                  <a:lnTo>
                    <a:pt x="8102560" y="100758"/>
                  </a:lnTo>
                  <a:lnTo>
                    <a:pt x="8113151" y="103516"/>
                  </a:lnTo>
                  <a:lnTo>
                    <a:pt x="8123743" y="106296"/>
                  </a:lnTo>
                  <a:lnTo>
                    <a:pt x="8134334" y="109097"/>
                  </a:lnTo>
                  <a:lnTo>
                    <a:pt x="8144926" y="111919"/>
                  </a:lnTo>
                  <a:lnTo>
                    <a:pt x="8155518" y="114759"/>
                  </a:lnTo>
                  <a:lnTo>
                    <a:pt x="8166109" y="117618"/>
                  </a:lnTo>
                  <a:lnTo>
                    <a:pt x="8176701" y="120494"/>
                  </a:lnTo>
                  <a:lnTo>
                    <a:pt x="8187292" y="123387"/>
                  </a:lnTo>
                  <a:lnTo>
                    <a:pt x="8197884" y="126296"/>
                  </a:lnTo>
                  <a:lnTo>
                    <a:pt x="8208475" y="129220"/>
                  </a:lnTo>
                  <a:lnTo>
                    <a:pt x="8219067" y="132158"/>
                  </a:lnTo>
                  <a:lnTo>
                    <a:pt x="8229659" y="135109"/>
                  </a:lnTo>
                  <a:lnTo>
                    <a:pt x="8240250" y="138073"/>
                  </a:lnTo>
                  <a:lnTo>
                    <a:pt x="8250842" y="141048"/>
                  </a:lnTo>
                  <a:lnTo>
                    <a:pt x="8261433" y="144034"/>
                  </a:lnTo>
                  <a:lnTo>
                    <a:pt x="8272025" y="147030"/>
                  </a:lnTo>
                  <a:lnTo>
                    <a:pt x="8282617" y="150034"/>
                  </a:lnTo>
                  <a:lnTo>
                    <a:pt x="8293208" y="153046"/>
                  </a:lnTo>
                  <a:lnTo>
                    <a:pt x="8303800" y="156066"/>
                  </a:lnTo>
                  <a:lnTo>
                    <a:pt x="8314391" y="159091"/>
                  </a:lnTo>
                  <a:lnTo>
                    <a:pt x="8324983" y="162122"/>
                  </a:lnTo>
                  <a:lnTo>
                    <a:pt x="8335574" y="165157"/>
                  </a:lnTo>
                  <a:lnTo>
                    <a:pt x="8346166" y="168196"/>
                  </a:lnTo>
                  <a:lnTo>
                    <a:pt x="8356758" y="171237"/>
                  </a:lnTo>
                  <a:lnTo>
                    <a:pt x="8367349" y="174280"/>
                  </a:lnTo>
                  <a:lnTo>
                    <a:pt x="8377941" y="177324"/>
                  </a:lnTo>
                  <a:lnTo>
                    <a:pt x="8388532" y="180368"/>
                  </a:lnTo>
                  <a:lnTo>
                    <a:pt x="8399124" y="183411"/>
                  </a:lnTo>
                  <a:lnTo>
                    <a:pt x="8409716" y="186451"/>
                  </a:lnTo>
                  <a:lnTo>
                    <a:pt x="8420307" y="189489"/>
                  </a:lnTo>
                  <a:lnTo>
                    <a:pt x="8430899" y="192524"/>
                  </a:lnTo>
                  <a:lnTo>
                    <a:pt x="8441490" y="195553"/>
                  </a:lnTo>
                  <a:lnTo>
                    <a:pt x="8452082" y="198577"/>
                  </a:lnTo>
                  <a:lnTo>
                    <a:pt x="8462673" y="201595"/>
                  </a:lnTo>
                  <a:lnTo>
                    <a:pt x="8473265" y="204606"/>
                  </a:lnTo>
                  <a:lnTo>
                    <a:pt x="8483857" y="207608"/>
                  </a:lnTo>
                  <a:lnTo>
                    <a:pt x="8494448" y="210601"/>
                  </a:lnTo>
                  <a:lnTo>
                    <a:pt x="8505040" y="213584"/>
                  </a:lnTo>
                  <a:lnTo>
                    <a:pt x="8515631" y="216557"/>
                  </a:lnTo>
                  <a:lnTo>
                    <a:pt x="8526223" y="219517"/>
                  </a:lnTo>
                  <a:lnTo>
                    <a:pt x="8536815" y="222465"/>
                  </a:lnTo>
                  <a:lnTo>
                    <a:pt x="8547406" y="225400"/>
                  </a:lnTo>
                  <a:lnTo>
                    <a:pt x="8557998" y="228320"/>
                  </a:lnTo>
                  <a:lnTo>
                    <a:pt x="8568589" y="231225"/>
                  </a:lnTo>
                  <a:lnTo>
                    <a:pt x="8579181" y="234114"/>
                  </a:lnTo>
                  <a:lnTo>
                    <a:pt x="8589772" y="236986"/>
                  </a:lnTo>
                  <a:lnTo>
                    <a:pt x="8600364" y="239841"/>
                  </a:lnTo>
                  <a:lnTo>
                    <a:pt x="8610956" y="242676"/>
                  </a:lnTo>
                  <a:lnTo>
                    <a:pt x="8621547" y="245492"/>
                  </a:lnTo>
                  <a:lnTo>
                    <a:pt x="8632139" y="248288"/>
                  </a:lnTo>
                  <a:lnTo>
                    <a:pt x="8642730" y="251063"/>
                  </a:lnTo>
                  <a:lnTo>
                    <a:pt x="8653322" y="253816"/>
                  </a:lnTo>
                  <a:lnTo>
                    <a:pt x="8663914" y="256546"/>
                  </a:lnTo>
                  <a:lnTo>
                    <a:pt x="8674505" y="259253"/>
                  </a:lnTo>
                  <a:lnTo>
                    <a:pt x="8685097" y="261935"/>
                  </a:lnTo>
                  <a:lnTo>
                    <a:pt x="8695688" y="264592"/>
                  </a:lnTo>
                  <a:lnTo>
                    <a:pt x="8706280" y="267223"/>
                  </a:lnTo>
                  <a:lnTo>
                    <a:pt x="8716871" y="269828"/>
                  </a:lnTo>
                  <a:lnTo>
                    <a:pt x="8727463" y="272405"/>
                  </a:lnTo>
                  <a:lnTo>
                    <a:pt x="8738055" y="274953"/>
                  </a:lnTo>
                  <a:lnTo>
                    <a:pt x="8748646" y="277473"/>
                  </a:lnTo>
                  <a:lnTo>
                    <a:pt x="8759238" y="279963"/>
                  </a:lnTo>
                  <a:lnTo>
                    <a:pt x="8769829" y="282423"/>
                  </a:lnTo>
                  <a:lnTo>
                    <a:pt x="8780421" y="284851"/>
                  </a:lnTo>
                  <a:lnTo>
                    <a:pt x="8791012" y="287247"/>
                  </a:lnTo>
                  <a:lnTo>
                    <a:pt x="8801604" y="289611"/>
                  </a:lnTo>
                  <a:lnTo>
                    <a:pt x="8812196" y="291941"/>
                  </a:lnTo>
                  <a:lnTo>
                    <a:pt x="8822787" y="294237"/>
                  </a:lnTo>
                  <a:lnTo>
                    <a:pt x="8833379" y="296499"/>
                  </a:lnTo>
                  <a:lnTo>
                    <a:pt x="8843970" y="298725"/>
                  </a:lnTo>
                  <a:lnTo>
                    <a:pt x="8854562" y="300915"/>
                  </a:lnTo>
                  <a:lnTo>
                    <a:pt x="8865154" y="303069"/>
                  </a:lnTo>
                  <a:lnTo>
                    <a:pt x="8875745" y="305185"/>
                  </a:lnTo>
                  <a:lnTo>
                    <a:pt x="8886337" y="307263"/>
                  </a:lnTo>
                  <a:lnTo>
                    <a:pt x="8896928" y="309303"/>
                  </a:lnTo>
                  <a:lnTo>
                    <a:pt x="8907520" y="311304"/>
                  </a:lnTo>
                  <a:lnTo>
                    <a:pt x="8918111" y="313264"/>
                  </a:lnTo>
                  <a:lnTo>
                    <a:pt x="8928703" y="315185"/>
                  </a:lnTo>
                  <a:lnTo>
                    <a:pt x="8939295" y="317064"/>
                  </a:lnTo>
                  <a:lnTo>
                    <a:pt x="8949886" y="318902"/>
                  </a:lnTo>
                  <a:lnTo>
                    <a:pt x="8960478" y="320698"/>
                  </a:lnTo>
                  <a:lnTo>
                    <a:pt x="8971069" y="322452"/>
                  </a:lnTo>
                  <a:lnTo>
                    <a:pt x="8981661" y="324162"/>
                  </a:lnTo>
                  <a:lnTo>
                    <a:pt x="8992253" y="325829"/>
                  </a:lnTo>
                  <a:lnTo>
                    <a:pt x="9002844" y="327452"/>
                  </a:lnTo>
                  <a:lnTo>
                    <a:pt x="9013436" y="329030"/>
                  </a:lnTo>
                  <a:lnTo>
                    <a:pt x="9024027" y="330563"/>
                  </a:lnTo>
                  <a:lnTo>
                    <a:pt x="9034619" y="332051"/>
                  </a:lnTo>
                  <a:lnTo>
                    <a:pt x="9045210" y="333493"/>
                  </a:lnTo>
                  <a:lnTo>
                    <a:pt x="9055802" y="334889"/>
                  </a:lnTo>
                  <a:lnTo>
                    <a:pt x="9066394" y="336237"/>
                  </a:lnTo>
                  <a:lnTo>
                    <a:pt x="9076985" y="337539"/>
                  </a:lnTo>
                  <a:lnTo>
                    <a:pt x="9087577" y="338793"/>
                  </a:lnTo>
                  <a:lnTo>
                    <a:pt x="9098168" y="340000"/>
                  </a:lnTo>
                  <a:lnTo>
                    <a:pt x="9108760" y="341158"/>
                  </a:lnTo>
                  <a:lnTo>
                    <a:pt x="9119352" y="342267"/>
                  </a:lnTo>
                  <a:lnTo>
                    <a:pt x="9129943" y="343328"/>
                  </a:lnTo>
                  <a:lnTo>
                    <a:pt x="9140535" y="344339"/>
                  </a:lnTo>
                  <a:lnTo>
                    <a:pt x="9151126" y="345301"/>
                  </a:lnTo>
                  <a:lnTo>
                    <a:pt x="9161718" y="346213"/>
                  </a:lnTo>
                  <a:lnTo>
                    <a:pt x="9172309" y="347074"/>
                  </a:lnTo>
                  <a:lnTo>
                    <a:pt x="9182901" y="347886"/>
                  </a:lnTo>
                  <a:lnTo>
                    <a:pt x="9193493" y="348647"/>
                  </a:lnTo>
                  <a:lnTo>
                    <a:pt x="9204084" y="349357"/>
                  </a:lnTo>
                  <a:lnTo>
                    <a:pt x="9214676" y="350016"/>
                  </a:lnTo>
                  <a:lnTo>
                    <a:pt x="9225267" y="350624"/>
                  </a:lnTo>
                  <a:lnTo>
                    <a:pt x="9235859" y="351180"/>
                  </a:lnTo>
                  <a:lnTo>
                    <a:pt x="9246451" y="351685"/>
                  </a:lnTo>
                  <a:lnTo>
                    <a:pt x="9257042" y="352139"/>
                  </a:lnTo>
                  <a:lnTo>
                    <a:pt x="9267634" y="352540"/>
                  </a:lnTo>
                  <a:lnTo>
                    <a:pt x="9278225" y="352889"/>
                  </a:lnTo>
                  <a:lnTo>
                    <a:pt x="9288817" y="353187"/>
                  </a:lnTo>
                  <a:lnTo>
                    <a:pt x="9299408" y="353432"/>
                  </a:lnTo>
                  <a:lnTo>
                    <a:pt x="9310000" y="353625"/>
                  </a:lnTo>
                  <a:lnTo>
                    <a:pt x="9320592" y="353765"/>
                  </a:lnTo>
                  <a:lnTo>
                    <a:pt x="9331183" y="353854"/>
                  </a:lnTo>
                  <a:lnTo>
                    <a:pt x="9341775" y="353890"/>
                  </a:lnTo>
                  <a:lnTo>
                    <a:pt x="9352366" y="353873"/>
                  </a:lnTo>
                  <a:lnTo>
                    <a:pt x="9362958" y="353805"/>
                  </a:lnTo>
                  <a:lnTo>
                    <a:pt x="9373549" y="353684"/>
                  </a:lnTo>
                  <a:lnTo>
                    <a:pt x="9384141" y="353510"/>
                  </a:lnTo>
                  <a:lnTo>
                    <a:pt x="9394733" y="353285"/>
                  </a:lnTo>
                  <a:lnTo>
                    <a:pt x="9405324" y="353007"/>
                  </a:lnTo>
                  <a:lnTo>
                    <a:pt x="9415916" y="352677"/>
                  </a:lnTo>
                  <a:lnTo>
                    <a:pt x="9426507" y="352295"/>
                  </a:lnTo>
                  <a:lnTo>
                    <a:pt x="9437099" y="351861"/>
                  </a:lnTo>
                  <a:lnTo>
                    <a:pt x="9447691" y="351376"/>
                  </a:lnTo>
                  <a:lnTo>
                    <a:pt x="9458282" y="350839"/>
                  </a:lnTo>
                  <a:lnTo>
                    <a:pt x="9468874" y="350250"/>
                  </a:lnTo>
                  <a:lnTo>
                    <a:pt x="9479465" y="349610"/>
                  </a:lnTo>
                  <a:lnTo>
                    <a:pt x="9490057" y="348919"/>
                  </a:lnTo>
                  <a:lnTo>
                    <a:pt x="9500648" y="348177"/>
                  </a:lnTo>
                  <a:lnTo>
                    <a:pt x="9511240" y="347385"/>
                  </a:lnTo>
                  <a:lnTo>
                    <a:pt x="9521832" y="346542"/>
                  </a:lnTo>
                  <a:lnTo>
                    <a:pt x="9532423" y="345649"/>
                  </a:lnTo>
                  <a:lnTo>
                    <a:pt x="9543015" y="344705"/>
                  </a:lnTo>
                  <a:lnTo>
                    <a:pt x="9553606" y="343713"/>
                  </a:lnTo>
                  <a:lnTo>
                    <a:pt x="9564198" y="342671"/>
                  </a:lnTo>
                  <a:lnTo>
                    <a:pt x="9574790" y="341579"/>
                  </a:lnTo>
                  <a:lnTo>
                    <a:pt x="9585381" y="340440"/>
                  </a:lnTo>
                  <a:lnTo>
                    <a:pt x="9595973" y="339251"/>
                  </a:lnTo>
                  <a:lnTo>
                    <a:pt x="9606564" y="338015"/>
                  </a:lnTo>
                  <a:lnTo>
                    <a:pt x="9617156" y="336731"/>
                  </a:lnTo>
                  <a:lnTo>
                    <a:pt x="9627747" y="335400"/>
                  </a:lnTo>
                  <a:lnTo>
                    <a:pt x="9638339" y="334022"/>
                  </a:lnTo>
                  <a:lnTo>
                    <a:pt x="9648931" y="332597"/>
                  </a:lnTo>
                </a:path>
              </a:pathLst>
            </a:custGeom>
            <a:ln w="40651" cap="flat">
              <a:solidFill>
                <a:srgbClr val="EF7900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1"/>
            <p:cNvSpPr/>
            <p:nvPr/>
          </p:nvSpPr>
          <p:spPr>
            <a:xfrm>
              <a:off x="1542907" y="1952687"/>
              <a:ext cx="9648931" cy="1946412"/>
            </a:xfrm>
            <a:custGeom>
              <a:avLst/>
              <a:gdLst/>
              <a:ahLst/>
              <a:cxnLst/>
              <a:rect l="0" t="0" r="0" b="0"/>
              <a:pathLst>
                <a:path w="9648931" h="1946412">
                  <a:moveTo>
                    <a:pt x="0" y="0"/>
                  </a:moveTo>
                  <a:lnTo>
                    <a:pt x="10591" y="36"/>
                  </a:lnTo>
                  <a:lnTo>
                    <a:pt x="21183" y="147"/>
                  </a:lnTo>
                  <a:lnTo>
                    <a:pt x="31774" y="332"/>
                  </a:lnTo>
                  <a:lnTo>
                    <a:pt x="42366" y="591"/>
                  </a:lnTo>
                  <a:lnTo>
                    <a:pt x="52957" y="924"/>
                  </a:lnTo>
                  <a:lnTo>
                    <a:pt x="63549" y="1330"/>
                  </a:lnTo>
                  <a:lnTo>
                    <a:pt x="74141" y="1811"/>
                  </a:lnTo>
                  <a:lnTo>
                    <a:pt x="84732" y="2365"/>
                  </a:lnTo>
                  <a:lnTo>
                    <a:pt x="95324" y="2993"/>
                  </a:lnTo>
                  <a:lnTo>
                    <a:pt x="105915" y="3695"/>
                  </a:lnTo>
                  <a:lnTo>
                    <a:pt x="116507" y="4471"/>
                  </a:lnTo>
                  <a:lnTo>
                    <a:pt x="127098" y="5320"/>
                  </a:lnTo>
                  <a:lnTo>
                    <a:pt x="137690" y="6244"/>
                  </a:lnTo>
                  <a:lnTo>
                    <a:pt x="148282" y="7241"/>
                  </a:lnTo>
                  <a:lnTo>
                    <a:pt x="158873" y="8311"/>
                  </a:lnTo>
                  <a:lnTo>
                    <a:pt x="169465" y="9455"/>
                  </a:lnTo>
                  <a:lnTo>
                    <a:pt x="180056" y="10673"/>
                  </a:lnTo>
                  <a:lnTo>
                    <a:pt x="190648" y="11964"/>
                  </a:lnTo>
                  <a:lnTo>
                    <a:pt x="201240" y="13329"/>
                  </a:lnTo>
                  <a:lnTo>
                    <a:pt x="211831" y="14767"/>
                  </a:lnTo>
                  <a:lnTo>
                    <a:pt x="222423" y="16278"/>
                  </a:lnTo>
                  <a:lnTo>
                    <a:pt x="233014" y="17862"/>
                  </a:lnTo>
                  <a:lnTo>
                    <a:pt x="243606" y="19520"/>
                  </a:lnTo>
                  <a:lnTo>
                    <a:pt x="254197" y="21251"/>
                  </a:lnTo>
                  <a:lnTo>
                    <a:pt x="264789" y="23055"/>
                  </a:lnTo>
                  <a:lnTo>
                    <a:pt x="275381" y="24932"/>
                  </a:lnTo>
                  <a:lnTo>
                    <a:pt x="285972" y="26882"/>
                  </a:lnTo>
                  <a:lnTo>
                    <a:pt x="296564" y="28904"/>
                  </a:lnTo>
                  <a:lnTo>
                    <a:pt x="307155" y="31000"/>
                  </a:lnTo>
                  <a:lnTo>
                    <a:pt x="317747" y="33168"/>
                  </a:lnTo>
                  <a:lnTo>
                    <a:pt x="328339" y="35408"/>
                  </a:lnTo>
                  <a:lnTo>
                    <a:pt x="338930" y="37721"/>
                  </a:lnTo>
                  <a:lnTo>
                    <a:pt x="349522" y="40107"/>
                  </a:lnTo>
                  <a:lnTo>
                    <a:pt x="360113" y="42564"/>
                  </a:lnTo>
                  <a:lnTo>
                    <a:pt x="370705" y="45094"/>
                  </a:lnTo>
                  <a:lnTo>
                    <a:pt x="381296" y="47696"/>
                  </a:lnTo>
                  <a:lnTo>
                    <a:pt x="391888" y="50370"/>
                  </a:lnTo>
                  <a:lnTo>
                    <a:pt x="402480" y="53115"/>
                  </a:lnTo>
                  <a:lnTo>
                    <a:pt x="413071" y="55932"/>
                  </a:lnTo>
                  <a:lnTo>
                    <a:pt x="423663" y="58821"/>
                  </a:lnTo>
                  <a:lnTo>
                    <a:pt x="434254" y="61782"/>
                  </a:lnTo>
                  <a:lnTo>
                    <a:pt x="444846" y="64814"/>
                  </a:lnTo>
                  <a:lnTo>
                    <a:pt x="455438" y="67917"/>
                  </a:lnTo>
                  <a:lnTo>
                    <a:pt x="466029" y="71091"/>
                  </a:lnTo>
                  <a:lnTo>
                    <a:pt x="476621" y="74336"/>
                  </a:lnTo>
                  <a:lnTo>
                    <a:pt x="487212" y="77652"/>
                  </a:lnTo>
                  <a:lnTo>
                    <a:pt x="497804" y="81038"/>
                  </a:lnTo>
                  <a:lnTo>
                    <a:pt x="508395" y="84495"/>
                  </a:lnTo>
                  <a:lnTo>
                    <a:pt x="518987" y="88023"/>
                  </a:lnTo>
                  <a:lnTo>
                    <a:pt x="529579" y="91621"/>
                  </a:lnTo>
                  <a:lnTo>
                    <a:pt x="540170" y="95289"/>
                  </a:lnTo>
                  <a:lnTo>
                    <a:pt x="550762" y="99027"/>
                  </a:lnTo>
                  <a:lnTo>
                    <a:pt x="561353" y="102834"/>
                  </a:lnTo>
                  <a:lnTo>
                    <a:pt x="571945" y="106712"/>
                  </a:lnTo>
                  <a:lnTo>
                    <a:pt x="582537" y="110658"/>
                  </a:lnTo>
                  <a:lnTo>
                    <a:pt x="593128" y="114674"/>
                  </a:lnTo>
                  <a:lnTo>
                    <a:pt x="603720" y="118760"/>
                  </a:lnTo>
                  <a:lnTo>
                    <a:pt x="614311" y="122914"/>
                  </a:lnTo>
                  <a:lnTo>
                    <a:pt x="624903" y="127137"/>
                  </a:lnTo>
                  <a:lnTo>
                    <a:pt x="635494" y="131429"/>
                  </a:lnTo>
                  <a:lnTo>
                    <a:pt x="646086" y="135789"/>
                  </a:lnTo>
                  <a:lnTo>
                    <a:pt x="656678" y="140217"/>
                  </a:lnTo>
                  <a:lnTo>
                    <a:pt x="667269" y="144714"/>
                  </a:lnTo>
                  <a:lnTo>
                    <a:pt x="677861" y="149278"/>
                  </a:lnTo>
                  <a:lnTo>
                    <a:pt x="688452" y="153910"/>
                  </a:lnTo>
                  <a:lnTo>
                    <a:pt x="699044" y="158609"/>
                  </a:lnTo>
                  <a:lnTo>
                    <a:pt x="709635" y="163376"/>
                  </a:lnTo>
                  <a:lnTo>
                    <a:pt x="720227" y="168210"/>
                  </a:lnTo>
                  <a:lnTo>
                    <a:pt x="730819" y="173111"/>
                  </a:lnTo>
                  <a:lnTo>
                    <a:pt x="741410" y="178079"/>
                  </a:lnTo>
                  <a:lnTo>
                    <a:pt x="752002" y="183113"/>
                  </a:lnTo>
                  <a:lnTo>
                    <a:pt x="762593" y="188213"/>
                  </a:lnTo>
                  <a:lnTo>
                    <a:pt x="773185" y="193380"/>
                  </a:lnTo>
                  <a:lnTo>
                    <a:pt x="783777" y="198612"/>
                  </a:lnTo>
                  <a:lnTo>
                    <a:pt x="794368" y="203910"/>
                  </a:lnTo>
                  <a:lnTo>
                    <a:pt x="804960" y="209273"/>
                  </a:lnTo>
                  <a:lnTo>
                    <a:pt x="815551" y="214702"/>
                  </a:lnTo>
                  <a:lnTo>
                    <a:pt x="826143" y="220195"/>
                  </a:lnTo>
                  <a:lnTo>
                    <a:pt x="836734" y="225754"/>
                  </a:lnTo>
                  <a:lnTo>
                    <a:pt x="847326" y="231376"/>
                  </a:lnTo>
                  <a:lnTo>
                    <a:pt x="857918" y="237063"/>
                  </a:lnTo>
                  <a:lnTo>
                    <a:pt x="868509" y="242814"/>
                  </a:lnTo>
                  <a:lnTo>
                    <a:pt x="879101" y="248629"/>
                  </a:lnTo>
                  <a:lnTo>
                    <a:pt x="889692" y="254508"/>
                  </a:lnTo>
                  <a:lnTo>
                    <a:pt x="900284" y="260449"/>
                  </a:lnTo>
                  <a:lnTo>
                    <a:pt x="910876" y="266454"/>
                  </a:lnTo>
                  <a:lnTo>
                    <a:pt x="921467" y="272522"/>
                  </a:lnTo>
                  <a:lnTo>
                    <a:pt x="932059" y="278652"/>
                  </a:lnTo>
                  <a:lnTo>
                    <a:pt x="942650" y="284844"/>
                  </a:lnTo>
                  <a:lnTo>
                    <a:pt x="953242" y="291099"/>
                  </a:lnTo>
                  <a:lnTo>
                    <a:pt x="963833" y="297415"/>
                  </a:lnTo>
                  <a:lnTo>
                    <a:pt x="974425" y="303793"/>
                  </a:lnTo>
                  <a:lnTo>
                    <a:pt x="985017" y="310232"/>
                  </a:lnTo>
                  <a:lnTo>
                    <a:pt x="995608" y="316732"/>
                  </a:lnTo>
                  <a:lnTo>
                    <a:pt x="1006200" y="323292"/>
                  </a:lnTo>
                  <a:lnTo>
                    <a:pt x="1016791" y="329913"/>
                  </a:lnTo>
                  <a:lnTo>
                    <a:pt x="1027383" y="336595"/>
                  </a:lnTo>
                  <a:lnTo>
                    <a:pt x="1037975" y="343336"/>
                  </a:lnTo>
                  <a:lnTo>
                    <a:pt x="1048566" y="350136"/>
                  </a:lnTo>
                  <a:lnTo>
                    <a:pt x="1059158" y="356996"/>
                  </a:lnTo>
                  <a:lnTo>
                    <a:pt x="1069749" y="363915"/>
                  </a:lnTo>
                  <a:lnTo>
                    <a:pt x="1080341" y="370893"/>
                  </a:lnTo>
                  <a:lnTo>
                    <a:pt x="1090932" y="377929"/>
                  </a:lnTo>
                  <a:lnTo>
                    <a:pt x="1101524" y="385024"/>
                  </a:lnTo>
                  <a:lnTo>
                    <a:pt x="1112116" y="392176"/>
                  </a:lnTo>
                  <a:lnTo>
                    <a:pt x="1122707" y="399386"/>
                  </a:lnTo>
                  <a:lnTo>
                    <a:pt x="1133299" y="406653"/>
                  </a:lnTo>
                  <a:lnTo>
                    <a:pt x="1143890" y="413977"/>
                  </a:lnTo>
                  <a:lnTo>
                    <a:pt x="1154482" y="421357"/>
                  </a:lnTo>
                  <a:lnTo>
                    <a:pt x="1165074" y="428794"/>
                  </a:lnTo>
                  <a:lnTo>
                    <a:pt x="1175665" y="436287"/>
                  </a:lnTo>
                  <a:lnTo>
                    <a:pt x="1186257" y="443836"/>
                  </a:lnTo>
                  <a:lnTo>
                    <a:pt x="1196848" y="451440"/>
                  </a:lnTo>
                  <a:lnTo>
                    <a:pt x="1207440" y="459099"/>
                  </a:lnTo>
                  <a:lnTo>
                    <a:pt x="1218031" y="466813"/>
                  </a:lnTo>
                  <a:lnTo>
                    <a:pt x="1228623" y="474581"/>
                  </a:lnTo>
                  <a:lnTo>
                    <a:pt x="1239215" y="482403"/>
                  </a:lnTo>
                  <a:lnTo>
                    <a:pt x="1249806" y="490279"/>
                  </a:lnTo>
                  <a:lnTo>
                    <a:pt x="1260398" y="498209"/>
                  </a:lnTo>
                  <a:lnTo>
                    <a:pt x="1270989" y="506192"/>
                  </a:lnTo>
                  <a:lnTo>
                    <a:pt x="1281581" y="514227"/>
                  </a:lnTo>
                  <a:lnTo>
                    <a:pt x="1292172" y="522315"/>
                  </a:lnTo>
                  <a:lnTo>
                    <a:pt x="1302764" y="530456"/>
                  </a:lnTo>
                  <a:lnTo>
                    <a:pt x="1313356" y="538647"/>
                  </a:lnTo>
                  <a:lnTo>
                    <a:pt x="1323947" y="546891"/>
                  </a:lnTo>
                  <a:lnTo>
                    <a:pt x="1334539" y="555185"/>
                  </a:lnTo>
                  <a:lnTo>
                    <a:pt x="1345130" y="563530"/>
                  </a:lnTo>
                  <a:lnTo>
                    <a:pt x="1355722" y="571926"/>
                  </a:lnTo>
                  <a:lnTo>
                    <a:pt x="1366314" y="580371"/>
                  </a:lnTo>
                  <a:lnTo>
                    <a:pt x="1376905" y="588867"/>
                  </a:lnTo>
                  <a:lnTo>
                    <a:pt x="1387497" y="597411"/>
                  </a:lnTo>
                  <a:lnTo>
                    <a:pt x="1398088" y="606005"/>
                  </a:lnTo>
                  <a:lnTo>
                    <a:pt x="1408680" y="614647"/>
                  </a:lnTo>
                  <a:lnTo>
                    <a:pt x="1419271" y="623337"/>
                  </a:lnTo>
                  <a:lnTo>
                    <a:pt x="1429863" y="632076"/>
                  </a:lnTo>
                  <a:lnTo>
                    <a:pt x="1440455" y="640861"/>
                  </a:lnTo>
                  <a:lnTo>
                    <a:pt x="1451046" y="649694"/>
                  </a:lnTo>
                  <a:lnTo>
                    <a:pt x="1461638" y="658574"/>
                  </a:lnTo>
                  <a:lnTo>
                    <a:pt x="1472229" y="667501"/>
                  </a:lnTo>
                  <a:lnTo>
                    <a:pt x="1482821" y="676473"/>
                  </a:lnTo>
                  <a:lnTo>
                    <a:pt x="1493413" y="685491"/>
                  </a:lnTo>
                  <a:lnTo>
                    <a:pt x="1504004" y="694554"/>
                  </a:lnTo>
                  <a:lnTo>
                    <a:pt x="1514596" y="703662"/>
                  </a:lnTo>
                  <a:lnTo>
                    <a:pt x="1525187" y="712815"/>
                  </a:lnTo>
                  <a:lnTo>
                    <a:pt x="1535779" y="722012"/>
                  </a:lnTo>
                  <a:lnTo>
                    <a:pt x="1546370" y="731252"/>
                  </a:lnTo>
                  <a:lnTo>
                    <a:pt x="1556962" y="740536"/>
                  </a:lnTo>
                  <a:lnTo>
                    <a:pt x="1567554" y="749863"/>
                  </a:lnTo>
                  <a:lnTo>
                    <a:pt x="1578145" y="759233"/>
                  </a:lnTo>
                  <a:lnTo>
                    <a:pt x="1588737" y="768645"/>
                  </a:lnTo>
                  <a:lnTo>
                    <a:pt x="1599328" y="778098"/>
                  </a:lnTo>
                  <a:lnTo>
                    <a:pt x="1609920" y="787593"/>
                  </a:lnTo>
                  <a:lnTo>
                    <a:pt x="1620512" y="797129"/>
                  </a:lnTo>
                  <a:lnTo>
                    <a:pt x="1631103" y="806706"/>
                  </a:lnTo>
                  <a:lnTo>
                    <a:pt x="1641695" y="816323"/>
                  </a:lnTo>
                  <a:lnTo>
                    <a:pt x="1652286" y="825980"/>
                  </a:lnTo>
                  <a:lnTo>
                    <a:pt x="1662878" y="835676"/>
                  </a:lnTo>
                  <a:lnTo>
                    <a:pt x="1673469" y="845411"/>
                  </a:lnTo>
                  <a:lnTo>
                    <a:pt x="1684061" y="855185"/>
                  </a:lnTo>
                  <a:lnTo>
                    <a:pt x="1694653" y="864997"/>
                  </a:lnTo>
                  <a:lnTo>
                    <a:pt x="1705244" y="874847"/>
                  </a:lnTo>
                  <a:lnTo>
                    <a:pt x="1715836" y="884734"/>
                  </a:lnTo>
                  <a:lnTo>
                    <a:pt x="1726427" y="894658"/>
                  </a:lnTo>
                  <a:lnTo>
                    <a:pt x="1737019" y="904619"/>
                  </a:lnTo>
                  <a:lnTo>
                    <a:pt x="1747611" y="914616"/>
                  </a:lnTo>
                  <a:lnTo>
                    <a:pt x="1758202" y="924648"/>
                  </a:lnTo>
                  <a:lnTo>
                    <a:pt x="1768794" y="934716"/>
                  </a:lnTo>
                  <a:lnTo>
                    <a:pt x="1779385" y="944819"/>
                  </a:lnTo>
                  <a:lnTo>
                    <a:pt x="1789977" y="954956"/>
                  </a:lnTo>
                  <a:lnTo>
                    <a:pt x="1800568" y="965127"/>
                  </a:lnTo>
                  <a:lnTo>
                    <a:pt x="1811160" y="975332"/>
                  </a:lnTo>
                  <a:lnTo>
                    <a:pt x="1821752" y="985570"/>
                  </a:lnTo>
                  <a:lnTo>
                    <a:pt x="1832343" y="995841"/>
                  </a:lnTo>
                  <a:lnTo>
                    <a:pt x="1842935" y="1006144"/>
                  </a:lnTo>
                  <a:lnTo>
                    <a:pt x="1853526" y="1016479"/>
                  </a:lnTo>
                  <a:lnTo>
                    <a:pt x="1864118" y="1026846"/>
                  </a:lnTo>
                  <a:lnTo>
                    <a:pt x="1874709" y="1037243"/>
                  </a:lnTo>
                  <a:lnTo>
                    <a:pt x="1885301" y="1047671"/>
                  </a:lnTo>
                  <a:lnTo>
                    <a:pt x="1895893" y="1058129"/>
                  </a:lnTo>
                  <a:lnTo>
                    <a:pt x="1906484" y="1068617"/>
                  </a:lnTo>
                  <a:lnTo>
                    <a:pt x="1917076" y="1079135"/>
                  </a:lnTo>
                  <a:lnTo>
                    <a:pt x="1927667" y="1089681"/>
                  </a:lnTo>
                  <a:lnTo>
                    <a:pt x="1938259" y="1100255"/>
                  </a:lnTo>
                  <a:lnTo>
                    <a:pt x="1948851" y="1110858"/>
                  </a:lnTo>
                  <a:lnTo>
                    <a:pt x="1959442" y="1121488"/>
                  </a:lnTo>
                  <a:lnTo>
                    <a:pt x="1970034" y="1132145"/>
                  </a:lnTo>
                  <a:lnTo>
                    <a:pt x="1980625" y="1142829"/>
                  </a:lnTo>
                  <a:lnTo>
                    <a:pt x="1991217" y="1153539"/>
                  </a:lnTo>
                  <a:lnTo>
                    <a:pt x="2001808" y="1164274"/>
                  </a:lnTo>
                  <a:lnTo>
                    <a:pt x="2012400" y="1175035"/>
                  </a:lnTo>
                  <a:lnTo>
                    <a:pt x="2022992" y="1185821"/>
                  </a:lnTo>
                  <a:lnTo>
                    <a:pt x="2033583" y="1196631"/>
                  </a:lnTo>
                  <a:lnTo>
                    <a:pt x="2044175" y="1207465"/>
                  </a:lnTo>
                  <a:lnTo>
                    <a:pt x="2054766" y="1218323"/>
                  </a:lnTo>
                  <a:lnTo>
                    <a:pt x="2065358" y="1229203"/>
                  </a:lnTo>
                  <a:lnTo>
                    <a:pt x="2075950" y="1240107"/>
                  </a:lnTo>
                  <a:lnTo>
                    <a:pt x="2086541" y="1251032"/>
                  </a:lnTo>
                  <a:lnTo>
                    <a:pt x="2097133" y="1261979"/>
                  </a:lnTo>
                  <a:lnTo>
                    <a:pt x="2107724" y="1272947"/>
                  </a:lnTo>
                  <a:lnTo>
                    <a:pt x="2118316" y="1283936"/>
                  </a:lnTo>
                  <a:lnTo>
                    <a:pt x="2128907" y="1294945"/>
                  </a:lnTo>
                  <a:lnTo>
                    <a:pt x="2139499" y="1305974"/>
                  </a:lnTo>
                  <a:lnTo>
                    <a:pt x="2150091" y="1317023"/>
                  </a:lnTo>
                  <a:lnTo>
                    <a:pt x="2160682" y="1328090"/>
                  </a:lnTo>
                  <a:lnTo>
                    <a:pt x="2171274" y="1339176"/>
                  </a:lnTo>
                  <a:lnTo>
                    <a:pt x="2181865" y="1350279"/>
                  </a:lnTo>
                  <a:lnTo>
                    <a:pt x="2192457" y="1361401"/>
                  </a:lnTo>
                  <a:lnTo>
                    <a:pt x="2203049" y="1372539"/>
                  </a:lnTo>
                  <a:lnTo>
                    <a:pt x="2213640" y="1383694"/>
                  </a:lnTo>
                  <a:lnTo>
                    <a:pt x="2224232" y="1394865"/>
                  </a:lnTo>
                  <a:lnTo>
                    <a:pt x="2234823" y="1406051"/>
                  </a:lnTo>
                  <a:lnTo>
                    <a:pt x="2245415" y="1417253"/>
                  </a:lnTo>
                  <a:lnTo>
                    <a:pt x="2256006" y="1428470"/>
                  </a:lnTo>
                  <a:lnTo>
                    <a:pt x="2266598" y="1439701"/>
                  </a:lnTo>
                  <a:lnTo>
                    <a:pt x="2277190" y="1450945"/>
                  </a:lnTo>
                  <a:lnTo>
                    <a:pt x="2287781" y="1462203"/>
                  </a:lnTo>
                  <a:lnTo>
                    <a:pt x="2298373" y="1473474"/>
                  </a:lnTo>
                  <a:lnTo>
                    <a:pt x="2308964" y="1484757"/>
                  </a:lnTo>
                  <a:lnTo>
                    <a:pt x="2319556" y="1496052"/>
                  </a:lnTo>
                  <a:lnTo>
                    <a:pt x="2330148" y="1507358"/>
                  </a:lnTo>
                  <a:lnTo>
                    <a:pt x="2340739" y="1518676"/>
                  </a:lnTo>
                  <a:lnTo>
                    <a:pt x="2351331" y="1530004"/>
                  </a:lnTo>
                  <a:lnTo>
                    <a:pt x="2361922" y="1541342"/>
                  </a:lnTo>
                  <a:lnTo>
                    <a:pt x="2372514" y="1552689"/>
                  </a:lnTo>
                  <a:lnTo>
                    <a:pt x="2383105" y="1564045"/>
                  </a:lnTo>
                  <a:lnTo>
                    <a:pt x="2393697" y="1575410"/>
                  </a:lnTo>
                  <a:lnTo>
                    <a:pt x="2404289" y="1586784"/>
                  </a:lnTo>
                  <a:lnTo>
                    <a:pt x="2414880" y="1598164"/>
                  </a:lnTo>
                  <a:lnTo>
                    <a:pt x="2425472" y="1609552"/>
                  </a:lnTo>
                  <a:lnTo>
                    <a:pt x="2436063" y="1620947"/>
                  </a:lnTo>
                  <a:lnTo>
                    <a:pt x="2446655" y="1632348"/>
                  </a:lnTo>
                  <a:lnTo>
                    <a:pt x="2457247" y="1643754"/>
                  </a:lnTo>
                  <a:lnTo>
                    <a:pt x="2467838" y="1655166"/>
                  </a:lnTo>
                  <a:lnTo>
                    <a:pt x="2478430" y="1666583"/>
                  </a:lnTo>
                  <a:lnTo>
                    <a:pt x="2489021" y="1678004"/>
                  </a:lnTo>
                  <a:lnTo>
                    <a:pt x="2499613" y="1689428"/>
                  </a:lnTo>
                  <a:lnTo>
                    <a:pt x="2510204" y="1700856"/>
                  </a:lnTo>
                  <a:lnTo>
                    <a:pt x="2520796" y="1712287"/>
                  </a:lnTo>
                  <a:lnTo>
                    <a:pt x="2531388" y="1723721"/>
                  </a:lnTo>
                  <a:lnTo>
                    <a:pt x="2541979" y="1735156"/>
                  </a:lnTo>
                  <a:lnTo>
                    <a:pt x="2552571" y="1746592"/>
                  </a:lnTo>
                  <a:lnTo>
                    <a:pt x="2563162" y="1758030"/>
                  </a:lnTo>
                  <a:lnTo>
                    <a:pt x="2573754" y="1769468"/>
                  </a:lnTo>
                  <a:lnTo>
                    <a:pt x="2584345" y="1772512"/>
                  </a:lnTo>
                  <a:lnTo>
                    <a:pt x="2594937" y="1775555"/>
                  </a:lnTo>
                  <a:lnTo>
                    <a:pt x="2605529" y="1778596"/>
                  </a:lnTo>
                  <a:lnTo>
                    <a:pt x="2616120" y="1781634"/>
                  </a:lnTo>
                  <a:lnTo>
                    <a:pt x="2626712" y="1784669"/>
                  </a:lnTo>
                  <a:lnTo>
                    <a:pt x="2637303" y="1787699"/>
                  </a:lnTo>
                  <a:lnTo>
                    <a:pt x="2647895" y="1790724"/>
                  </a:lnTo>
                  <a:lnTo>
                    <a:pt x="2658487" y="1793743"/>
                  </a:lnTo>
                  <a:lnTo>
                    <a:pt x="2669078" y="1796754"/>
                  </a:lnTo>
                  <a:lnTo>
                    <a:pt x="2679670" y="1799757"/>
                  </a:lnTo>
                  <a:lnTo>
                    <a:pt x="2690261" y="1802752"/>
                  </a:lnTo>
                  <a:lnTo>
                    <a:pt x="2700853" y="1805736"/>
                  </a:lnTo>
                  <a:lnTo>
                    <a:pt x="2711444" y="1808710"/>
                  </a:lnTo>
                  <a:lnTo>
                    <a:pt x="2722036" y="1811672"/>
                  </a:lnTo>
                  <a:lnTo>
                    <a:pt x="2732628" y="1814622"/>
                  </a:lnTo>
                  <a:lnTo>
                    <a:pt x="2743219" y="1817558"/>
                  </a:lnTo>
                  <a:lnTo>
                    <a:pt x="2753811" y="1820480"/>
                  </a:lnTo>
                  <a:lnTo>
                    <a:pt x="2764402" y="1823387"/>
                  </a:lnTo>
                  <a:lnTo>
                    <a:pt x="2774994" y="1826278"/>
                  </a:lnTo>
                  <a:lnTo>
                    <a:pt x="2785586" y="1829153"/>
                  </a:lnTo>
                  <a:lnTo>
                    <a:pt x="2796177" y="1832009"/>
                  </a:lnTo>
                  <a:lnTo>
                    <a:pt x="2806769" y="1834847"/>
                  </a:lnTo>
                  <a:lnTo>
                    <a:pt x="2817360" y="1837666"/>
                  </a:lnTo>
                  <a:lnTo>
                    <a:pt x="2827952" y="1840464"/>
                  </a:lnTo>
                  <a:lnTo>
                    <a:pt x="2838543" y="1843242"/>
                  </a:lnTo>
                  <a:lnTo>
                    <a:pt x="2849135" y="1845998"/>
                  </a:lnTo>
                  <a:lnTo>
                    <a:pt x="2859727" y="1848731"/>
                  </a:lnTo>
                  <a:lnTo>
                    <a:pt x="2870318" y="1851440"/>
                  </a:lnTo>
                  <a:lnTo>
                    <a:pt x="2880910" y="1854126"/>
                  </a:lnTo>
                  <a:lnTo>
                    <a:pt x="2891501" y="1856786"/>
                  </a:lnTo>
                  <a:lnTo>
                    <a:pt x="2902093" y="1859420"/>
                  </a:lnTo>
                  <a:lnTo>
                    <a:pt x="2912685" y="1862028"/>
                  </a:lnTo>
                  <a:lnTo>
                    <a:pt x="2923276" y="1864608"/>
                  </a:lnTo>
                  <a:lnTo>
                    <a:pt x="2933868" y="1867161"/>
                  </a:lnTo>
                  <a:lnTo>
                    <a:pt x="2944459" y="1869684"/>
                  </a:lnTo>
                  <a:lnTo>
                    <a:pt x="2955051" y="1872178"/>
                  </a:lnTo>
                  <a:lnTo>
                    <a:pt x="2965642" y="1874641"/>
                  </a:lnTo>
                  <a:lnTo>
                    <a:pt x="2976234" y="1877073"/>
                  </a:lnTo>
                  <a:lnTo>
                    <a:pt x="2986826" y="1879474"/>
                  </a:lnTo>
                  <a:lnTo>
                    <a:pt x="2997417" y="1881842"/>
                  </a:lnTo>
                  <a:lnTo>
                    <a:pt x="3008009" y="1884176"/>
                  </a:lnTo>
                  <a:lnTo>
                    <a:pt x="3018600" y="1886477"/>
                  </a:lnTo>
                  <a:lnTo>
                    <a:pt x="3029192" y="1888743"/>
                  </a:lnTo>
                  <a:lnTo>
                    <a:pt x="3039784" y="1890973"/>
                  </a:lnTo>
                  <a:lnTo>
                    <a:pt x="3050375" y="1893168"/>
                  </a:lnTo>
                  <a:lnTo>
                    <a:pt x="3060967" y="1895326"/>
                  </a:lnTo>
                  <a:lnTo>
                    <a:pt x="3071558" y="1897447"/>
                  </a:lnTo>
                  <a:lnTo>
                    <a:pt x="3082150" y="1899530"/>
                  </a:lnTo>
                  <a:lnTo>
                    <a:pt x="3092741" y="1901575"/>
                  </a:lnTo>
                  <a:lnTo>
                    <a:pt x="3103333" y="1903580"/>
                  </a:lnTo>
                  <a:lnTo>
                    <a:pt x="3113925" y="1905546"/>
                  </a:lnTo>
                  <a:lnTo>
                    <a:pt x="3124516" y="1907471"/>
                  </a:lnTo>
                  <a:lnTo>
                    <a:pt x="3135108" y="1909356"/>
                  </a:lnTo>
                  <a:lnTo>
                    <a:pt x="3145699" y="1911199"/>
                  </a:lnTo>
                  <a:lnTo>
                    <a:pt x="3156291" y="1913000"/>
                  </a:lnTo>
                  <a:lnTo>
                    <a:pt x="3166882" y="1914759"/>
                  </a:lnTo>
                  <a:lnTo>
                    <a:pt x="3177474" y="1916475"/>
                  </a:lnTo>
                  <a:lnTo>
                    <a:pt x="3188066" y="1918147"/>
                  </a:lnTo>
                  <a:lnTo>
                    <a:pt x="3198657" y="1919776"/>
                  </a:lnTo>
                  <a:lnTo>
                    <a:pt x="3209249" y="1921360"/>
                  </a:lnTo>
                  <a:lnTo>
                    <a:pt x="3219840" y="1922899"/>
                  </a:lnTo>
                  <a:lnTo>
                    <a:pt x="3230432" y="1924392"/>
                  </a:lnTo>
                  <a:lnTo>
                    <a:pt x="3241024" y="1925840"/>
                  </a:lnTo>
                  <a:lnTo>
                    <a:pt x="3251615" y="1927241"/>
                  </a:lnTo>
                  <a:lnTo>
                    <a:pt x="3262207" y="1928596"/>
                  </a:lnTo>
                  <a:lnTo>
                    <a:pt x="3272798" y="1929903"/>
                  </a:lnTo>
                  <a:lnTo>
                    <a:pt x="3283390" y="1931164"/>
                  </a:lnTo>
                  <a:lnTo>
                    <a:pt x="3293981" y="1932376"/>
                  </a:lnTo>
                  <a:lnTo>
                    <a:pt x="3304573" y="1933540"/>
                  </a:lnTo>
                  <a:lnTo>
                    <a:pt x="3315165" y="1934655"/>
                  </a:lnTo>
                  <a:lnTo>
                    <a:pt x="3325756" y="1935722"/>
                  </a:lnTo>
                  <a:lnTo>
                    <a:pt x="3336348" y="1936740"/>
                  </a:lnTo>
                  <a:lnTo>
                    <a:pt x="3346939" y="1937708"/>
                  </a:lnTo>
                  <a:lnTo>
                    <a:pt x="3357531" y="1938626"/>
                  </a:lnTo>
                  <a:lnTo>
                    <a:pt x="3368123" y="1939494"/>
                  </a:lnTo>
                  <a:lnTo>
                    <a:pt x="3378714" y="1940312"/>
                  </a:lnTo>
                  <a:lnTo>
                    <a:pt x="3389306" y="1941079"/>
                  </a:lnTo>
                  <a:lnTo>
                    <a:pt x="3399897" y="1941795"/>
                  </a:lnTo>
                  <a:lnTo>
                    <a:pt x="3410489" y="1942461"/>
                  </a:lnTo>
                  <a:lnTo>
                    <a:pt x="3421080" y="1943075"/>
                  </a:lnTo>
                  <a:lnTo>
                    <a:pt x="3431672" y="1943638"/>
                  </a:lnTo>
                  <a:lnTo>
                    <a:pt x="3442264" y="1944149"/>
                  </a:lnTo>
                  <a:lnTo>
                    <a:pt x="3452855" y="1944609"/>
                  </a:lnTo>
                  <a:lnTo>
                    <a:pt x="3463447" y="1945017"/>
                  </a:lnTo>
                  <a:lnTo>
                    <a:pt x="3474038" y="1945373"/>
                  </a:lnTo>
                  <a:lnTo>
                    <a:pt x="3484630" y="1945677"/>
                  </a:lnTo>
                  <a:lnTo>
                    <a:pt x="3495222" y="1945928"/>
                  </a:lnTo>
                  <a:lnTo>
                    <a:pt x="3505813" y="1946128"/>
                  </a:lnTo>
                  <a:lnTo>
                    <a:pt x="3516405" y="1946275"/>
                  </a:lnTo>
                  <a:lnTo>
                    <a:pt x="3526996" y="1946370"/>
                  </a:lnTo>
                  <a:lnTo>
                    <a:pt x="3537588" y="1946412"/>
                  </a:lnTo>
                  <a:lnTo>
                    <a:pt x="3548179" y="1946403"/>
                  </a:lnTo>
                  <a:lnTo>
                    <a:pt x="3558771" y="1946340"/>
                  </a:lnTo>
                  <a:lnTo>
                    <a:pt x="3569363" y="1946226"/>
                  </a:lnTo>
                  <a:lnTo>
                    <a:pt x="3579954" y="1946059"/>
                  </a:lnTo>
                  <a:lnTo>
                    <a:pt x="3590546" y="1945840"/>
                  </a:lnTo>
                  <a:lnTo>
                    <a:pt x="3601137" y="1945569"/>
                  </a:lnTo>
                  <a:lnTo>
                    <a:pt x="3611729" y="1945245"/>
                  </a:lnTo>
                  <a:lnTo>
                    <a:pt x="3622321" y="1944870"/>
                  </a:lnTo>
                  <a:lnTo>
                    <a:pt x="3632912" y="1944443"/>
                  </a:lnTo>
                  <a:lnTo>
                    <a:pt x="3643504" y="1943964"/>
                  </a:lnTo>
                  <a:lnTo>
                    <a:pt x="3654095" y="1943433"/>
                  </a:lnTo>
                  <a:lnTo>
                    <a:pt x="3664687" y="1942851"/>
                  </a:lnTo>
                  <a:lnTo>
                    <a:pt x="3675278" y="1942217"/>
                  </a:lnTo>
                  <a:lnTo>
                    <a:pt x="3685870" y="1941533"/>
                  </a:lnTo>
                  <a:lnTo>
                    <a:pt x="3696462" y="1940797"/>
                  </a:lnTo>
                  <a:lnTo>
                    <a:pt x="3707053" y="1940011"/>
                  </a:lnTo>
                  <a:lnTo>
                    <a:pt x="3717645" y="1939174"/>
                  </a:lnTo>
                  <a:lnTo>
                    <a:pt x="3728236" y="1938287"/>
                  </a:lnTo>
                  <a:lnTo>
                    <a:pt x="3738828" y="1937350"/>
                  </a:lnTo>
                  <a:lnTo>
                    <a:pt x="3749419" y="1936364"/>
                  </a:lnTo>
                  <a:lnTo>
                    <a:pt x="3760011" y="1935328"/>
                  </a:lnTo>
                  <a:lnTo>
                    <a:pt x="3770603" y="1934243"/>
                  </a:lnTo>
                  <a:lnTo>
                    <a:pt x="3781194" y="1933109"/>
                  </a:lnTo>
                  <a:lnTo>
                    <a:pt x="3791786" y="1931927"/>
                  </a:lnTo>
                  <a:lnTo>
                    <a:pt x="3802377" y="1930697"/>
                  </a:lnTo>
                  <a:lnTo>
                    <a:pt x="3812969" y="1929419"/>
                  </a:lnTo>
                  <a:lnTo>
                    <a:pt x="3823561" y="1928093"/>
                  </a:lnTo>
                  <a:lnTo>
                    <a:pt x="3834152" y="1926721"/>
                  </a:lnTo>
                  <a:lnTo>
                    <a:pt x="3844744" y="1925302"/>
                  </a:lnTo>
                  <a:lnTo>
                    <a:pt x="3855335" y="1923837"/>
                  </a:lnTo>
                  <a:lnTo>
                    <a:pt x="3865927" y="1922327"/>
                  </a:lnTo>
                  <a:lnTo>
                    <a:pt x="3876518" y="1920771"/>
                  </a:lnTo>
                  <a:lnTo>
                    <a:pt x="3887110" y="1919170"/>
                  </a:lnTo>
                  <a:lnTo>
                    <a:pt x="3897702" y="1917525"/>
                  </a:lnTo>
                  <a:lnTo>
                    <a:pt x="3908293" y="1915837"/>
                  </a:lnTo>
                  <a:lnTo>
                    <a:pt x="3918885" y="1914105"/>
                  </a:lnTo>
                  <a:lnTo>
                    <a:pt x="3929476" y="1912330"/>
                  </a:lnTo>
                  <a:lnTo>
                    <a:pt x="3940068" y="1910513"/>
                  </a:lnTo>
                  <a:lnTo>
                    <a:pt x="3950660" y="1908654"/>
                  </a:lnTo>
                  <a:lnTo>
                    <a:pt x="3961251" y="1906754"/>
                  </a:lnTo>
                  <a:lnTo>
                    <a:pt x="3971843" y="1904813"/>
                  </a:lnTo>
                  <a:lnTo>
                    <a:pt x="3982434" y="1902833"/>
                  </a:lnTo>
                  <a:lnTo>
                    <a:pt x="3993026" y="1900812"/>
                  </a:lnTo>
                  <a:lnTo>
                    <a:pt x="4003617" y="1898753"/>
                  </a:lnTo>
                  <a:lnTo>
                    <a:pt x="4014209" y="1896656"/>
                  </a:lnTo>
                  <a:lnTo>
                    <a:pt x="4024801" y="1894521"/>
                  </a:lnTo>
                  <a:lnTo>
                    <a:pt x="4035392" y="1892349"/>
                  </a:lnTo>
                  <a:lnTo>
                    <a:pt x="4045984" y="1890141"/>
                  </a:lnTo>
                  <a:lnTo>
                    <a:pt x="4056575" y="1887897"/>
                  </a:lnTo>
                  <a:lnTo>
                    <a:pt x="4067167" y="1885618"/>
                  </a:lnTo>
                  <a:lnTo>
                    <a:pt x="4077759" y="1883305"/>
                  </a:lnTo>
                  <a:lnTo>
                    <a:pt x="4088350" y="1880957"/>
                  </a:lnTo>
                  <a:lnTo>
                    <a:pt x="4098942" y="1878577"/>
                  </a:lnTo>
                  <a:lnTo>
                    <a:pt x="4109533" y="1876165"/>
                  </a:lnTo>
                  <a:lnTo>
                    <a:pt x="4120125" y="1873721"/>
                  </a:lnTo>
                  <a:lnTo>
                    <a:pt x="4130716" y="1871246"/>
                  </a:lnTo>
                  <a:lnTo>
                    <a:pt x="4141308" y="1868741"/>
                  </a:lnTo>
                  <a:lnTo>
                    <a:pt x="4151900" y="1866207"/>
                  </a:lnTo>
                  <a:lnTo>
                    <a:pt x="4162491" y="1863644"/>
                  </a:lnTo>
                  <a:lnTo>
                    <a:pt x="4173083" y="1861053"/>
                  </a:lnTo>
                  <a:lnTo>
                    <a:pt x="4183674" y="1858435"/>
                  </a:lnTo>
                  <a:lnTo>
                    <a:pt x="4194266" y="1855791"/>
                  </a:lnTo>
                  <a:lnTo>
                    <a:pt x="4204858" y="1853121"/>
                  </a:lnTo>
                  <a:lnTo>
                    <a:pt x="4215449" y="1850427"/>
                  </a:lnTo>
                  <a:lnTo>
                    <a:pt x="4226041" y="1847708"/>
                  </a:lnTo>
                  <a:lnTo>
                    <a:pt x="4236632" y="1844967"/>
                  </a:lnTo>
                  <a:lnTo>
                    <a:pt x="4247224" y="1842203"/>
                  </a:lnTo>
                  <a:lnTo>
                    <a:pt x="4257815" y="1839417"/>
                  </a:lnTo>
                  <a:lnTo>
                    <a:pt x="4268407" y="1836611"/>
                  </a:lnTo>
                  <a:lnTo>
                    <a:pt x="4278999" y="1833785"/>
                  </a:lnTo>
                  <a:lnTo>
                    <a:pt x="4289590" y="1830940"/>
                  </a:lnTo>
                  <a:lnTo>
                    <a:pt x="4300182" y="1828077"/>
                  </a:lnTo>
                  <a:lnTo>
                    <a:pt x="4310773" y="1825196"/>
                  </a:lnTo>
                  <a:lnTo>
                    <a:pt x="4321365" y="1822299"/>
                  </a:lnTo>
                  <a:lnTo>
                    <a:pt x="4331957" y="1819386"/>
                  </a:lnTo>
                  <a:lnTo>
                    <a:pt x="4342548" y="1816459"/>
                  </a:lnTo>
                  <a:lnTo>
                    <a:pt x="4353140" y="1813517"/>
                  </a:lnTo>
                  <a:lnTo>
                    <a:pt x="4363731" y="1810563"/>
                  </a:lnTo>
                  <a:lnTo>
                    <a:pt x="4374323" y="1807596"/>
                  </a:lnTo>
                  <a:lnTo>
                    <a:pt x="4384914" y="1804618"/>
                  </a:lnTo>
                  <a:lnTo>
                    <a:pt x="4395506" y="1801630"/>
                  </a:lnTo>
                  <a:lnTo>
                    <a:pt x="4406098" y="1798632"/>
                  </a:lnTo>
                  <a:lnTo>
                    <a:pt x="4416689" y="1795626"/>
                  </a:lnTo>
                  <a:lnTo>
                    <a:pt x="4427281" y="1792612"/>
                  </a:lnTo>
                  <a:lnTo>
                    <a:pt x="4437872" y="1789590"/>
                  </a:lnTo>
                  <a:lnTo>
                    <a:pt x="4448464" y="1786563"/>
                  </a:lnTo>
                  <a:lnTo>
                    <a:pt x="4459055" y="1783531"/>
                  </a:lnTo>
                  <a:lnTo>
                    <a:pt x="4469647" y="1780495"/>
                  </a:lnTo>
                  <a:lnTo>
                    <a:pt x="4480239" y="1777456"/>
                  </a:lnTo>
                  <a:lnTo>
                    <a:pt x="4490830" y="1774414"/>
                  </a:lnTo>
                  <a:lnTo>
                    <a:pt x="4501422" y="1771371"/>
                  </a:lnTo>
                  <a:lnTo>
                    <a:pt x="4512013" y="1768327"/>
                  </a:lnTo>
                  <a:lnTo>
                    <a:pt x="4522605" y="1765283"/>
                  </a:lnTo>
                  <a:lnTo>
                    <a:pt x="4533197" y="1762241"/>
                  </a:lnTo>
                  <a:lnTo>
                    <a:pt x="4543788" y="1759201"/>
                  </a:lnTo>
                  <a:lnTo>
                    <a:pt x="4554380" y="1756164"/>
                  </a:lnTo>
                  <a:lnTo>
                    <a:pt x="4564971" y="1753130"/>
                  </a:lnTo>
                  <a:lnTo>
                    <a:pt x="4575563" y="1750102"/>
                  </a:lnTo>
                  <a:lnTo>
                    <a:pt x="4586154" y="1747079"/>
                  </a:lnTo>
                  <a:lnTo>
                    <a:pt x="4596746" y="1744063"/>
                  </a:lnTo>
                  <a:lnTo>
                    <a:pt x="4607338" y="1741055"/>
                  </a:lnTo>
                  <a:lnTo>
                    <a:pt x="4617929" y="1738055"/>
                  </a:lnTo>
                  <a:lnTo>
                    <a:pt x="4628521" y="1735064"/>
                  </a:lnTo>
                  <a:lnTo>
                    <a:pt x="4639112" y="1732084"/>
                  </a:lnTo>
                  <a:lnTo>
                    <a:pt x="4649704" y="1729114"/>
                  </a:lnTo>
                  <a:lnTo>
                    <a:pt x="4660296" y="1726156"/>
                  </a:lnTo>
                  <a:lnTo>
                    <a:pt x="4670887" y="1723212"/>
                  </a:lnTo>
                  <a:lnTo>
                    <a:pt x="4681479" y="1720281"/>
                  </a:lnTo>
                  <a:lnTo>
                    <a:pt x="4692070" y="1717364"/>
                  </a:lnTo>
                  <a:lnTo>
                    <a:pt x="4702662" y="1714463"/>
                  </a:lnTo>
                  <a:lnTo>
                    <a:pt x="4713253" y="1711578"/>
                  </a:lnTo>
                  <a:lnTo>
                    <a:pt x="4723845" y="1708710"/>
                  </a:lnTo>
                  <a:lnTo>
                    <a:pt x="4734437" y="1705861"/>
                  </a:lnTo>
                  <a:lnTo>
                    <a:pt x="4745028" y="1703030"/>
                  </a:lnTo>
                  <a:lnTo>
                    <a:pt x="4755620" y="1700219"/>
                  </a:lnTo>
                  <a:lnTo>
                    <a:pt x="4766211" y="1697428"/>
                  </a:lnTo>
                  <a:lnTo>
                    <a:pt x="4776803" y="1694658"/>
                  </a:lnTo>
                  <a:lnTo>
                    <a:pt x="4787395" y="1691911"/>
                  </a:lnTo>
                  <a:lnTo>
                    <a:pt x="4797986" y="1689187"/>
                  </a:lnTo>
                  <a:lnTo>
                    <a:pt x="4808578" y="1686486"/>
                  </a:lnTo>
                  <a:lnTo>
                    <a:pt x="4819169" y="1683810"/>
                  </a:lnTo>
                  <a:lnTo>
                    <a:pt x="4829761" y="1681160"/>
                  </a:lnTo>
                  <a:lnTo>
                    <a:pt x="4840352" y="1678535"/>
                  </a:lnTo>
                  <a:lnTo>
                    <a:pt x="4850944" y="1675937"/>
                  </a:lnTo>
                  <a:lnTo>
                    <a:pt x="4861536" y="1673367"/>
                  </a:lnTo>
                  <a:lnTo>
                    <a:pt x="4872127" y="1670826"/>
                  </a:lnTo>
                  <a:lnTo>
                    <a:pt x="4882719" y="1668314"/>
                  </a:lnTo>
                  <a:lnTo>
                    <a:pt x="4893310" y="1665831"/>
                  </a:lnTo>
                  <a:lnTo>
                    <a:pt x="4903902" y="1663379"/>
                  </a:lnTo>
                  <a:lnTo>
                    <a:pt x="4914494" y="1660959"/>
                  </a:lnTo>
                  <a:lnTo>
                    <a:pt x="4925085" y="1658571"/>
                  </a:lnTo>
                  <a:lnTo>
                    <a:pt x="4935677" y="1656215"/>
                  </a:lnTo>
                  <a:lnTo>
                    <a:pt x="4946268" y="1653894"/>
                  </a:lnTo>
                  <a:lnTo>
                    <a:pt x="4956860" y="1651606"/>
                  </a:lnTo>
                  <a:lnTo>
                    <a:pt x="4967451" y="1649353"/>
                  </a:lnTo>
                  <a:lnTo>
                    <a:pt x="4978043" y="1647136"/>
                  </a:lnTo>
                  <a:lnTo>
                    <a:pt x="4988635" y="1644955"/>
                  </a:lnTo>
                  <a:lnTo>
                    <a:pt x="4999226" y="1642810"/>
                  </a:lnTo>
                  <a:lnTo>
                    <a:pt x="5009818" y="1640704"/>
                  </a:lnTo>
                  <a:lnTo>
                    <a:pt x="5020409" y="1638635"/>
                  </a:lnTo>
                  <a:lnTo>
                    <a:pt x="5031001" y="1636605"/>
                  </a:lnTo>
                  <a:lnTo>
                    <a:pt x="5041592" y="1634614"/>
                  </a:lnTo>
                  <a:lnTo>
                    <a:pt x="5052184" y="1632664"/>
                  </a:lnTo>
                  <a:lnTo>
                    <a:pt x="5062776" y="1630754"/>
                  </a:lnTo>
                  <a:lnTo>
                    <a:pt x="5073367" y="1628884"/>
                  </a:lnTo>
                  <a:lnTo>
                    <a:pt x="5083959" y="1627057"/>
                  </a:lnTo>
                  <a:lnTo>
                    <a:pt x="5094550" y="1625271"/>
                  </a:lnTo>
                  <a:lnTo>
                    <a:pt x="5105142" y="1623529"/>
                  </a:lnTo>
                  <a:lnTo>
                    <a:pt x="5115734" y="1621829"/>
                  </a:lnTo>
                  <a:lnTo>
                    <a:pt x="5126325" y="1620173"/>
                  </a:lnTo>
                  <a:lnTo>
                    <a:pt x="5136917" y="1618561"/>
                  </a:lnTo>
                  <a:lnTo>
                    <a:pt x="5147508" y="1616994"/>
                  </a:lnTo>
                  <a:lnTo>
                    <a:pt x="5158100" y="1615472"/>
                  </a:lnTo>
                  <a:lnTo>
                    <a:pt x="5168691" y="1613996"/>
                  </a:lnTo>
                  <a:lnTo>
                    <a:pt x="5179283" y="1612566"/>
                  </a:lnTo>
                  <a:lnTo>
                    <a:pt x="5189875" y="1611182"/>
                  </a:lnTo>
                  <a:lnTo>
                    <a:pt x="5200466" y="1609845"/>
                  </a:lnTo>
                  <a:lnTo>
                    <a:pt x="5211058" y="1608555"/>
                  </a:lnTo>
                  <a:lnTo>
                    <a:pt x="5221649" y="1607313"/>
                  </a:lnTo>
                  <a:lnTo>
                    <a:pt x="5232241" y="1606118"/>
                  </a:lnTo>
                  <a:lnTo>
                    <a:pt x="5242833" y="1604972"/>
                  </a:lnTo>
                  <a:lnTo>
                    <a:pt x="5253424" y="1603875"/>
                  </a:lnTo>
                  <a:lnTo>
                    <a:pt x="5264016" y="1602827"/>
                  </a:lnTo>
                  <a:lnTo>
                    <a:pt x="5274607" y="1601828"/>
                  </a:lnTo>
                  <a:lnTo>
                    <a:pt x="5285199" y="1600879"/>
                  </a:lnTo>
                  <a:lnTo>
                    <a:pt x="5295790" y="1599979"/>
                  </a:lnTo>
                  <a:lnTo>
                    <a:pt x="5306382" y="1599130"/>
                  </a:lnTo>
                  <a:lnTo>
                    <a:pt x="5316974" y="1598331"/>
                  </a:lnTo>
                  <a:lnTo>
                    <a:pt x="5327565" y="1597583"/>
                  </a:lnTo>
                  <a:lnTo>
                    <a:pt x="5338157" y="1596885"/>
                  </a:lnTo>
                  <a:lnTo>
                    <a:pt x="5348748" y="1596239"/>
                  </a:lnTo>
                  <a:lnTo>
                    <a:pt x="5359340" y="1595644"/>
                  </a:lnTo>
                  <a:lnTo>
                    <a:pt x="5369932" y="1595101"/>
                  </a:lnTo>
                  <a:lnTo>
                    <a:pt x="5380523" y="1594609"/>
                  </a:lnTo>
                  <a:lnTo>
                    <a:pt x="5391115" y="1594168"/>
                  </a:lnTo>
                  <a:lnTo>
                    <a:pt x="5401706" y="1593780"/>
                  </a:lnTo>
                  <a:lnTo>
                    <a:pt x="5412298" y="1593443"/>
                  </a:lnTo>
                  <a:lnTo>
                    <a:pt x="5422889" y="1593159"/>
                  </a:lnTo>
                  <a:lnTo>
                    <a:pt x="5433481" y="1592927"/>
                  </a:lnTo>
                  <a:lnTo>
                    <a:pt x="5444073" y="1592747"/>
                  </a:lnTo>
                  <a:lnTo>
                    <a:pt x="5454664" y="1592620"/>
                  </a:lnTo>
                  <a:lnTo>
                    <a:pt x="5465256" y="1592544"/>
                  </a:lnTo>
                  <a:lnTo>
                    <a:pt x="5475847" y="1592521"/>
                  </a:lnTo>
                  <a:lnTo>
                    <a:pt x="5486439" y="1592551"/>
                  </a:lnTo>
                  <a:lnTo>
                    <a:pt x="5497031" y="1592633"/>
                  </a:lnTo>
                  <a:lnTo>
                    <a:pt x="5507622" y="1592767"/>
                  </a:lnTo>
                  <a:lnTo>
                    <a:pt x="5518214" y="1592953"/>
                  </a:lnTo>
                  <a:lnTo>
                    <a:pt x="5528805" y="1593192"/>
                  </a:lnTo>
                  <a:lnTo>
                    <a:pt x="5539397" y="1593483"/>
                  </a:lnTo>
                  <a:lnTo>
                    <a:pt x="5549988" y="1593826"/>
                  </a:lnTo>
                  <a:lnTo>
                    <a:pt x="5560580" y="1594220"/>
                  </a:lnTo>
                  <a:lnTo>
                    <a:pt x="5571172" y="1594667"/>
                  </a:lnTo>
                  <a:lnTo>
                    <a:pt x="5581763" y="1595166"/>
                  </a:lnTo>
                  <a:lnTo>
                    <a:pt x="5592355" y="1595716"/>
                  </a:lnTo>
                  <a:lnTo>
                    <a:pt x="5602946" y="1596317"/>
                  </a:lnTo>
                  <a:lnTo>
                    <a:pt x="5613538" y="1596970"/>
                  </a:lnTo>
                  <a:lnTo>
                    <a:pt x="5624129" y="1597674"/>
                  </a:lnTo>
                  <a:lnTo>
                    <a:pt x="5634721" y="1598428"/>
                  </a:lnTo>
                  <a:lnTo>
                    <a:pt x="5645313" y="1599233"/>
                  </a:lnTo>
                  <a:lnTo>
                    <a:pt x="5655904" y="1600089"/>
                  </a:lnTo>
                  <a:lnTo>
                    <a:pt x="5666496" y="1600995"/>
                  </a:lnTo>
                  <a:lnTo>
                    <a:pt x="5677087" y="1601950"/>
                  </a:lnTo>
                  <a:lnTo>
                    <a:pt x="5687679" y="1602955"/>
                  </a:lnTo>
                  <a:lnTo>
                    <a:pt x="5698271" y="1604010"/>
                  </a:lnTo>
                  <a:lnTo>
                    <a:pt x="5708862" y="1605113"/>
                  </a:lnTo>
                  <a:lnTo>
                    <a:pt x="5719454" y="1606265"/>
                  </a:lnTo>
                  <a:lnTo>
                    <a:pt x="5730045" y="1607465"/>
                  </a:lnTo>
                  <a:lnTo>
                    <a:pt x="5740637" y="1608713"/>
                  </a:lnTo>
                  <a:lnTo>
                    <a:pt x="5751228" y="1610009"/>
                  </a:lnTo>
                  <a:lnTo>
                    <a:pt x="5761820" y="1611352"/>
                  </a:lnTo>
                  <a:lnTo>
                    <a:pt x="5772412" y="1612742"/>
                  </a:lnTo>
                  <a:lnTo>
                    <a:pt x="5783003" y="1614178"/>
                  </a:lnTo>
                  <a:lnTo>
                    <a:pt x="5793595" y="1615660"/>
                  </a:lnTo>
                  <a:lnTo>
                    <a:pt x="5804186" y="1617188"/>
                  </a:lnTo>
                  <a:lnTo>
                    <a:pt x="5814778" y="1618760"/>
                  </a:lnTo>
                  <a:lnTo>
                    <a:pt x="5825370" y="1620378"/>
                  </a:lnTo>
                  <a:lnTo>
                    <a:pt x="5835961" y="1622039"/>
                  </a:lnTo>
                  <a:lnTo>
                    <a:pt x="5846553" y="1623744"/>
                  </a:lnTo>
                  <a:lnTo>
                    <a:pt x="5857144" y="1625492"/>
                  </a:lnTo>
                  <a:lnTo>
                    <a:pt x="5867736" y="1627283"/>
                  </a:lnTo>
                  <a:lnTo>
                    <a:pt x="5878327" y="1629116"/>
                  </a:lnTo>
                  <a:lnTo>
                    <a:pt x="5888919" y="1630990"/>
                  </a:lnTo>
                  <a:lnTo>
                    <a:pt x="5899511" y="1632905"/>
                  </a:lnTo>
                  <a:lnTo>
                    <a:pt x="5910102" y="1634861"/>
                  </a:lnTo>
                  <a:lnTo>
                    <a:pt x="5920694" y="1636857"/>
                  </a:lnTo>
                  <a:lnTo>
                    <a:pt x="5931285" y="1638892"/>
                  </a:lnTo>
                  <a:lnTo>
                    <a:pt x="5941877" y="1640965"/>
                  </a:lnTo>
                  <a:lnTo>
                    <a:pt x="5952469" y="1643076"/>
                  </a:lnTo>
                  <a:lnTo>
                    <a:pt x="5963060" y="1645225"/>
                  </a:lnTo>
                  <a:lnTo>
                    <a:pt x="5973652" y="1647411"/>
                  </a:lnTo>
                  <a:lnTo>
                    <a:pt x="5984243" y="1649633"/>
                  </a:lnTo>
                  <a:lnTo>
                    <a:pt x="5994835" y="1651890"/>
                  </a:lnTo>
                  <a:lnTo>
                    <a:pt x="6005426" y="1654182"/>
                  </a:lnTo>
                  <a:lnTo>
                    <a:pt x="6016018" y="1656508"/>
                  </a:lnTo>
                  <a:lnTo>
                    <a:pt x="6026610" y="1658868"/>
                  </a:lnTo>
                  <a:lnTo>
                    <a:pt x="6037201" y="1661260"/>
                  </a:lnTo>
                  <a:lnTo>
                    <a:pt x="6047793" y="1663684"/>
                  </a:lnTo>
                  <a:lnTo>
                    <a:pt x="6058384" y="1666140"/>
                  </a:lnTo>
                  <a:lnTo>
                    <a:pt x="6068976" y="1668626"/>
                  </a:lnTo>
                  <a:lnTo>
                    <a:pt x="6079568" y="1671142"/>
                  </a:lnTo>
                  <a:lnTo>
                    <a:pt x="6090159" y="1673687"/>
                  </a:lnTo>
                  <a:lnTo>
                    <a:pt x="6100751" y="1676261"/>
                  </a:lnTo>
                  <a:lnTo>
                    <a:pt x="6111342" y="1678862"/>
                  </a:lnTo>
                  <a:lnTo>
                    <a:pt x="6121934" y="1681489"/>
                  </a:lnTo>
                  <a:lnTo>
                    <a:pt x="6132525" y="1684143"/>
                  </a:lnTo>
                  <a:lnTo>
                    <a:pt x="6143117" y="1686822"/>
                  </a:lnTo>
                  <a:lnTo>
                    <a:pt x="6153709" y="1689526"/>
                  </a:lnTo>
                  <a:lnTo>
                    <a:pt x="6164300" y="1692253"/>
                  </a:lnTo>
                  <a:lnTo>
                    <a:pt x="6174892" y="1695003"/>
                  </a:lnTo>
                  <a:lnTo>
                    <a:pt x="6185483" y="1697776"/>
                  </a:lnTo>
                  <a:lnTo>
                    <a:pt x="6196075" y="1700569"/>
                  </a:lnTo>
                  <a:lnTo>
                    <a:pt x="6206666" y="1703383"/>
                  </a:lnTo>
                  <a:lnTo>
                    <a:pt x="6217258" y="1706216"/>
                  </a:lnTo>
                  <a:lnTo>
                    <a:pt x="6227850" y="1709068"/>
                  </a:lnTo>
                  <a:lnTo>
                    <a:pt x="6238441" y="1711938"/>
                  </a:lnTo>
                  <a:lnTo>
                    <a:pt x="6249033" y="1714825"/>
                  </a:lnTo>
                  <a:lnTo>
                    <a:pt x="6259624" y="1717728"/>
                  </a:lnTo>
                  <a:lnTo>
                    <a:pt x="6270216" y="1720646"/>
                  </a:lnTo>
                  <a:lnTo>
                    <a:pt x="6280808" y="1723579"/>
                  </a:lnTo>
                  <a:lnTo>
                    <a:pt x="6291399" y="1726525"/>
                  </a:lnTo>
                  <a:lnTo>
                    <a:pt x="6301991" y="1729485"/>
                  </a:lnTo>
                  <a:lnTo>
                    <a:pt x="6312582" y="1732456"/>
                  </a:lnTo>
                  <a:lnTo>
                    <a:pt x="6323174" y="1735437"/>
                  </a:lnTo>
                  <a:lnTo>
                    <a:pt x="6333765" y="1738429"/>
                  </a:lnTo>
                  <a:lnTo>
                    <a:pt x="6344357" y="1741431"/>
                  </a:lnTo>
                  <a:lnTo>
                    <a:pt x="6354949" y="1744440"/>
                  </a:lnTo>
                  <a:lnTo>
                    <a:pt x="6365540" y="1747457"/>
                  </a:lnTo>
                  <a:lnTo>
                    <a:pt x="6376132" y="1750480"/>
                  </a:lnTo>
                  <a:lnTo>
                    <a:pt x="6386723" y="1753509"/>
                  </a:lnTo>
                  <a:lnTo>
                    <a:pt x="6397315" y="1756543"/>
                  </a:lnTo>
                  <a:lnTo>
                    <a:pt x="6407907" y="1759581"/>
                  </a:lnTo>
                  <a:lnTo>
                    <a:pt x="6418498" y="1762621"/>
                  </a:lnTo>
                  <a:lnTo>
                    <a:pt x="6429090" y="1765664"/>
                  </a:lnTo>
                  <a:lnTo>
                    <a:pt x="6439681" y="1768707"/>
                  </a:lnTo>
                  <a:lnTo>
                    <a:pt x="6450273" y="1771751"/>
                  </a:lnTo>
                  <a:lnTo>
                    <a:pt x="6460864" y="1774794"/>
                  </a:lnTo>
                  <a:lnTo>
                    <a:pt x="6471456" y="1777836"/>
                  </a:lnTo>
                  <a:lnTo>
                    <a:pt x="6482048" y="1780875"/>
                  </a:lnTo>
                  <a:lnTo>
                    <a:pt x="6492639" y="1783911"/>
                  </a:lnTo>
                  <a:lnTo>
                    <a:pt x="6503231" y="1786942"/>
                  </a:lnTo>
                  <a:lnTo>
                    <a:pt x="6513822" y="1789968"/>
                  </a:lnTo>
                  <a:lnTo>
                    <a:pt x="6524414" y="1792989"/>
                  </a:lnTo>
                  <a:lnTo>
                    <a:pt x="6535006" y="1796002"/>
                  </a:lnTo>
                  <a:lnTo>
                    <a:pt x="6545597" y="1799007"/>
                  </a:lnTo>
                  <a:lnTo>
                    <a:pt x="6556189" y="1802004"/>
                  </a:lnTo>
                  <a:lnTo>
                    <a:pt x="6566780" y="1804991"/>
                  </a:lnTo>
                  <a:lnTo>
                    <a:pt x="6577372" y="1807968"/>
                  </a:lnTo>
                  <a:lnTo>
                    <a:pt x="6587963" y="1810933"/>
                  </a:lnTo>
                  <a:lnTo>
                    <a:pt x="6598555" y="1813886"/>
                  </a:lnTo>
                  <a:lnTo>
                    <a:pt x="6609147" y="1816825"/>
                  </a:lnTo>
                  <a:lnTo>
                    <a:pt x="6619738" y="1819751"/>
                  </a:lnTo>
                  <a:lnTo>
                    <a:pt x="6630330" y="1822662"/>
                  </a:lnTo>
                  <a:lnTo>
                    <a:pt x="6640921" y="1825557"/>
                  </a:lnTo>
                  <a:lnTo>
                    <a:pt x="6651513" y="1828436"/>
                  </a:lnTo>
                  <a:lnTo>
                    <a:pt x="6662105" y="1831297"/>
                  </a:lnTo>
                  <a:lnTo>
                    <a:pt x="6672696" y="1834139"/>
                  </a:lnTo>
                  <a:lnTo>
                    <a:pt x="6683288" y="1836963"/>
                  </a:lnTo>
                  <a:lnTo>
                    <a:pt x="6693879" y="1839767"/>
                  </a:lnTo>
                  <a:lnTo>
                    <a:pt x="6704471" y="1842550"/>
                  </a:lnTo>
                  <a:lnTo>
                    <a:pt x="6715062" y="1845311"/>
                  </a:lnTo>
                  <a:lnTo>
                    <a:pt x="6725654" y="1848050"/>
                  </a:lnTo>
                  <a:lnTo>
                    <a:pt x="6736246" y="1850765"/>
                  </a:lnTo>
                  <a:lnTo>
                    <a:pt x="6746837" y="1853457"/>
                  </a:lnTo>
                  <a:lnTo>
                    <a:pt x="6757429" y="1856123"/>
                  </a:lnTo>
                  <a:lnTo>
                    <a:pt x="6768020" y="1858764"/>
                  </a:lnTo>
                  <a:lnTo>
                    <a:pt x="6778612" y="1861379"/>
                  </a:lnTo>
                  <a:lnTo>
                    <a:pt x="6789204" y="1863966"/>
                  </a:lnTo>
                  <a:lnTo>
                    <a:pt x="6799795" y="1866525"/>
                  </a:lnTo>
                  <a:lnTo>
                    <a:pt x="6810387" y="1869056"/>
                  </a:lnTo>
                  <a:lnTo>
                    <a:pt x="6820978" y="1871557"/>
                  </a:lnTo>
                  <a:lnTo>
                    <a:pt x="6831570" y="1874028"/>
                  </a:lnTo>
                  <a:lnTo>
                    <a:pt x="6842161" y="1876468"/>
                  </a:lnTo>
                  <a:lnTo>
                    <a:pt x="6852753" y="1878877"/>
                  </a:lnTo>
                  <a:lnTo>
                    <a:pt x="6863345" y="1881253"/>
                  </a:lnTo>
                  <a:lnTo>
                    <a:pt x="6873936" y="1883596"/>
                  </a:lnTo>
                  <a:lnTo>
                    <a:pt x="6884528" y="1885905"/>
                  </a:lnTo>
                  <a:lnTo>
                    <a:pt x="6895119" y="1888179"/>
                  </a:lnTo>
                  <a:lnTo>
                    <a:pt x="6905711" y="1890419"/>
                  </a:lnTo>
                  <a:lnTo>
                    <a:pt x="6916302" y="1892623"/>
                  </a:lnTo>
                  <a:lnTo>
                    <a:pt x="6926894" y="1894790"/>
                  </a:lnTo>
                  <a:lnTo>
                    <a:pt x="6937486" y="1896920"/>
                  </a:lnTo>
                  <a:lnTo>
                    <a:pt x="6948077" y="1899013"/>
                  </a:lnTo>
                  <a:lnTo>
                    <a:pt x="6958669" y="1901067"/>
                  </a:lnTo>
                  <a:lnTo>
                    <a:pt x="6969260" y="1903082"/>
                  </a:lnTo>
                  <a:lnTo>
                    <a:pt x="6979852" y="1905058"/>
                  </a:lnTo>
                  <a:lnTo>
                    <a:pt x="6990444" y="1906994"/>
                  </a:lnTo>
                  <a:lnTo>
                    <a:pt x="7001035" y="1908889"/>
                  </a:lnTo>
                  <a:lnTo>
                    <a:pt x="7011627" y="1910742"/>
                  </a:lnTo>
                  <a:lnTo>
                    <a:pt x="7022218" y="1912554"/>
                  </a:lnTo>
                  <a:lnTo>
                    <a:pt x="7032810" y="1914324"/>
                  </a:lnTo>
                  <a:lnTo>
                    <a:pt x="7043401" y="1916050"/>
                  </a:lnTo>
                  <a:lnTo>
                    <a:pt x="7053993" y="1917733"/>
                  </a:lnTo>
                  <a:lnTo>
                    <a:pt x="7064585" y="1919373"/>
                  </a:lnTo>
                  <a:lnTo>
                    <a:pt x="7075176" y="1920968"/>
                  </a:lnTo>
                  <a:lnTo>
                    <a:pt x="7085768" y="1922518"/>
                  </a:lnTo>
                  <a:lnTo>
                    <a:pt x="7096359" y="1924023"/>
                  </a:lnTo>
                  <a:lnTo>
                    <a:pt x="7106951" y="1925482"/>
                  </a:lnTo>
                  <a:lnTo>
                    <a:pt x="7117543" y="1926895"/>
                  </a:lnTo>
                  <a:lnTo>
                    <a:pt x="7128134" y="1928262"/>
                  </a:lnTo>
                  <a:lnTo>
                    <a:pt x="7138726" y="1929581"/>
                  </a:lnTo>
                  <a:lnTo>
                    <a:pt x="7149317" y="1930853"/>
                  </a:lnTo>
                  <a:lnTo>
                    <a:pt x="7159909" y="1932077"/>
                  </a:lnTo>
                  <a:lnTo>
                    <a:pt x="7170500" y="1933253"/>
                  </a:lnTo>
                  <a:lnTo>
                    <a:pt x="7181092" y="1934381"/>
                  </a:lnTo>
                  <a:lnTo>
                    <a:pt x="7191684" y="1935460"/>
                  </a:lnTo>
                  <a:lnTo>
                    <a:pt x="7202275" y="1936490"/>
                  </a:lnTo>
                  <a:lnTo>
                    <a:pt x="7212867" y="1937470"/>
                  </a:lnTo>
                  <a:lnTo>
                    <a:pt x="7223458" y="1938401"/>
                  </a:lnTo>
                  <a:lnTo>
                    <a:pt x="7234050" y="1939282"/>
                  </a:lnTo>
                  <a:lnTo>
                    <a:pt x="7244642" y="1940112"/>
                  </a:lnTo>
                  <a:lnTo>
                    <a:pt x="7255233" y="1940892"/>
                  </a:lnTo>
                  <a:lnTo>
                    <a:pt x="7265825" y="1941621"/>
                  </a:lnTo>
                  <a:lnTo>
                    <a:pt x="7276416" y="1942299"/>
                  </a:lnTo>
                  <a:lnTo>
                    <a:pt x="7287008" y="1942926"/>
                  </a:lnTo>
                  <a:lnTo>
                    <a:pt x="7297599" y="1943502"/>
                  </a:lnTo>
                  <a:lnTo>
                    <a:pt x="7308191" y="1944026"/>
                  </a:lnTo>
                  <a:lnTo>
                    <a:pt x="7318783" y="1944499"/>
                  </a:lnTo>
                  <a:lnTo>
                    <a:pt x="7329374" y="1944920"/>
                  </a:lnTo>
                  <a:lnTo>
                    <a:pt x="7339966" y="1945289"/>
                  </a:lnTo>
                  <a:lnTo>
                    <a:pt x="7350557" y="1945606"/>
                  </a:lnTo>
                  <a:lnTo>
                    <a:pt x="7361149" y="1945870"/>
                  </a:lnTo>
                  <a:lnTo>
                    <a:pt x="7371741" y="1946083"/>
                  </a:lnTo>
                  <a:lnTo>
                    <a:pt x="7382332" y="1946243"/>
                  </a:lnTo>
                  <a:lnTo>
                    <a:pt x="7392924" y="1946351"/>
                  </a:lnTo>
                  <a:lnTo>
                    <a:pt x="7403515" y="1946407"/>
                  </a:lnTo>
                  <a:lnTo>
                    <a:pt x="7414107" y="1946410"/>
                  </a:lnTo>
                  <a:lnTo>
                    <a:pt x="7424698" y="1946361"/>
                  </a:lnTo>
                  <a:lnTo>
                    <a:pt x="7435290" y="1946260"/>
                  </a:lnTo>
                  <a:lnTo>
                    <a:pt x="7445882" y="1946106"/>
                  </a:lnTo>
                  <a:lnTo>
                    <a:pt x="7456473" y="1945900"/>
                  </a:lnTo>
                  <a:lnTo>
                    <a:pt x="7467065" y="1945642"/>
                  </a:lnTo>
                  <a:lnTo>
                    <a:pt x="7477656" y="1945331"/>
                  </a:lnTo>
                  <a:lnTo>
                    <a:pt x="7488248" y="1944969"/>
                  </a:lnTo>
                  <a:lnTo>
                    <a:pt x="7498839" y="1944554"/>
                  </a:lnTo>
                  <a:lnTo>
                    <a:pt x="7509431" y="1944088"/>
                  </a:lnTo>
                  <a:lnTo>
                    <a:pt x="7520023" y="1943570"/>
                  </a:lnTo>
                  <a:lnTo>
                    <a:pt x="7530614" y="1943001"/>
                  </a:lnTo>
                  <a:lnTo>
                    <a:pt x="7541206" y="1942380"/>
                  </a:lnTo>
                  <a:lnTo>
                    <a:pt x="7551797" y="1941709"/>
                  </a:lnTo>
                  <a:lnTo>
                    <a:pt x="7562389" y="1940986"/>
                  </a:lnTo>
                  <a:lnTo>
                    <a:pt x="7572981" y="1940212"/>
                  </a:lnTo>
                  <a:lnTo>
                    <a:pt x="7583572" y="1939388"/>
                  </a:lnTo>
                  <a:lnTo>
                    <a:pt x="7594164" y="1938514"/>
                  </a:lnTo>
                  <a:lnTo>
                    <a:pt x="7604755" y="1937589"/>
                  </a:lnTo>
                  <a:lnTo>
                    <a:pt x="7615347" y="1936615"/>
                  </a:lnTo>
                  <a:lnTo>
                    <a:pt x="7625938" y="1935591"/>
                  </a:lnTo>
                  <a:lnTo>
                    <a:pt x="7636530" y="1934519"/>
                  </a:lnTo>
                  <a:lnTo>
                    <a:pt x="7647122" y="1933397"/>
                  </a:lnTo>
                  <a:lnTo>
                    <a:pt x="7657713" y="1932227"/>
                  </a:lnTo>
                  <a:lnTo>
                    <a:pt x="7668305" y="1931009"/>
                  </a:lnTo>
                  <a:lnTo>
                    <a:pt x="7678896" y="1929743"/>
                  </a:lnTo>
                  <a:lnTo>
                    <a:pt x="7689488" y="1928429"/>
                  </a:lnTo>
                  <a:lnTo>
                    <a:pt x="7700080" y="1927068"/>
                  </a:lnTo>
                  <a:lnTo>
                    <a:pt x="7710671" y="1925661"/>
                  </a:lnTo>
                  <a:lnTo>
                    <a:pt x="7721263" y="1924208"/>
                  </a:lnTo>
                  <a:lnTo>
                    <a:pt x="7731854" y="1922709"/>
                  </a:lnTo>
                  <a:lnTo>
                    <a:pt x="7742446" y="1921164"/>
                  </a:lnTo>
                  <a:lnTo>
                    <a:pt x="7753037" y="1919575"/>
                  </a:lnTo>
                  <a:lnTo>
                    <a:pt x="7763629" y="1917941"/>
                  </a:lnTo>
                  <a:lnTo>
                    <a:pt x="7774221" y="1916263"/>
                  </a:lnTo>
                  <a:lnTo>
                    <a:pt x="7784812" y="1914542"/>
                  </a:lnTo>
                  <a:lnTo>
                    <a:pt x="7795404" y="1912778"/>
                  </a:lnTo>
                  <a:lnTo>
                    <a:pt x="7805995" y="1910971"/>
                  </a:lnTo>
                  <a:lnTo>
                    <a:pt x="7816587" y="1909123"/>
                  </a:lnTo>
                  <a:lnTo>
                    <a:pt x="7827179" y="1907233"/>
                  </a:lnTo>
                  <a:lnTo>
                    <a:pt x="7837770" y="1905302"/>
                  </a:lnTo>
                  <a:lnTo>
                    <a:pt x="7848362" y="1903332"/>
                  </a:lnTo>
                  <a:lnTo>
                    <a:pt x="7858953" y="1901321"/>
                  </a:lnTo>
                  <a:lnTo>
                    <a:pt x="7869545" y="1899272"/>
                  </a:lnTo>
                  <a:lnTo>
                    <a:pt x="7880136" y="1897184"/>
                  </a:lnTo>
                  <a:lnTo>
                    <a:pt x="7890728" y="1895058"/>
                  </a:lnTo>
                  <a:lnTo>
                    <a:pt x="7901320" y="1892896"/>
                  </a:lnTo>
                  <a:lnTo>
                    <a:pt x="7911911" y="1890696"/>
                  </a:lnTo>
                  <a:lnTo>
                    <a:pt x="7922503" y="1888461"/>
                  </a:lnTo>
                  <a:lnTo>
                    <a:pt x="7933094" y="1886191"/>
                  </a:lnTo>
                  <a:lnTo>
                    <a:pt x="7943686" y="1883886"/>
                  </a:lnTo>
                  <a:lnTo>
                    <a:pt x="7954278" y="1881547"/>
                  </a:lnTo>
                  <a:lnTo>
                    <a:pt x="7964869" y="1879175"/>
                  </a:lnTo>
                  <a:lnTo>
                    <a:pt x="7975461" y="1876771"/>
                  </a:lnTo>
                  <a:lnTo>
                    <a:pt x="7986052" y="1874335"/>
                  </a:lnTo>
                  <a:lnTo>
                    <a:pt x="7996644" y="1871868"/>
                  </a:lnTo>
                  <a:lnTo>
                    <a:pt x="8007235" y="1869370"/>
                  </a:lnTo>
                  <a:lnTo>
                    <a:pt x="8017827" y="1866843"/>
                  </a:lnTo>
                  <a:lnTo>
                    <a:pt x="8028419" y="1864287"/>
                  </a:lnTo>
                  <a:lnTo>
                    <a:pt x="8039010" y="1861704"/>
                  </a:lnTo>
                  <a:lnTo>
                    <a:pt x="8049602" y="1859092"/>
                  </a:lnTo>
                  <a:lnTo>
                    <a:pt x="8060193" y="1856455"/>
                  </a:lnTo>
                  <a:lnTo>
                    <a:pt x="8070785" y="1853791"/>
                  </a:lnTo>
                  <a:lnTo>
                    <a:pt x="8081376" y="1851103"/>
                  </a:lnTo>
                  <a:lnTo>
                    <a:pt x="8091968" y="1848390"/>
                  </a:lnTo>
                  <a:lnTo>
                    <a:pt x="8102560" y="1845654"/>
                  </a:lnTo>
                  <a:lnTo>
                    <a:pt x="8113151" y="1842896"/>
                  </a:lnTo>
                  <a:lnTo>
                    <a:pt x="8123743" y="1840116"/>
                  </a:lnTo>
                  <a:lnTo>
                    <a:pt x="8134334" y="1837315"/>
                  </a:lnTo>
                  <a:lnTo>
                    <a:pt x="8144926" y="1834493"/>
                  </a:lnTo>
                  <a:lnTo>
                    <a:pt x="8155518" y="1831653"/>
                  </a:lnTo>
                  <a:lnTo>
                    <a:pt x="8166109" y="1828794"/>
                  </a:lnTo>
                  <a:lnTo>
                    <a:pt x="8176701" y="1825918"/>
                  </a:lnTo>
                  <a:lnTo>
                    <a:pt x="8187292" y="1823025"/>
                  </a:lnTo>
                  <a:lnTo>
                    <a:pt x="8197884" y="1820116"/>
                  </a:lnTo>
                  <a:lnTo>
                    <a:pt x="8208475" y="1817192"/>
                  </a:lnTo>
                  <a:lnTo>
                    <a:pt x="8219067" y="1814254"/>
                  </a:lnTo>
                  <a:lnTo>
                    <a:pt x="8229659" y="1811303"/>
                  </a:lnTo>
                  <a:lnTo>
                    <a:pt x="8240250" y="1808339"/>
                  </a:lnTo>
                  <a:lnTo>
                    <a:pt x="8250842" y="1805364"/>
                  </a:lnTo>
                  <a:lnTo>
                    <a:pt x="8261433" y="1802378"/>
                  </a:lnTo>
                  <a:lnTo>
                    <a:pt x="8272025" y="1799382"/>
                  </a:lnTo>
                  <a:lnTo>
                    <a:pt x="8282617" y="1796378"/>
                  </a:lnTo>
                  <a:lnTo>
                    <a:pt x="8293208" y="1793366"/>
                  </a:lnTo>
                  <a:lnTo>
                    <a:pt x="8303800" y="1790346"/>
                  </a:lnTo>
                  <a:lnTo>
                    <a:pt x="8314391" y="1787321"/>
                  </a:lnTo>
                  <a:lnTo>
                    <a:pt x="8324983" y="1784290"/>
                  </a:lnTo>
                  <a:lnTo>
                    <a:pt x="8335574" y="1781255"/>
                  </a:lnTo>
                  <a:lnTo>
                    <a:pt x="8346166" y="1778216"/>
                  </a:lnTo>
                  <a:lnTo>
                    <a:pt x="8356758" y="1775175"/>
                  </a:lnTo>
                  <a:lnTo>
                    <a:pt x="8367349" y="1772131"/>
                  </a:lnTo>
                  <a:lnTo>
                    <a:pt x="8377941" y="1769088"/>
                  </a:lnTo>
                  <a:lnTo>
                    <a:pt x="8388532" y="1766044"/>
                  </a:lnTo>
                  <a:lnTo>
                    <a:pt x="8399124" y="1763001"/>
                  </a:lnTo>
                  <a:lnTo>
                    <a:pt x="8409716" y="1759961"/>
                  </a:lnTo>
                  <a:lnTo>
                    <a:pt x="8420307" y="1756923"/>
                  </a:lnTo>
                  <a:lnTo>
                    <a:pt x="8430899" y="1753888"/>
                  </a:lnTo>
                  <a:lnTo>
                    <a:pt x="8441490" y="1750859"/>
                  </a:lnTo>
                  <a:lnTo>
                    <a:pt x="8452082" y="1747835"/>
                  </a:lnTo>
                  <a:lnTo>
                    <a:pt x="8462673" y="1744817"/>
                  </a:lnTo>
                  <a:lnTo>
                    <a:pt x="8473265" y="1741806"/>
                  </a:lnTo>
                  <a:lnTo>
                    <a:pt x="8483857" y="1738804"/>
                  </a:lnTo>
                  <a:lnTo>
                    <a:pt x="8494448" y="1735811"/>
                  </a:lnTo>
                  <a:lnTo>
                    <a:pt x="8505040" y="1732828"/>
                  </a:lnTo>
                  <a:lnTo>
                    <a:pt x="8515631" y="1729855"/>
                  </a:lnTo>
                  <a:lnTo>
                    <a:pt x="8526223" y="1726895"/>
                  </a:lnTo>
                  <a:lnTo>
                    <a:pt x="8536815" y="1723947"/>
                  </a:lnTo>
                  <a:lnTo>
                    <a:pt x="8547406" y="1721012"/>
                  </a:lnTo>
                  <a:lnTo>
                    <a:pt x="8557998" y="1718092"/>
                  </a:lnTo>
                  <a:lnTo>
                    <a:pt x="8568589" y="1715187"/>
                  </a:lnTo>
                  <a:lnTo>
                    <a:pt x="8579181" y="1712298"/>
                  </a:lnTo>
                  <a:lnTo>
                    <a:pt x="8589772" y="1709426"/>
                  </a:lnTo>
                  <a:lnTo>
                    <a:pt x="8600364" y="1706571"/>
                  </a:lnTo>
                  <a:lnTo>
                    <a:pt x="8610956" y="1703736"/>
                  </a:lnTo>
                  <a:lnTo>
                    <a:pt x="8621547" y="1700920"/>
                  </a:lnTo>
                  <a:lnTo>
                    <a:pt x="8632139" y="1698124"/>
                  </a:lnTo>
                  <a:lnTo>
                    <a:pt x="8642730" y="1695349"/>
                  </a:lnTo>
                  <a:lnTo>
                    <a:pt x="8653322" y="1692596"/>
                  </a:lnTo>
                  <a:lnTo>
                    <a:pt x="8663914" y="1689866"/>
                  </a:lnTo>
                  <a:lnTo>
                    <a:pt x="8674505" y="1687159"/>
                  </a:lnTo>
                  <a:lnTo>
                    <a:pt x="8685097" y="1684477"/>
                  </a:lnTo>
                  <a:lnTo>
                    <a:pt x="8695688" y="1681820"/>
                  </a:lnTo>
                  <a:lnTo>
                    <a:pt x="8706280" y="1679189"/>
                  </a:lnTo>
                  <a:lnTo>
                    <a:pt x="8716871" y="1676584"/>
                  </a:lnTo>
                  <a:lnTo>
                    <a:pt x="8727463" y="1674007"/>
                  </a:lnTo>
                  <a:lnTo>
                    <a:pt x="8738055" y="1671459"/>
                  </a:lnTo>
                  <a:lnTo>
                    <a:pt x="8748646" y="1668939"/>
                  </a:lnTo>
                  <a:lnTo>
                    <a:pt x="8759238" y="1666449"/>
                  </a:lnTo>
                  <a:lnTo>
                    <a:pt x="8769829" y="1663989"/>
                  </a:lnTo>
                  <a:lnTo>
                    <a:pt x="8780421" y="1661561"/>
                  </a:lnTo>
                  <a:lnTo>
                    <a:pt x="8791012" y="1659165"/>
                  </a:lnTo>
                  <a:lnTo>
                    <a:pt x="8801604" y="1656801"/>
                  </a:lnTo>
                  <a:lnTo>
                    <a:pt x="8812196" y="1654471"/>
                  </a:lnTo>
                  <a:lnTo>
                    <a:pt x="8822787" y="1652175"/>
                  </a:lnTo>
                  <a:lnTo>
                    <a:pt x="8833379" y="1649913"/>
                  </a:lnTo>
                  <a:lnTo>
                    <a:pt x="8843970" y="1647687"/>
                  </a:lnTo>
                  <a:lnTo>
                    <a:pt x="8854562" y="1645496"/>
                  </a:lnTo>
                  <a:lnTo>
                    <a:pt x="8865154" y="1643343"/>
                  </a:lnTo>
                  <a:lnTo>
                    <a:pt x="8875745" y="1641227"/>
                  </a:lnTo>
                  <a:lnTo>
                    <a:pt x="8886337" y="1639149"/>
                  </a:lnTo>
                  <a:lnTo>
                    <a:pt x="8896928" y="1637109"/>
                  </a:lnTo>
                  <a:lnTo>
                    <a:pt x="8907520" y="1635108"/>
                  </a:lnTo>
                  <a:lnTo>
                    <a:pt x="8918111" y="1633148"/>
                  </a:lnTo>
                  <a:lnTo>
                    <a:pt x="8928703" y="1631227"/>
                  </a:lnTo>
                  <a:lnTo>
                    <a:pt x="8939295" y="1629348"/>
                  </a:lnTo>
                  <a:lnTo>
                    <a:pt x="8949886" y="1627510"/>
                  </a:lnTo>
                  <a:lnTo>
                    <a:pt x="8960478" y="1625714"/>
                  </a:lnTo>
                  <a:lnTo>
                    <a:pt x="8971069" y="1623960"/>
                  </a:lnTo>
                  <a:lnTo>
                    <a:pt x="8981661" y="1622250"/>
                  </a:lnTo>
                  <a:lnTo>
                    <a:pt x="8992253" y="1620583"/>
                  </a:lnTo>
                  <a:lnTo>
                    <a:pt x="9002844" y="1618960"/>
                  </a:lnTo>
                  <a:lnTo>
                    <a:pt x="9013436" y="1617382"/>
                  </a:lnTo>
                  <a:lnTo>
                    <a:pt x="9024027" y="1615849"/>
                  </a:lnTo>
                  <a:lnTo>
                    <a:pt x="9034619" y="1614361"/>
                  </a:lnTo>
                  <a:lnTo>
                    <a:pt x="9045210" y="1612919"/>
                  </a:lnTo>
                  <a:lnTo>
                    <a:pt x="9055802" y="1611523"/>
                  </a:lnTo>
                  <a:lnTo>
                    <a:pt x="9066394" y="1610174"/>
                  </a:lnTo>
                  <a:lnTo>
                    <a:pt x="9076985" y="1608873"/>
                  </a:lnTo>
                  <a:lnTo>
                    <a:pt x="9087577" y="1607619"/>
                  </a:lnTo>
                  <a:lnTo>
                    <a:pt x="9098168" y="1606412"/>
                  </a:lnTo>
                  <a:lnTo>
                    <a:pt x="9108760" y="1605254"/>
                  </a:lnTo>
                  <a:lnTo>
                    <a:pt x="9119352" y="1604145"/>
                  </a:lnTo>
                  <a:lnTo>
                    <a:pt x="9129943" y="1603084"/>
                  </a:lnTo>
                  <a:lnTo>
                    <a:pt x="9140535" y="1602073"/>
                  </a:lnTo>
                  <a:lnTo>
                    <a:pt x="9151126" y="1601111"/>
                  </a:lnTo>
                  <a:lnTo>
                    <a:pt x="9161718" y="1600199"/>
                  </a:lnTo>
                  <a:lnTo>
                    <a:pt x="9172309" y="1599338"/>
                  </a:lnTo>
                  <a:lnTo>
                    <a:pt x="9182901" y="1598526"/>
                  </a:lnTo>
                  <a:lnTo>
                    <a:pt x="9193493" y="1597765"/>
                  </a:lnTo>
                  <a:lnTo>
                    <a:pt x="9204084" y="1597055"/>
                  </a:lnTo>
                  <a:lnTo>
                    <a:pt x="9214676" y="1596396"/>
                  </a:lnTo>
                  <a:lnTo>
                    <a:pt x="9225267" y="1595788"/>
                  </a:lnTo>
                  <a:lnTo>
                    <a:pt x="9235859" y="1595232"/>
                  </a:lnTo>
                  <a:lnTo>
                    <a:pt x="9246451" y="1594727"/>
                  </a:lnTo>
                  <a:lnTo>
                    <a:pt x="9257042" y="1594273"/>
                  </a:lnTo>
                  <a:lnTo>
                    <a:pt x="9267634" y="1593872"/>
                  </a:lnTo>
                  <a:lnTo>
                    <a:pt x="9278225" y="1593523"/>
                  </a:lnTo>
                  <a:lnTo>
                    <a:pt x="9288817" y="1593225"/>
                  </a:lnTo>
                  <a:lnTo>
                    <a:pt x="9299408" y="1592980"/>
                  </a:lnTo>
                  <a:lnTo>
                    <a:pt x="9310000" y="1592787"/>
                  </a:lnTo>
                  <a:lnTo>
                    <a:pt x="9320592" y="1592647"/>
                  </a:lnTo>
                  <a:lnTo>
                    <a:pt x="9331183" y="1592558"/>
                  </a:lnTo>
                  <a:lnTo>
                    <a:pt x="9341775" y="1592522"/>
                  </a:lnTo>
                  <a:lnTo>
                    <a:pt x="9352366" y="1592539"/>
                  </a:lnTo>
                  <a:lnTo>
                    <a:pt x="9362958" y="1592607"/>
                  </a:lnTo>
                  <a:lnTo>
                    <a:pt x="9373549" y="1592728"/>
                  </a:lnTo>
                  <a:lnTo>
                    <a:pt x="9384141" y="1592902"/>
                  </a:lnTo>
                  <a:lnTo>
                    <a:pt x="9394733" y="1593127"/>
                  </a:lnTo>
                  <a:lnTo>
                    <a:pt x="9405324" y="1593405"/>
                  </a:lnTo>
                  <a:lnTo>
                    <a:pt x="9415916" y="1593735"/>
                  </a:lnTo>
                  <a:lnTo>
                    <a:pt x="9426507" y="1594117"/>
                  </a:lnTo>
                  <a:lnTo>
                    <a:pt x="9437099" y="1594551"/>
                  </a:lnTo>
                  <a:lnTo>
                    <a:pt x="9447691" y="1595036"/>
                  </a:lnTo>
                  <a:lnTo>
                    <a:pt x="9458282" y="1595573"/>
                  </a:lnTo>
                  <a:lnTo>
                    <a:pt x="9468874" y="1596162"/>
                  </a:lnTo>
                  <a:lnTo>
                    <a:pt x="9479465" y="1596802"/>
                  </a:lnTo>
                  <a:lnTo>
                    <a:pt x="9490057" y="1597493"/>
                  </a:lnTo>
                  <a:lnTo>
                    <a:pt x="9500648" y="1598235"/>
                  </a:lnTo>
                  <a:lnTo>
                    <a:pt x="9511240" y="1599027"/>
                  </a:lnTo>
                  <a:lnTo>
                    <a:pt x="9521832" y="1599870"/>
                  </a:lnTo>
                  <a:lnTo>
                    <a:pt x="9532423" y="1600763"/>
                  </a:lnTo>
                  <a:lnTo>
                    <a:pt x="9543015" y="1601707"/>
                  </a:lnTo>
                  <a:lnTo>
                    <a:pt x="9553606" y="1602699"/>
                  </a:lnTo>
                  <a:lnTo>
                    <a:pt x="9564198" y="1603741"/>
                  </a:lnTo>
                  <a:lnTo>
                    <a:pt x="9574790" y="1604833"/>
                  </a:lnTo>
                  <a:lnTo>
                    <a:pt x="9585381" y="1605972"/>
                  </a:lnTo>
                  <a:lnTo>
                    <a:pt x="9595973" y="1607161"/>
                  </a:lnTo>
                  <a:lnTo>
                    <a:pt x="9606564" y="1608397"/>
                  </a:lnTo>
                  <a:lnTo>
                    <a:pt x="9617156" y="1609681"/>
                  </a:lnTo>
                  <a:lnTo>
                    <a:pt x="9627747" y="1611012"/>
                  </a:lnTo>
                  <a:lnTo>
                    <a:pt x="9638339" y="1612390"/>
                  </a:lnTo>
                  <a:lnTo>
                    <a:pt x="9648931" y="1613815"/>
                  </a:lnTo>
                </a:path>
              </a:pathLst>
            </a:custGeom>
            <a:ln w="40651" cap="flat">
              <a:solidFill>
                <a:srgbClr val="A1253E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tx13"/>
            <p:cNvSpPr/>
            <p:nvPr/>
          </p:nvSpPr>
          <p:spPr>
            <a:xfrm>
              <a:off x="2782091" y="2030467"/>
              <a:ext cx="444475" cy="1663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dirty="0">
                  <a:solidFill>
                    <a:srgbClr val="A1253E">
                      <a:alpha val="100000"/>
                    </a:srgbClr>
                  </a:solidFill>
                  <a:latin typeface="Arial"/>
                  <a:cs typeface="Arial"/>
                </a:rPr>
                <a:t>Nick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2782091" y="5195049"/>
              <a:ext cx="482649" cy="1663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dirty="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Dom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627576" y="5400988"/>
              <a:ext cx="330398" cy="17245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0%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500440" y="4516253"/>
              <a:ext cx="457534" cy="17245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25%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500440" y="3631519"/>
              <a:ext cx="457534" cy="17245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500440" y="2746785"/>
              <a:ext cx="457534" cy="17245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75%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373303" y="1862050"/>
              <a:ext cx="584671" cy="17245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22" name="pl21"/>
            <p:cNvSpPr/>
            <p:nvPr/>
          </p:nvSpPr>
          <p:spPr>
            <a:xfrm>
              <a:off x="1060460" y="5491624"/>
              <a:ext cx="10613824" cy="0"/>
            </a:xfrm>
            <a:custGeom>
              <a:avLst/>
              <a:gdLst/>
              <a:ahLst/>
              <a:cxnLst/>
              <a:rect l="0" t="0" r="0" b="0"/>
              <a:pathLst>
                <a:path w="10613824">
                  <a:moveTo>
                    <a:pt x="0" y="0"/>
                  </a:moveTo>
                  <a:lnTo>
                    <a:pt x="10613824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l22"/>
            <p:cNvSpPr/>
            <p:nvPr/>
          </p:nvSpPr>
          <p:spPr>
            <a:xfrm>
              <a:off x="1542907" y="5491624"/>
              <a:ext cx="0" cy="56936"/>
            </a:xfrm>
            <a:custGeom>
              <a:avLst/>
              <a:gdLst/>
              <a:ahLst/>
              <a:cxnLst/>
              <a:rect l="0" t="0" r="0" b="0"/>
              <a:pathLst>
                <a:path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l23"/>
            <p:cNvSpPr/>
            <p:nvPr/>
          </p:nvSpPr>
          <p:spPr>
            <a:xfrm>
              <a:off x="5408834" y="5491624"/>
              <a:ext cx="0" cy="56936"/>
            </a:xfrm>
            <a:custGeom>
              <a:avLst/>
              <a:gdLst/>
              <a:ahLst/>
              <a:cxnLst/>
              <a:rect l="0" t="0" r="0" b="0"/>
              <a:pathLst>
                <a:path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l24"/>
            <p:cNvSpPr/>
            <p:nvPr/>
          </p:nvSpPr>
          <p:spPr>
            <a:xfrm>
              <a:off x="9285353" y="5491624"/>
              <a:ext cx="0" cy="56936"/>
            </a:xfrm>
            <a:custGeom>
              <a:avLst/>
              <a:gdLst/>
              <a:ahLst/>
              <a:cxnLst/>
              <a:rect l="0" t="0" r="0" b="0"/>
              <a:pathLst>
                <a:path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tx25"/>
            <p:cNvSpPr/>
            <p:nvPr/>
          </p:nvSpPr>
          <p:spPr>
            <a:xfrm>
              <a:off x="1288634" y="5590538"/>
              <a:ext cx="508545" cy="16720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2023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5154561" y="5590649"/>
              <a:ext cx="508545" cy="1670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2024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9031080" y="5590649"/>
              <a:ext cx="508545" cy="1670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2025</a:t>
              </a:r>
            </a:p>
          </p:txBody>
        </p:sp>
      </p:grpSp>
      <p:sp>
        <p:nvSpPr>
          <p:cNvPr id="29" name="Title 1"/>
          <p:cNvSpPr>
            <a:spLocks noGrp="1"/>
          </p:cNvSpPr>
          <p:nvPr>
            <p:ph type="title" hasCustomPrompt="1"/>
          </p:nvPr>
        </p:nvSpPr>
        <p:spPr>
          <a:xfrm>
            <a:off x="385482" y="367368"/>
            <a:ext cx="9637060" cy="540145"/>
          </a:xfrm>
        </p:spPr>
        <p:txBody>
          <a:bodyPr/>
          <a:lstStyle/>
          <a:p>
            <a:r>
              <a:t>In his time at Grattan, Nick taught Dom the essential skills to succeed in the associate role</a:t>
            </a:r>
          </a:p>
        </p:txBody>
      </p:sp>
      <p:sp>
        <p:nvSpPr>
          <p:cNvPr id="30" name="Caption Placeholder 1"/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6239781"/>
            <a:ext cx="10662320" cy="455613"/>
          </a:xfrm>
        </p:spPr>
        <p:txBody>
          <a:bodyPr/>
          <a:lstStyle/>
          <a:p>
            <a: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2022 Grattan PPT Colour Theme - FINAL">
      <a:dk1>
        <a:srgbClr val="000000"/>
      </a:dk1>
      <a:lt1>
        <a:srgbClr val="FFFFFF"/>
      </a:lt1>
      <a:dk2>
        <a:srgbClr val="D4582A"/>
      </a:dk2>
      <a:lt2>
        <a:srgbClr val="FFF3E6"/>
      </a:lt2>
      <a:accent1>
        <a:srgbClr val="EF7900"/>
      </a:accent1>
      <a:accent2>
        <a:srgbClr val="A1253E"/>
      </a:accent2>
      <a:accent3>
        <a:srgbClr val="611633"/>
      </a:accent3>
      <a:accent4>
        <a:srgbClr val="F5B50C"/>
      </a:accent4>
      <a:accent5>
        <a:srgbClr val="6A99C4"/>
      </a:accent5>
      <a:accent6>
        <a:srgbClr val="4371A1"/>
      </a:accent6>
      <a:hlink>
        <a:srgbClr val="EF7900"/>
      </a:hlink>
      <a:folHlink>
        <a:srgbClr val="D4582A"/>
      </a:folHlink>
    </a:clrScheme>
    <a:fontScheme name="Grattan Web Fonts">
      <a:majorFont>
        <a:latin typeface="DM Serif Display"/>
        <a:ea typeface=""/>
        <a:cs typeface=""/>
      </a:majorFont>
      <a:minorFont>
        <a:latin typeface="Avenir Next LT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 algn="l">
          <a:defRPr sz="1600" dirty="0">
            <a:solidFill>
              <a:schemeClr val="accent1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9055</TotalTime>
  <Words>119</Words>
  <Application>Microsoft Office PowerPoint</Application>
  <PresentationFormat>Widescreen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Avenir Next LT Pro</vt:lpstr>
      <vt:lpstr>Calibri</vt:lpstr>
      <vt:lpstr>DM Serif Display</vt:lpstr>
      <vt:lpstr>Office Theme</vt:lpstr>
      <vt:lpstr>In his time at Grattan, Nick taught Dom the essential skills to succeed in the associate role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Insert title</dc:title>
  <dc:creator>Kat Clay</dc:creator>
  <cp:lastModifiedBy>Dominic Jones</cp:lastModifiedBy>
  <cp:revision>271</cp:revision>
  <dcterms:created xsi:type="dcterms:W3CDTF">2022-05-20T01:54:03Z</dcterms:created>
  <dcterms:modified xsi:type="dcterms:W3CDTF">2025-06-24T00:16:58Z</dcterms:modified>
</cp:coreProperties>
</file>