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7900"/>
    <a:srgbClr val="F5B50C"/>
    <a:srgbClr val="A1253E"/>
    <a:srgbClr val="C06C7D"/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26471-C4A4-4708-A47C-F404F4D76953}" v="2" dt="2025-07-17T03:08:46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/>
    <p:restoredTop sz="94653"/>
  </p:normalViewPr>
  <p:slideViewPr>
    <p:cSldViewPr snapToGrid="0" snapToObjects="1">
      <p:cViewPr>
        <p:scale>
          <a:sx n="120" d="100"/>
          <a:sy n="120" d="100"/>
        </p:scale>
        <p:origin x="1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Jones" userId="8a7bc671-a4ae-414f-b318-851f1451f1f7" providerId="ADAL" clId="{22E26471-C4A4-4708-A47C-F404F4D76953}"/>
    <pc:docChg chg="modSld">
      <pc:chgData name="Dominic Jones" userId="8a7bc671-a4ae-414f-b318-851f1451f1f7" providerId="ADAL" clId="{22E26471-C4A4-4708-A47C-F404F4D76953}" dt="2025-07-17T03:10:13.919" v="59" actId="14100"/>
      <pc:docMkLst>
        <pc:docMk/>
      </pc:docMkLst>
      <pc:sldChg chg="addSp modSp mod">
        <pc:chgData name="Dominic Jones" userId="8a7bc671-a4ae-414f-b318-851f1451f1f7" providerId="ADAL" clId="{22E26471-C4A4-4708-A47C-F404F4D76953}" dt="2025-07-17T03:10:13.919" v="59" actId="14100"/>
        <pc:sldMkLst>
          <pc:docMk/>
          <pc:sldMk cId="0" sldId="256"/>
        </pc:sldMkLst>
        <pc:spChg chg="mod ord">
          <ac:chgData name="Dominic Jones" userId="8a7bc671-a4ae-414f-b318-851f1451f1f7" providerId="ADAL" clId="{22E26471-C4A4-4708-A47C-F404F4D76953}" dt="2025-07-17T03:09:26.630" v="56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ominic Jones" userId="8a7bc671-a4ae-414f-b318-851f1451f1f7" providerId="ADAL" clId="{22E26471-C4A4-4708-A47C-F404F4D76953}" dt="2025-07-17T03:10:13.919" v="59" actId="14100"/>
          <ac:spMkLst>
            <pc:docMk/>
            <pc:sldMk cId="0" sldId="256"/>
            <ac:spMk id="109" creationId="{00000000-0000-0000-0000-000000000000}"/>
          </ac:spMkLst>
        </pc:spChg>
        <pc:spChg chg="add mod">
          <ac:chgData name="Dominic Jones" userId="8a7bc671-a4ae-414f-b318-851f1451f1f7" providerId="ADAL" clId="{22E26471-C4A4-4708-A47C-F404F4D76953}" dt="2025-07-17T03:07:39.340" v="23" actId="1076"/>
          <ac:spMkLst>
            <pc:docMk/>
            <pc:sldMk cId="0" sldId="256"/>
            <ac:spMk id="111" creationId="{A3E1245A-12CC-92DE-F87B-CDF7A0668E55}"/>
          </ac:spMkLst>
        </pc:spChg>
        <pc:spChg chg="add mod">
          <ac:chgData name="Dominic Jones" userId="8a7bc671-a4ae-414f-b318-851f1451f1f7" providerId="ADAL" clId="{22E26471-C4A4-4708-A47C-F404F4D76953}" dt="2025-07-17T03:09:31.438" v="57" actId="1076"/>
          <ac:spMkLst>
            <pc:docMk/>
            <pc:sldMk cId="0" sldId="256"/>
            <ac:spMk id="112" creationId="{04C6C293-2891-E7F6-9703-313C1C67D2A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
Powerpoint file location: C:\Users\domijones\OneDrive - The University of Melbourne\Energy\Analysis\analysis_cp_dj_2025\retail prices first chart\retail prices first chart_fullslide.pptx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17/07/2025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t>Dollars per MWh ($2024)</a:t>
            </a:r>
          </a:p>
        </p:txBody>
      </p:sp>
      <p:grpSp>
        <p:nvGrpSpPr>
          <p:cNvPr id="3" name="Content Placeholder 3"/>
          <p:cNvGrpSpPr/>
          <p:nvPr/>
        </p:nvGrpSpPr>
        <p:grpSpPr>
          <a:xfrm>
            <a:off x="373303" y="1808162"/>
            <a:ext cx="11410710" cy="4284662"/>
            <a:chOff x="373303" y="1808162"/>
            <a:chExt cx="11410710" cy="4284662"/>
          </a:xfrm>
        </p:grpSpPr>
        <p:sp>
          <p:nvSpPr>
            <p:cNvPr id="4" name="rc3"/>
            <p:cNvSpPr/>
            <p:nvPr/>
          </p:nvSpPr>
          <p:spPr>
            <a:xfrm>
              <a:off x="11784013" y="1808162"/>
              <a:ext cx="0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5"/>
            <p:cNvSpPr/>
            <p:nvPr/>
          </p:nvSpPr>
          <p:spPr>
            <a:xfrm>
              <a:off x="984335" y="350818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6"/>
            <p:cNvSpPr/>
            <p:nvPr/>
          </p:nvSpPr>
          <p:spPr>
            <a:xfrm>
              <a:off x="984335" y="323608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984335" y="2963979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984335" y="2691875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9"/>
            <p:cNvSpPr/>
            <p:nvPr/>
          </p:nvSpPr>
          <p:spPr>
            <a:xfrm>
              <a:off x="984335" y="2419771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1140762" y="2869058"/>
              <a:ext cx="3128542" cy="375095"/>
            </a:xfrm>
            <a:custGeom>
              <a:avLst/>
              <a:gdLst/>
              <a:ahLst/>
              <a:cxnLst/>
              <a:rect l="0" t="0" r="0" b="0"/>
              <a:pathLst>
                <a:path w="3128542" h="375095">
                  <a:moveTo>
                    <a:pt x="0" y="128399"/>
                  </a:moveTo>
                  <a:lnTo>
                    <a:pt x="97766" y="155281"/>
                  </a:lnTo>
                  <a:lnTo>
                    <a:pt x="195533" y="214963"/>
                  </a:lnTo>
                  <a:lnTo>
                    <a:pt x="293300" y="353622"/>
                  </a:lnTo>
                  <a:lnTo>
                    <a:pt x="391067" y="333060"/>
                  </a:lnTo>
                  <a:lnTo>
                    <a:pt x="488834" y="0"/>
                  </a:lnTo>
                  <a:lnTo>
                    <a:pt x="586601" y="19345"/>
                  </a:lnTo>
                  <a:lnTo>
                    <a:pt x="684368" y="225775"/>
                  </a:lnTo>
                  <a:lnTo>
                    <a:pt x="782135" y="200049"/>
                  </a:lnTo>
                  <a:lnTo>
                    <a:pt x="879902" y="179121"/>
                  </a:lnTo>
                  <a:lnTo>
                    <a:pt x="977669" y="193981"/>
                  </a:lnTo>
                  <a:lnTo>
                    <a:pt x="1075436" y="266898"/>
                  </a:lnTo>
                  <a:lnTo>
                    <a:pt x="1173203" y="314414"/>
                  </a:lnTo>
                  <a:lnTo>
                    <a:pt x="1270970" y="375095"/>
                  </a:lnTo>
                  <a:lnTo>
                    <a:pt x="1368737" y="351454"/>
                  </a:lnTo>
                  <a:lnTo>
                    <a:pt x="1466504" y="322531"/>
                  </a:lnTo>
                  <a:lnTo>
                    <a:pt x="1564271" y="262944"/>
                  </a:lnTo>
                  <a:lnTo>
                    <a:pt x="1662038" y="223892"/>
                  </a:lnTo>
                  <a:lnTo>
                    <a:pt x="1759805" y="185776"/>
                  </a:lnTo>
                  <a:lnTo>
                    <a:pt x="1857572" y="182775"/>
                  </a:lnTo>
                  <a:lnTo>
                    <a:pt x="1955338" y="173507"/>
                  </a:lnTo>
                  <a:lnTo>
                    <a:pt x="2053105" y="180912"/>
                  </a:lnTo>
                  <a:lnTo>
                    <a:pt x="2150872" y="195054"/>
                  </a:lnTo>
                  <a:lnTo>
                    <a:pt x="2248639" y="177120"/>
                  </a:lnTo>
                  <a:lnTo>
                    <a:pt x="2346406" y="179882"/>
                  </a:lnTo>
                  <a:lnTo>
                    <a:pt x="2444173" y="171174"/>
                  </a:lnTo>
                  <a:lnTo>
                    <a:pt x="2541940" y="173026"/>
                  </a:lnTo>
                  <a:lnTo>
                    <a:pt x="2639707" y="160972"/>
                  </a:lnTo>
                  <a:lnTo>
                    <a:pt x="2737474" y="155465"/>
                  </a:lnTo>
                  <a:lnTo>
                    <a:pt x="2835241" y="158540"/>
                  </a:lnTo>
                  <a:lnTo>
                    <a:pt x="2933008" y="154244"/>
                  </a:lnTo>
                  <a:lnTo>
                    <a:pt x="3030775" y="152870"/>
                  </a:lnTo>
                  <a:lnTo>
                    <a:pt x="3128542" y="158879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1140762" y="2517735"/>
              <a:ext cx="3128542" cy="716957"/>
            </a:xfrm>
            <a:custGeom>
              <a:avLst/>
              <a:gdLst/>
              <a:ahLst/>
              <a:cxnLst/>
              <a:rect l="0" t="0" r="0" b="0"/>
              <a:pathLst>
                <a:path w="3128542" h="716957">
                  <a:moveTo>
                    <a:pt x="0" y="479722"/>
                  </a:moveTo>
                  <a:lnTo>
                    <a:pt x="97766" y="506604"/>
                  </a:lnTo>
                  <a:lnTo>
                    <a:pt x="195533" y="566286"/>
                  </a:lnTo>
                  <a:lnTo>
                    <a:pt x="293300" y="704945"/>
                  </a:lnTo>
                  <a:lnTo>
                    <a:pt x="391067" y="684383"/>
                  </a:lnTo>
                  <a:lnTo>
                    <a:pt x="488834" y="351322"/>
                  </a:lnTo>
                  <a:lnTo>
                    <a:pt x="586601" y="370641"/>
                  </a:lnTo>
                  <a:lnTo>
                    <a:pt x="684368" y="577073"/>
                  </a:lnTo>
                  <a:lnTo>
                    <a:pt x="782135" y="533290"/>
                  </a:lnTo>
                  <a:lnTo>
                    <a:pt x="879902" y="502540"/>
                  </a:lnTo>
                  <a:lnTo>
                    <a:pt x="977669" y="479829"/>
                  </a:lnTo>
                  <a:lnTo>
                    <a:pt x="1075436" y="627960"/>
                  </a:lnTo>
                  <a:lnTo>
                    <a:pt x="1173203" y="716957"/>
                  </a:lnTo>
                  <a:lnTo>
                    <a:pt x="1270970" y="595322"/>
                  </a:lnTo>
                  <a:lnTo>
                    <a:pt x="1368737" y="549480"/>
                  </a:lnTo>
                  <a:lnTo>
                    <a:pt x="1466504" y="510894"/>
                  </a:lnTo>
                  <a:lnTo>
                    <a:pt x="1564271" y="502859"/>
                  </a:lnTo>
                  <a:lnTo>
                    <a:pt x="1662038" y="475432"/>
                  </a:lnTo>
                  <a:lnTo>
                    <a:pt x="1759805" y="411330"/>
                  </a:lnTo>
                  <a:lnTo>
                    <a:pt x="1857572" y="410365"/>
                  </a:lnTo>
                  <a:lnTo>
                    <a:pt x="1955338" y="408877"/>
                  </a:lnTo>
                  <a:lnTo>
                    <a:pt x="2053105" y="390922"/>
                  </a:lnTo>
                  <a:lnTo>
                    <a:pt x="2150872" y="365957"/>
                  </a:lnTo>
                  <a:lnTo>
                    <a:pt x="2248639" y="354799"/>
                  </a:lnTo>
                  <a:lnTo>
                    <a:pt x="2346406" y="335750"/>
                  </a:lnTo>
                  <a:lnTo>
                    <a:pt x="2444173" y="296556"/>
                  </a:lnTo>
                  <a:lnTo>
                    <a:pt x="2541940" y="256350"/>
                  </a:lnTo>
                  <a:lnTo>
                    <a:pt x="2639707" y="210799"/>
                  </a:lnTo>
                  <a:lnTo>
                    <a:pt x="2737474" y="178955"/>
                  </a:lnTo>
                  <a:lnTo>
                    <a:pt x="2835241" y="149494"/>
                  </a:lnTo>
                  <a:lnTo>
                    <a:pt x="2933008" y="109337"/>
                  </a:lnTo>
                  <a:lnTo>
                    <a:pt x="3030775" y="59836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1140762" y="2869058"/>
              <a:ext cx="3128542" cy="353622"/>
            </a:xfrm>
            <a:custGeom>
              <a:avLst/>
              <a:gdLst/>
              <a:ahLst/>
              <a:cxnLst/>
              <a:rect l="0" t="0" r="0" b="0"/>
              <a:pathLst>
                <a:path w="3128542" h="353622">
                  <a:moveTo>
                    <a:pt x="0" y="128399"/>
                  </a:moveTo>
                  <a:lnTo>
                    <a:pt x="97766" y="155281"/>
                  </a:lnTo>
                  <a:lnTo>
                    <a:pt x="195533" y="214963"/>
                  </a:lnTo>
                  <a:lnTo>
                    <a:pt x="293300" y="353622"/>
                  </a:lnTo>
                  <a:lnTo>
                    <a:pt x="391067" y="333060"/>
                  </a:lnTo>
                  <a:lnTo>
                    <a:pt x="488834" y="0"/>
                  </a:lnTo>
                  <a:lnTo>
                    <a:pt x="586601" y="19345"/>
                  </a:lnTo>
                  <a:lnTo>
                    <a:pt x="684368" y="225775"/>
                  </a:lnTo>
                  <a:lnTo>
                    <a:pt x="782135" y="200049"/>
                  </a:lnTo>
                  <a:lnTo>
                    <a:pt x="879902" y="179115"/>
                  </a:lnTo>
                  <a:lnTo>
                    <a:pt x="977669" y="193979"/>
                  </a:lnTo>
                  <a:lnTo>
                    <a:pt x="1075436" y="266877"/>
                  </a:lnTo>
                  <a:lnTo>
                    <a:pt x="1173203" y="320896"/>
                  </a:lnTo>
                  <a:lnTo>
                    <a:pt x="1270970" y="337930"/>
                  </a:lnTo>
                  <a:lnTo>
                    <a:pt x="1368737" y="120495"/>
                  </a:lnTo>
                  <a:lnTo>
                    <a:pt x="1466504" y="120618"/>
                  </a:lnTo>
                  <a:lnTo>
                    <a:pt x="1564271" y="184841"/>
                  </a:lnTo>
                  <a:lnTo>
                    <a:pt x="1662038" y="182156"/>
                  </a:lnTo>
                  <a:lnTo>
                    <a:pt x="1759805" y="109254"/>
                  </a:lnTo>
                  <a:lnTo>
                    <a:pt x="1857572" y="122679"/>
                  </a:lnTo>
                  <a:lnTo>
                    <a:pt x="1955338" y="154910"/>
                  </a:lnTo>
                  <a:lnTo>
                    <a:pt x="2053105" y="178865"/>
                  </a:lnTo>
                  <a:lnTo>
                    <a:pt x="2150872" y="151009"/>
                  </a:lnTo>
                  <a:lnTo>
                    <a:pt x="2248639" y="154823"/>
                  </a:lnTo>
                  <a:lnTo>
                    <a:pt x="2346406" y="171585"/>
                  </a:lnTo>
                  <a:lnTo>
                    <a:pt x="2444173" y="151381"/>
                  </a:lnTo>
                  <a:lnTo>
                    <a:pt x="2541940" y="145996"/>
                  </a:lnTo>
                  <a:lnTo>
                    <a:pt x="2639707" y="104725"/>
                  </a:lnTo>
                  <a:lnTo>
                    <a:pt x="2737474" y="118479"/>
                  </a:lnTo>
                  <a:lnTo>
                    <a:pt x="2835241" y="162540"/>
                  </a:lnTo>
                  <a:lnTo>
                    <a:pt x="2933008" y="185903"/>
                  </a:lnTo>
                  <a:lnTo>
                    <a:pt x="3030775" y="168741"/>
                  </a:lnTo>
                  <a:lnTo>
                    <a:pt x="3128542" y="16527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3"/>
            <p:cNvSpPr/>
            <p:nvPr/>
          </p:nvSpPr>
          <p:spPr>
            <a:xfrm>
              <a:off x="984335" y="4180995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984335" y="5395637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984335" y="512353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984335" y="4851430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984335" y="457932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984335" y="4307222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1140762" y="4733211"/>
              <a:ext cx="3128542" cy="571977"/>
            </a:xfrm>
            <a:custGeom>
              <a:avLst/>
              <a:gdLst/>
              <a:ahLst/>
              <a:cxnLst/>
              <a:rect l="0" t="0" r="0" b="0"/>
              <a:pathLst>
                <a:path w="3128542" h="571977">
                  <a:moveTo>
                    <a:pt x="0" y="88594"/>
                  </a:moveTo>
                  <a:lnTo>
                    <a:pt x="97766" y="0"/>
                  </a:lnTo>
                  <a:lnTo>
                    <a:pt x="195533" y="72255"/>
                  </a:lnTo>
                  <a:lnTo>
                    <a:pt x="293300" y="186751"/>
                  </a:lnTo>
                  <a:lnTo>
                    <a:pt x="391067" y="259683"/>
                  </a:lnTo>
                  <a:lnTo>
                    <a:pt x="488834" y="321803"/>
                  </a:lnTo>
                  <a:lnTo>
                    <a:pt x="586601" y="277220"/>
                  </a:lnTo>
                  <a:lnTo>
                    <a:pt x="684368" y="338477"/>
                  </a:lnTo>
                  <a:lnTo>
                    <a:pt x="782135" y="369278"/>
                  </a:lnTo>
                  <a:lnTo>
                    <a:pt x="879902" y="434363"/>
                  </a:lnTo>
                  <a:lnTo>
                    <a:pt x="977669" y="435497"/>
                  </a:lnTo>
                  <a:lnTo>
                    <a:pt x="1075436" y="465597"/>
                  </a:lnTo>
                  <a:lnTo>
                    <a:pt x="1173203" y="480960"/>
                  </a:lnTo>
                  <a:lnTo>
                    <a:pt x="1270970" y="538551"/>
                  </a:lnTo>
                  <a:lnTo>
                    <a:pt x="1368737" y="568297"/>
                  </a:lnTo>
                  <a:lnTo>
                    <a:pt x="1466504" y="571977"/>
                  </a:lnTo>
                  <a:lnTo>
                    <a:pt x="1564271" y="530031"/>
                  </a:lnTo>
                  <a:lnTo>
                    <a:pt x="1662038" y="468822"/>
                  </a:lnTo>
                  <a:lnTo>
                    <a:pt x="1759805" y="435936"/>
                  </a:lnTo>
                  <a:lnTo>
                    <a:pt x="1857572" y="407548"/>
                  </a:lnTo>
                  <a:lnTo>
                    <a:pt x="1955338" y="371555"/>
                  </a:lnTo>
                  <a:lnTo>
                    <a:pt x="2053105" y="355209"/>
                  </a:lnTo>
                  <a:lnTo>
                    <a:pt x="2150872" y="360809"/>
                  </a:lnTo>
                  <a:lnTo>
                    <a:pt x="2248639" y="376355"/>
                  </a:lnTo>
                  <a:lnTo>
                    <a:pt x="2346406" y="372404"/>
                  </a:lnTo>
                  <a:lnTo>
                    <a:pt x="2444173" y="362162"/>
                  </a:lnTo>
                  <a:lnTo>
                    <a:pt x="2541940" y="346140"/>
                  </a:lnTo>
                  <a:lnTo>
                    <a:pt x="2639707" y="328411"/>
                  </a:lnTo>
                  <a:lnTo>
                    <a:pt x="2737474" y="313235"/>
                  </a:lnTo>
                  <a:lnTo>
                    <a:pt x="2835241" y="313854"/>
                  </a:lnTo>
                  <a:lnTo>
                    <a:pt x="2933008" y="312981"/>
                  </a:lnTo>
                  <a:lnTo>
                    <a:pt x="3030775" y="303740"/>
                  </a:lnTo>
                  <a:lnTo>
                    <a:pt x="3128542" y="287759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1140762" y="4533699"/>
              <a:ext cx="3128542" cy="659943"/>
            </a:xfrm>
            <a:custGeom>
              <a:avLst/>
              <a:gdLst/>
              <a:ahLst/>
              <a:cxnLst/>
              <a:rect l="0" t="0" r="0" b="0"/>
              <a:pathLst>
                <a:path w="3128542" h="659943">
                  <a:moveTo>
                    <a:pt x="0" y="288106"/>
                  </a:moveTo>
                  <a:lnTo>
                    <a:pt x="97766" y="199511"/>
                  </a:lnTo>
                  <a:lnTo>
                    <a:pt x="195533" y="271767"/>
                  </a:lnTo>
                  <a:lnTo>
                    <a:pt x="293300" y="386262"/>
                  </a:lnTo>
                  <a:lnTo>
                    <a:pt x="391067" y="459195"/>
                  </a:lnTo>
                  <a:lnTo>
                    <a:pt x="488834" y="521315"/>
                  </a:lnTo>
                  <a:lnTo>
                    <a:pt x="586601" y="476704"/>
                  </a:lnTo>
                  <a:lnTo>
                    <a:pt x="684368" y="537964"/>
                  </a:lnTo>
                  <a:lnTo>
                    <a:pt x="782135" y="549205"/>
                  </a:lnTo>
                  <a:lnTo>
                    <a:pt x="879902" y="609661"/>
                  </a:lnTo>
                  <a:lnTo>
                    <a:pt x="977669" y="601637"/>
                  </a:lnTo>
                  <a:lnTo>
                    <a:pt x="1075436" y="630300"/>
                  </a:lnTo>
                  <a:lnTo>
                    <a:pt x="1173203" y="659943"/>
                  </a:lnTo>
                  <a:lnTo>
                    <a:pt x="1270970" y="594640"/>
                  </a:lnTo>
                  <a:lnTo>
                    <a:pt x="1368737" y="595261"/>
                  </a:lnTo>
                  <a:lnTo>
                    <a:pt x="1466504" y="569282"/>
                  </a:lnTo>
                  <a:lnTo>
                    <a:pt x="1564271" y="541788"/>
                  </a:lnTo>
                  <a:lnTo>
                    <a:pt x="1662038" y="503516"/>
                  </a:lnTo>
                  <a:lnTo>
                    <a:pt x="1759805" y="480503"/>
                  </a:lnTo>
                  <a:lnTo>
                    <a:pt x="1857572" y="444024"/>
                  </a:lnTo>
                  <a:lnTo>
                    <a:pt x="1955338" y="413889"/>
                  </a:lnTo>
                  <a:lnTo>
                    <a:pt x="2053105" y="401554"/>
                  </a:lnTo>
                  <a:lnTo>
                    <a:pt x="2150872" y="382457"/>
                  </a:lnTo>
                  <a:lnTo>
                    <a:pt x="2248639" y="359040"/>
                  </a:lnTo>
                  <a:lnTo>
                    <a:pt x="2346406" y="334227"/>
                  </a:lnTo>
                  <a:lnTo>
                    <a:pt x="2444173" y="312230"/>
                  </a:lnTo>
                  <a:lnTo>
                    <a:pt x="2541940" y="273111"/>
                  </a:lnTo>
                  <a:lnTo>
                    <a:pt x="2639707" y="221858"/>
                  </a:lnTo>
                  <a:lnTo>
                    <a:pt x="2737474" y="169001"/>
                  </a:lnTo>
                  <a:lnTo>
                    <a:pt x="2835241" y="132445"/>
                  </a:lnTo>
                  <a:lnTo>
                    <a:pt x="2933008" y="100975"/>
                  </a:lnTo>
                  <a:lnTo>
                    <a:pt x="3030775" y="59052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1140762" y="4733211"/>
              <a:ext cx="3128542" cy="516245"/>
            </a:xfrm>
            <a:custGeom>
              <a:avLst/>
              <a:gdLst/>
              <a:ahLst/>
              <a:cxnLst/>
              <a:rect l="0" t="0" r="0" b="0"/>
              <a:pathLst>
                <a:path w="3128542" h="516245">
                  <a:moveTo>
                    <a:pt x="0" y="88594"/>
                  </a:moveTo>
                  <a:lnTo>
                    <a:pt x="97766" y="0"/>
                  </a:lnTo>
                  <a:lnTo>
                    <a:pt x="195533" y="72255"/>
                  </a:lnTo>
                  <a:lnTo>
                    <a:pt x="293300" y="186751"/>
                  </a:lnTo>
                  <a:lnTo>
                    <a:pt x="391067" y="259683"/>
                  </a:lnTo>
                  <a:lnTo>
                    <a:pt x="488834" y="321803"/>
                  </a:lnTo>
                  <a:lnTo>
                    <a:pt x="586601" y="277220"/>
                  </a:lnTo>
                  <a:lnTo>
                    <a:pt x="684368" y="338477"/>
                  </a:lnTo>
                  <a:lnTo>
                    <a:pt x="782135" y="369278"/>
                  </a:lnTo>
                  <a:lnTo>
                    <a:pt x="879902" y="434357"/>
                  </a:lnTo>
                  <a:lnTo>
                    <a:pt x="977669" y="435493"/>
                  </a:lnTo>
                  <a:lnTo>
                    <a:pt x="1075436" y="465585"/>
                  </a:lnTo>
                  <a:lnTo>
                    <a:pt x="1173203" y="480921"/>
                  </a:lnTo>
                  <a:lnTo>
                    <a:pt x="1270970" y="516245"/>
                  </a:lnTo>
                  <a:lnTo>
                    <a:pt x="1368737" y="491814"/>
                  </a:lnTo>
                  <a:lnTo>
                    <a:pt x="1466504" y="379503"/>
                  </a:lnTo>
                  <a:lnTo>
                    <a:pt x="1564271" y="270050"/>
                  </a:lnTo>
                  <a:lnTo>
                    <a:pt x="1662038" y="275833"/>
                  </a:lnTo>
                  <a:lnTo>
                    <a:pt x="1759805" y="298565"/>
                  </a:lnTo>
                  <a:lnTo>
                    <a:pt x="1857572" y="280385"/>
                  </a:lnTo>
                  <a:lnTo>
                    <a:pt x="1955338" y="271614"/>
                  </a:lnTo>
                  <a:lnTo>
                    <a:pt x="2053105" y="292920"/>
                  </a:lnTo>
                  <a:lnTo>
                    <a:pt x="2150872" y="310606"/>
                  </a:lnTo>
                  <a:lnTo>
                    <a:pt x="2248639" y="317202"/>
                  </a:lnTo>
                  <a:lnTo>
                    <a:pt x="2346406" y="309034"/>
                  </a:lnTo>
                  <a:lnTo>
                    <a:pt x="2444173" y="311824"/>
                  </a:lnTo>
                  <a:lnTo>
                    <a:pt x="2541940" y="293733"/>
                  </a:lnTo>
                  <a:lnTo>
                    <a:pt x="2639707" y="269891"/>
                  </a:lnTo>
                  <a:lnTo>
                    <a:pt x="2737474" y="248458"/>
                  </a:lnTo>
                  <a:lnTo>
                    <a:pt x="2835241" y="249523"/>
                  </a:lnTo>
                  <a:lnTo>
                    <a:pt x="2933008" y="280150"/>
                  </a:lnTo>
                  <a:lnTo>
                    <a:pt x="3030775" y="303833"/>
                  </a:lnTo>
                  <a:lnTo>
                    <a:pt x="3128542" y="300855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2"/>
            <p:cNvSpPr/>
            <p:nvPr/>
          </p:nvSpPr>
          <p:spPr>
            <a:xfrm>
              <a:off x="4608611" y="2293544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4608611" y="350818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4608611" y="323608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4608611" y="2963979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4608611" y="2691875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4608611" y="2419771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8"/>
            <p:cNvSpPr/>
            <p:nvPr/>
          </p:nvSpPr>
          <p:spPr>
            <a:xfrm>
              <a:off x="4765038" y="2433027"/>
              <a:ext cx="3128542" cy="797294"/>
            </a:xfrm>
            <a:custGeom>
              <a:avLst/>
              <a:gdLst/>
              <a:ahLst/>
              <a:cxnLst/>
              <a:rect l="0" t="0" r="0" b="0"/>
              <a:pathLst>
                <a:path w="3128542" h="797294">
                  <a:moveTo>
                    <a:pt x="0" y="509747"/>
                  </a:moveTo>
                  <a:lnTo>
                    <a:pt x="97766" y="640620"/>
                  </a:lnTo>
                  <a:lnTo>
                    <a:pt x="195533" y="606689"/>
                  </a:lnTo>
                  <a:lnTo>
                    <a:pt x="293300" y="797294"/>
                  </a:lnTo>
                  <a:lnTo>
                    <a:pt x="391067" y="701207"/>
                  </a:lnTo>
                  <a:lnTo>
                    <a:pt x="488834" y="410301"/>
                  </a:lnTo>
                  <a:lnTo>
                    <a:pt x="586601" y="527079"/>
                  </a:lnTo>
                  <a:lnTo>
                    <a:pt x="684368" y="540531"/>
                  </a:lnTo>
                  <a:lnTo>
                    <a:pt x="782135" y="138837"/>
                  </a:lnTo>
                  <a:lnTo>
                    <a:pt x="879902" y="140367"/>
                  </a:lnTo>
                  <a:lnTo>
                    <a:pt x="977669" y="258210"/>
                  </a:lnTo>
                  <a:lnTo>
                    <a:pt x="1075436" y="355026"/>
                  </a:lnTo>
                  <a:lnTo>
                    <a:pt x="1173203" y="447657"/>
                  </a:lnTo>
                  <a:lnTo>
                    <a:pt x="1270970" y="463500"/>
                  </a:lnTo>
                  <a:lnTo>
                    <a:pt x="1368737" y="365699"/>
                  </a:lnTo>
                  <a:lnTo>
                    <a:pt x="1466504" y="311482"/>
                  </a:lnTo>
                  <a:lnTo>
                    <a:pt x="1564271" y="225132"/>
                  </a:lnTo>
                  <a:lnTo>
                    <a:pt x="1662038" y="148074"/>
                  </a:lnTo>
                  <a:lnTo>
                    <a:pt x="1759805" y="137912"/>
                  </a:lnTo>
                  <a:lnTo>
                    <a:pt x="1857572" y="249698"/>
                  </a:lnTo>
                  <a:lnTo>
                    <a:pt x="1955338" y="233366"/>
                  </a:lnTo>
                  <a:lnTo>
                    <a:pt x="2053105" y="223190"/>
                  </a:lnTo>
                  <a:lnTo>
                    <a:pt x="2150872" y="211662"/>
                  </a:lnTo>
                  <a:lnTo>
                    <a:pt x="2248639" y="199259"/>
                  </a:lnTo>
                  <a:lnTo>
                    <a:pt x="2346406" y="186786"/>
                  </a:lnTo>
                  <a:lnTo>
                    <a:pt x="2444173" y="145496"/>
                  </a:lnTo>
                  <a:lnTo>
                    <a:pt x="2541940" y="119530"/>
                  </a:lnTo>
                  <a:lnTo>
                    <a:pt x="2639707" y="129347"/>
                  </a:lnTo>
                  <a:lnTo>
                    <a:pt x="2737474" y="85671"/>
                  </a:lnTo>
                  <a:lnTo>
                    <a:pt x="2835241" y="24197"/>
                  </a:lnTo>
                  <a:lnTo>
                    <a:pt x="2933008" y="0"/>
                  </a:lnTo>
                  <a:lnTo>
                    <a:pt x="3030775" y="125323"/>
                  </a:lnTo>
                  <a:lnTo>
                    <a:pt x="3128542" y="105388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29"/>
            <p:cNvSpPr/>
            <p:nvPr/>
          </p:nvSpPr>
          <p:spPr>
            <a:xfrm>
              <a:off x="4765038" y="2345480"/>
              <a:ext cx="3128542" cy="884840"/>
            </a:xfrm>
            <a:custGeom>
              <a:avLst/>
              <a:gdLst/>
              <a:ahLst/>
              <a:cxnLst/>
              <a:rect l="0" t="0" r="0" b="0"/>
              <a:pathLst>
                <a:path w="3128542" h="884840">
                  <a:moveTo>
                    <a:pt x="0" y="597294"/>
                  </a:moveTo>
                  <a:lnTo>
                    <a:pt x="97766" y="728167"/>
                  </a:lnTo>
                  <a:lnTo>
                    <a:pt x="195533" y="694235"/>
                  </a:lnTo>
                  <a:lnTo>
                    <a:pt x="293300" y="884840"/>
                  </a:lnTo>
                  <a:lnTo>
                    <a:pt x="391067" y="788754"/>
                  </a:lnTo>
                  <a:lnTo>
                    <a:pt x="488834" y="497848"/>
                  </a:lnTo>
                  <a:lnTo>
                    <a:pt x="586601" y="614599"/>
                  </a:lnTo>
                  <a:lnTo>
                    <a:pt x="684368" y="628816"/>
                  </a:lnTo>
                  <a:lnTo>
                    <a:pt x="782135" y="208150"/>
                  </a:lnTo>
                  <a:lnTo>
                    <a:pt x="879902" y="188508"/>
                  </a:lnTo>
                  <a:lnTo>
                    <a:pt x="977669" y="267872"/>
                  </a:lnTo>
                  <a:lnTo>
                    <a:pt x="1075436" y="501605"/>
                  </a:lnTo>
                  <a:lnTo>
                    <a:pt x="1173203" y="637996"/>
                  </a:lnTo>
                  <a:lnTo>
                    <a:pt x="1270970" y="521254"/>
                  </a:lnTo>
                  <a:lnTo>
                    <a:pt x="1368737" y="420353"/>
                  </a:lnTo>
                  <a:lnTo>
                    <a:pt x="1466504" y="388329"/>
                  </a:lnTo>
                  <a:lnTo>
                    <a:pt x="1564271" y="348049"/>
                  </a:lnTo>
                  <a:lnTo>
                    <a:pt x="1662038" y="370379"/>
                  </a:lnTo>
                  <a:lnTo>
                    <a:pt x="1759805" y="430172"/>
                  </a:lnTo>
                  <a:lnTo>
                    <a:pt x="1857572" y="448536"/>
                  </a:lnTo>
                  <a:lnTo>
                    <a:pt x="1955338" y="453482"/>
                  </a:lnTo>
                  <a:lnTo>
                    <a:pt x="2053105" y="427735"/>
                  </a:lnTo>
                  <a:lnTo>
                    <a:pt x="2150872" y="394940"/>
                  </a:lnTo>
                  <a:lnTo>
                    <a:pt x="2248639" y="374599"/>
                  </a:lnTo>
                  <a:lnTo>
                    <a:pt x="2346406" y="350819"/>
                  </a:lnTo>
                  <a:lnTo>
                    <a:pt x="2444173" y="301128"/>
                  </a:lnTo>
                  <a:lnTo>
                    <a:pt x="2541940" y="263688"/>
                  </a:lnTo>
                  <a:lnTo>
                    <a:pt x="2639707" y="225445"/>
                  </a:lnTo>
                  <a:lnTo>
                    <a:pt x="2737474" y="185543"/>
                  </a:lnTo>
                  <a:lnTo>
                    <a:pt x="2835241" y="146022"/>
                  </a:lnTo>
                  <a:lnTo>
                    <a:pt x="2933008" y="102282"/>
                  </a:lnTo>
                  <a:lnTo>
                    <a:pt x="3030775" y="63372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4765038" y="2458085"/>
              <a:ext cx="3128542" cy="772235"/>
            </a:xfrm>
            <a:custGeom>
              <a:avLst/>
              <a:gdLst/>
              <a:ahLst/>
              <a:cxnLst/>
              <a:rect l="0" t="0" r="0" b="0"/>
              <a:pathLst>
                <a:path w="3128542" h="772235">
                  <a:moveTo>
                    <a:pt x="0" y="484688"/>
                  </a:moveTo>
                  <a:lnTo>
                    <a:pt x="97766" y="615562"/>
                  </a:lnTo>
                  <a:lnTo>
                    <a:pt x="195533" y="581630"/>
                  </a:lnTo>
                  <a:lnTo>
                    <a:pt x="293300" y="772235"/>
                  </a:lnTo>
                  <a:lnTo>
                    <a:pt x="391067" y="676149"/>
                  </a:lnTo>
                  <a:lnTo>
                    <a:pt x="488834" y="385243"/>
                  </a:lnTo>
                  <a:lnTo>
                    <a:pt x="586601" y="502021"/>
                  </a:lnTo>
                  <a:lnTo>
                    <a:pt x="684368" y="515472"/>
                  </a:lnTo>
                  <a:lnTo>
                    <a:pt x="782135" y="113778"/>
                  </a:lnTo>
                  <a:lnTo>
                    <a:pt x="879902" y="115302"/>
                  </a:lnTo>
                  <a:lnTo>
                    <a:pt x="977669" y="235810"/>
                  </a:lnTo>
                  <a:lnTo>
                    <a:pt x="1075436" y="343719"/>
                  </a:lnTo>
                  <a:lnTo>
                    <a:pt x="1173203" y="436621"/>
                  </a:lnTo>
                  <a:lnTo>
                    <a:pt x="1270970" y="360205"/>
                  </a:lnTo>
                  <a:lnTo>
                    <a:pt x="1368737" y="0"/>
                  </a:lnTo>
                  <a:lnTo>
                    <a:pt x="1466504" y="10420"/>
                  </a:lnTo>
                  <a:lnTo>
                    <a:pt x="1564271" y="214723"/>
                  </a:lnTo>
                  <a:lnTo>
                    <a:pt x="1662038" y="188269"/>
                  </a:lnTo>
                  <a:lnTo>
                    <a:pt x="1759805" y="116253"/>
                  </a:lnTo>
                  <a:lnTo>
                    <a:pt x="1857572" y="175132"/>
                  </a:lnTo>
                  <a:lnTo>
                    <a:pt x="1955338" y="214565"/>
                  </a:lnTo>
                  <a:lnTo>
                    <a:pt x="2053105" y="235209"/>
                  </a:lnTo>
                  <a:lnTo>
                    <a:pt x="2150872" y="195881"/>
                  </a:lnTo>
                  <a:lnTo>
                    <a:pt x="2248639" y="194750"/>
                  </a:lnTo>
                  <a:lnTo>
                    <a:pt x="2346406" y="207178"/>
                  </a:lnTo>
                  <a:lnTo>
                    <a:pt x="2444173" y="163647"/>
                  </a:lnTo>
                  <a:lnTo>
                    <a:pt x="2541940" y="133495"/>
                  </a:lnTo>
                  <a:lnTo>
                    <a:pt x="2639707" y="70943"/>
                  </a:lnTo>
                  <a:lnTo>
                    <a:pt x="2737474" y="72174"/>
                  </a:lnTo>
                  <a:lnTo>
                    <a:pt x="2835241" y="83868"/>
                  </a:lnTo>
                  <a:lnTo>
                    <a:pt x="2933008" y="86541"/>
                  </a:lnTo>
                  <a:lnTo>
                    <a:pt x="3030775" y="67694"/>
                  </a:lnTo>
                  <a:lnTo>
                    <a:pt x="3128542" y="4967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1"/>
            <p:cNvSpPr/>
            <p:nvPr/>
          </p:nvSpPr>
          <p:spPr>
            <a:xfrm>
              <a:off x="4608611" y="4180995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" name="pl32"/>
            <p:cNvSpPr/>
            <p:nvPr/>
          </p:nvSpPr>
          <p:spPr>
            <a:xfrm>
              <a:off x="4608611" y="5395637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3"/>
            <p:cNvSpPr/>
            <p:nvPr/>
          </p:nvSpPr>
          <p:spPr>
            <a:xfrm>
              <a:off x="4608611" y="512353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4"/>
            <p:cNvSpPr/>
            <p:nvPr/>
          </p:nvSpPr>
          <p:spPr>
            <a:xfrm>
              <a:off x="4608611" y="4851430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5"/>
            <p:cNvSpPr/>
            <p:nvPr/>
          </p:nvSpPr>
          <p:spPr>
            <a:xfrm>
              <a:off x="4608611" y="457932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6"/>
            <p:cNvSpPr/>
            <p:nvPr/>
          </p:nvSpPr>
          <p:spPr>
            <a:xfrm>
              <a:off x="4608611" y="4307222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7"/>
            <p:cNvSpPr/>
            <p:nvPr/>
          </p:nvSpPr>
          <p:spPr>
            <a:xfrm>
              <a:off x="4765038" y="4765216"/>
              <a:ext cx="3128542" cy="462779"/>
            </a:xfrm>
            <a:custGeom>
              <a:avLst/>
              <a:gdLst/>
              <a:ahLst/>
              <a:cxnLst/>
              <a:rect l="0" t="0" r="0" b="0"/>
              <a:pathLst>
                <a:path w="3128542" h="462779">
                  <a:moveTo>
                    <a:pt x="0" y="90951"/>
                  </a:moveTo>
                  <a:lnTo>
                    <a:pt x="97766" y="6150"/>
                  </a:lnTo>
                  <a:lnTo>
                    <a:pt x="195533" y="0"/>
                  </a:lnTo>
                  <a:lnTo>
                    <a:pt x="293300" y="233197"/>
                  </a:lnTo>
                  <a:lnTo>
                    <a:pt x="391067" y="300420"/>
                  </a:lnTo>
                  <a:lnTo>
                    <a:pt x="488834" y="140781"/>
                  </a:lnTo>
                  <a:lnTo>
                    <a:pt x="586601" y="151456"/>
                  </a:lnTo>
                  <a:lnTo>
                    <a:pt x="684368" y="161313"/>
                  </a:lnTo>
                  <a:lnTo>
                    <a:pt x="782135" y="182516"/>
                  </a:lnTo>
                  <a:lnTo>
                    <a:pt x="879902" y="144375"/>
                  </a:lnTo>
                  <a:lnTo>
                    <a:pt x="977669" y="198924"/>
                  </a:lnTo>
                  <a:lnTo>
                    <a:pt x="1075436" y="249894"/>
                  </a:lnTo>
                  <a:lnTo>
                    <a:pt x="1173203" y="271506"/>
                  </a:lnTo>
                  <a:lnTo>
                    <a:pt x="1270970" y="462779"/>
                  </a:lnTo>
                  <a:lnTo>
                    <a:pt x="1368737" y="422742"/>
                  </a:lnTo>
                  <a:lnTo>
                    <a:pt x="1466504" y="380034"/>
                  </a:lnTo>
                  <a:lnTo>
                    <a:pt x="1564271" y="322954"/>
                  </a:lnTo>
                  <a:lnTo>
                    <a:pt x="1662038" y="303326"/>
                  </a:lnTo>
                  <a:lnTo>
                    <a:pt x="1759805" y="242003"/>
                  </a:lnTo>
                  <a:lnTo>
                    <a:pt x="1857572" y="211261"/>
                  </a:lnTo>
                  <a:lnTo>
                    <a:pt x="1955338" y="204118"/>
                  </a:lnTo>
                  <a:lnTo>
                    <a:pt x="2053105" y="227031"/>
                  </a:lnTo>
                  <a:lnTo>
                    <a:pt x="2150872" y="235931"/>
                  </a:lnTo>
                  <a:lnTo>
                    <a:pt x="2248639" y="223622"/>
                  </a:lnTo>
                  <a:lnTo>
                    <a:pt x="2346406" y="213917"/>
                  </a:lnTo>
                  <a:lnTo>
                    <a:pt x="2444173" y="199543"/>
                  </a:lnTo>
                  <a:lnTo>
                    <a:pt x="2541940" y="184465"/>
                  </a:lnTo>
                  <a:lnTo>
                    <a:pt x="2639707" y="175529"/>
                  </a:lnTo>
                  <a:lnTo>
                    <a:pt x="2737474" y="169000"/>
                  </a:lnTo>
                  <a:lnTo>
                    <a:pt x="2835241" y="176057"/>
                  </a:lnTo>
                  <a:lnTo>
                    <a:pt x="2933008" y="151404"/>
                  </a:lnTo>
                  <a:lnTo>
                    <a:pt x="3030775" y="150426"/>
                  </a:lnTo>
                  <a:lnTo>
                    <a:pt x="3128542" y="15789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8"/>
            <p:cNvSpPr/>
            <p:nvPr/>
          </p:nvSpPr>
          <p:spPr>
            <a:xfrm>
              <a:off x="4765038" y="4415649"/>
              <a:ext cx="3128542" cy="649987"/>
            </a:xfrm>
            <a:custGeom>
              <a:avLst/>
              <a:gdLst/>
              <a:ahLst/>
              <a:cxnLst/>
              <a:rect l="0" t="0" r="0" b="0"/>
              <a:pathLst>
                <a:path w="3128542" h="649987">
                  <a:moveTo>
                    <a:pt x="0" y="440518"/>
                  </a:moveTo>
                  <a:lnTo>
                    <a:pt x="97766" y="355717"/>
                  </a:lnTo>
                  <a:lnTo>
                    <a:pt x="195533" y="349566"/>
                  </a:lnTo>
                  <a:lnTo>
                    <a:pt x="293300" y="582764"/>
                  </a:lnTo>
                  <a:lnTo>
                    <a:pt x="391067" y="649987"/>
                  </a:lnTo>
                  <a:lnTo>
                    <a:pt x="488834" y="490348"/>
                  </a:lnTo>
                  <a:lnTo>
                    <a:pt x="586601" y="500995"/>
                  </a:lnTo>
                  <a:lnTo>
                    <a:pt x="684368" y="510855"/>
                  </a:lnTo>
                  <a:lnTo>
                    <a:pt x="782135" y="512462"/>
                  </a:lnTo>
                  <a:lnTo>
                    <a:pt x="879902" y="462283"/>
                  </a:lnTo>
                  <a:lnTo>
                    <a:pt x="977669" y="502885"/>
                  </a:lnTo>
                  <a:lnTo>
                    <a:pt x="1075436" y="576230"/>
                  </a:lnTo>
                  <a:lnTo>
                    <a:pt x="1173203" y="612614"/>
                  </a:lnTo>
                  <a:lnTo>
                    <a:pt x="1270970" y="618167"/>
                  </a:lnTo>
                  <a:lnTo>
                    <a:pt x="1368737" y="577866"/>
                  </a:lnTo>
                  <a:lnTo>
                    <a:pt x="1466504" y="560891"/>
                  </a:lnTo>
                  <a:lnTo>
                    <a:pt x="1564271" y="561396"/>
                  </a:lnTo>
                  <a:lnTo>
                    <a:pt x="1662038" y="516845"/>
                  </a:lnTo>
                  <a:lnTo>
                    <a:pt x="1759805" y="450356"/>
                  </a:lnTo>
                  <a:lnTo>
                    <a:pt x="1857572" y="442146"/>
                  </a:lnTo>
                  <a:lnTo>
                    <a:pt x="1955338" y="434834"/>
                  </a:lnTo>
                  <a:lnTo>
                    <a:pt x="2053105" y="410875"/>
                  </a:lnTo>
                  <a:lnTo>
                    <a:pt x="2150872" y="384956"/>
                  </a:lnTo>
                  <a:lnTo>
                    <a:pt x="2248639" y="371176"/>
                  </a:lnTo>
                  <a:lnTo>
                    <a:pt x="2346406" y="347730"/>
                  </a:lnTo>
                  <a:lnTo>
                    <a:pt x="2444173" y="306384"/>
                  </a:lnTo>
                  <a:lnTo>
                    <a:pt x="2541940" y="265082"/>
                  </a:lnTo>
                  <a:lnTo>
                    <a:pt x="2639707" y="216442"/>
                  </a:lnTo>
                  <a:lnTo>
                    <a:pt x="2737474" y="181384"/>
                  </a:lnTo>
                  <a:lnTo>
                    <a:pt x="2835241" y="156658"/>
                  </a:lnTo>
                  <a:lnTo>
                    <a:pt x="2933008" y="113916"/>
                  </a:lnTo>
                  <a:lnTo>
                    <a:pt x="3030775" y="60631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765038" y="4765216"/>
              <a:ext cx="3128542" cy="353629"/>
            </a:xfrm>
            <a:custGeom>
              <a:avLst/>
              <a:gdLst/>
              <a:ahLst/>
              <a:cxnLst/>
              <a:rect l="0" t="0" r="0" b="0"/>
              <a:pathLst>
                <a:path w="3128542" h="353629">
                  <a:moveTo>
                    <a:pt x="0" y="90951"/>
                  </a:moveTo>
                  <a:lnTo>
                    <a:pt x="97766" y="6150"/>
                  </a:lnTo>
                  <a:lnTo>
                    <a:pt x="195533" y="0"/>
                  </a:lnTo>
                  <a:lnTo>
                    <a:pt x="293300" y="233197"/>
                  </a:lnTo>
                  <a:lnTo>
                    <a:pt x="391067" y="300420"/>
                  </a:lnTo>
                  <a:lnTo>
                    <a:pt x="488834" y="140781"/>
                  </a:lnTo>
                  <a:lnTo>
                    <a:pt x="586601" y="151456"/>
                  </a:lnTo>
                  <a:lnTo>
                    <a:pt x="684368" y="161313"/>
                  </a:lnTo>
                  <a:lnTo>
                    <a:pt x="782135" y="182516"/>
                  </a:lnTo>
                  <a:lnTo>
                    <a:pt x="879902" y="144369"/>
                  </a:lnTo>
                  <a:lnTo>
                    <a:pt x="977669" y="198914"/>
                  </a:lnTo>
                  <a:lnTo>
                    <a:pt x="1075436" y="249820"/>
                  </a:lnTo>
                  <a:lnTo>
                    <a:pt x="1173203" y="263356"/>
                  </a:lnTo>
                  <a:lnTo>
                    <a:pt x="1270970" y="353629"/>
                  </a:lnTo>
                  <a:lnTo>
                    <a:pt x="1368737" y="116113"/>
                  </a:lnTo>
                  <a:lnTo>
                    <a:pt x="1466504" y="118770"/>
                  </a:lnTo>
                  <a:lnTo>
                    <a:pt x="1564271" y="182970"/>
                  </a:lnTo>
                  <a:lnTo>
                    <a:pt x="1662038" y="167600"/>
                  </a:lnTo>
                  <a:lnTo>
                    <a:pt x="1759805" y="114719"/>
                  </a:lnTo>
                  <a:lnTo>
                    <a:pt x="1857572" y="128663"/>
                  </a:lnTo>
                  <a:lnTo>
                    <a:pt x="1955338" y="161135"/>
                  </a:lnTo>
                  <a:lnTo>
                    <a:pt x="2053105" y="179660"/>
                  </a:lnTo>
                  <a:lnTo>
                    <a:pt x="2150872" y="158047"/>
                  </a:lnTo>
                  <a:lnTo>
                    <a:pt x="2248639" y="176225"/>
                  </a:lnTo>
                  <a:lnTo>
                    <a:pt x="2346406" y="162937"/>
                  </a:lnTo>
                  <a:lnTo>
                    <a:pt x="2444173" y="143848"/>
                  </a:lnTo>
                  <a:lnTo>
                    <a:pt x="2541940" y="130591"/>
                  </a:lnTo>
                  <a:lnTo>
                    <a:pt x="2639707" y="96912"/>
                  </a:lnTo>
                  <a:lnTo>
                    <a:pt x="2737474" y="110225"/>
                  </a:lnTo>
                  <a:lnTo>
                    <a:pt x="2835241" y="157665"/>
                  </a:lnTo>
                  <a:lnTo>
                    <a:pt x="2933008" y="173319"/>
                  </a:lnTo>
                  <a:lnTo>
                    <a:pt x="3030775" y="158751"/>
                  </a:lnTo>
                  <a:lnTo>
                    <a:pt x="3128542" y="15625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0"/>
            <p:cNvSpPr/>
            <p:nvPr/>
          </p:nvSpPr>
          <p:spPr>
            <a:xfrm>
              <a:off x="8232888" y="2293544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8232888" y="350818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8232888" y="323608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8232888" y="2963979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8232888" y="2691875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8232888" y="2419771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8389315" y="2714310"/>
              <a:ext cx="3128542" cy="418754"/>
            </a:xfrm>
            <a:custGeom>
              <a:avLst/>
              <a:gdLst/>
              <a:ahLst/>
              <a:cxnLst/>
              <a:rect l="0" t="0" r="0" b="0"/>
              <a:pathLst>
                <a:path w="3128542" h="418754">
                  <a:moveTo>
                    <a:pt x="0" y="0"/>
                  </a:moveTo>
                  <a:lnTo>
                    <a:pt x="97766" y="34946"/>
                  </a:lnTo>
                  <a:lnTo>
                    <a:pt x="195533" y="17270"/>
                  </a:lnTo>
                  <a:lnTo>
                    <a:pt x="293300" y="355194"/>
                  </a:lnTo>
                  <a:lnTo>
                    <a:pt x="391067" y="370854"/>
                  </a:lnTo>
                  <a:lnTo>
                    <a:pt x="488834" y="154358"/>
                  </a:lnTo>
                  <a:lnTo>
                    <a:pt x="586601" y="139372"/>
                  </a:lnTo>
                  <a:lnTo>
                    <a:pt x="684368" y="174212"/>
                  </a:lnTo>
                  <a:lnTo>
                    <a:pt x="782135" y="171271"/>
                  </a:lnTo>
                  <a:lnTo>
                    <a:pt x="879902" y="188589"/>
                  </a:lnTo>
                  <a:lnTo>
                    <a:pt x="977669" y="213919"/>
                  </a:lnTo>
                  <a:lnTo>
                    <a:pt x="1075436" y="283709"/>
                  </a:lnTo>
                  <a:lnTo>
                    <a:pt x="1173203" y="354689"/>
                  </a:lnTo>
                  <a:lnTo>
                    <a:pt x="1270970" y="418754"/>
                  </a:lnTo>
                  <a:lnTo>
                    <a:pt x="1368737" y="376954"/>
                  </a:lnTo>
                  <a:lnTo>
                    <a:pt x="1466504" y="331072"/>
                  </a:lnTo>
                  <a:lnTo>
                    <a:pt x="1564271" y="289944"/>
                  </a:lnTo>
                  <a:lnTo>
                    <a:pt x="1662038" y="277484"/>
                  </a:lnTo>
                  <a:lnTo>
                    <a:pt x="1759805" y="223875"/>
                  </a:lnTo>
                  <a:lnTo>
                    <a:pt x="1857572" y="196845"/>
                  </a:lnTo>
                  <a:lnTo>
                    <a:pt x="1955338" y="187053"/>
                  </a:lnTo>
                  <a:lnTo>
                    <a:pt x="2053105" y="211076"/>
                  </a:lnTo>
                  <a:lnTo>
                    <a:pt x="2150872" y="221283"/>
                  </a:lnTo>
                  <a:lnTo>
                    <a:pt x="2248639" y="206896"/>
                  </a:lnTo>
                  <a:lnTo>
                    <a:pt x="2346406" y="188578"/>
                  </a:lnTo>
                  <a:lnTo>
                    <a:pt x="2444173" y="161223"/>
                  </a:lnTo>
                  <a:lnTo>
                    <a:pt x="2541940" y="161367"/>
                  </a:lnTo>
                  <a:lnTo>
                    <a:pt x="2639707" y="151577"/>
                  </a:lnTo>
                  <a:lnTo>
                    <a:pt x="2737474" y="146567"/>
                  </a:lnTo>
                  <a:lnTo>
                    <a:pt x="2835241" y="155028"/>
                  </a:lnTo>
                  <a:lnTo>
                    <a:pt x="2933008" y="133528"/>
                  </a:lnTo>
                  <a:lnTo>
                    <a:pt x="3030775" y="137333"/>
                  </a:lnTo>
                  <a:lnTo>
                    <a:pt x="3128542" y="14654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8389315" y="2359893"/>
              <a:ext cx="3128542" cy="725270"/>
            </a:xfrm>
            <a:custGeom>
              <a:avLst/>
              <a:gdLst/>
              <a:ahLst/>
              <a:cxnLst/>
              <a:rect l="0" t="0" r="0" b="0"/>
              <a:pathLst>
                <a:path w="3128542" h="725270">
                  <a:moveTo>
                    <a:pt x="0" y="354416"/>
                  </a:moveTo>
                  <a:lnTo>
                    <a:pt x="97766" y="389363"/>
                  </a:lnTo>
                  <a:lnTo>
                    <a:pt x="195533" y="371687"/>
                  </a:lnTo>
                  <a:lnTo>
                    <a:pt x="293300" y="709610"/>
                  </a:lnTo>
                  <a:lnTo>
                    <a:pt x="391067" y="725270"/>
                  </a:lnTo>
                  <a:lnTo>
                    <a:pt x="488834" y="508774"/>
                  </a:lnTo>
                  <a:lnTo>
                    <a:pt x="586601" y="493761"/>
                  </a:lnTo>
                  <a:lnTo>
                    <a:pt x="684368" y="528603"/>
                  </a:lnTo>
                  <a:lnTo>
                    <a:pt x="782135" y="505992"/>
                  </a:lnTo>
                  <a:lnTo>
                    <a:pt x="879902" y="513335"/>
                  </a:lnTo>
                  <a:lnTo>
                    <a:pt x="977669" y="523431"/>
                  </a:lnTo>
                  <a:lnTo>
                    <a:pt x="1075436" y="638377"/>
                  </a:lnTo>
                  <a:lnTo>
                    <a:pt x="1173203" y="723838"/>
                  </a:lnTo>
                  <a:lnTo>
                    <a:pt x="1270970" y="599126"/>
                  </a:lnTo>
                  <a:lnTo>
                    <a:pt x="1368737" y="556795"/>
                  </a:lnTo>
                  <a:lnTo>
                    <a:pt x="1466504" y="543197"/>
                  </a:lnTo>
                  <a:lnTo>
                    <a:pt x="1564271" y="548937"/>
                  </a:lnTo>
                  <a:lnTo>
                    <a:pt x="1662038" y="512087"/>
                  </a:lnTo>
                  <a:lnTo>
                    <a:pt x="1759805" y="453173"/>
                  </a:lnTo>
                  <a:lnTo>
                    <a:pt x="1857572" y="447848"/>
                  </a:lnTo>
                  <a:lnTo>
                    <a:pt x="1955338" y="440660"/>
                  </a:lnTo>
                  <a:lnTo>
                    <a:pt x="2053105" y="415750"/>
                  </a:lnTo>
                  <a:lnTo>
                    <a:pt x="2150872" y="389996"/>
                  </a:lnTo>
                  <a:lnTo>
                    <a:pt x="2248639" y="375903"/>
                  </a:lnTo>
                  <a:lnTo>
                    <a:pt x="2346406" y="347884"/>
                  </a:lnTo>
                  <a:lnTo>
                    <a:pt x="2444173" y="305168"/>
                  </a:lnTo>
                  <a:lnTo>
                    <a:pt x="2541940" y="264712"/>
                  </a:lnTo>
                  <a:lnTo>
                    <a:pt x="2639707" y="215368"/>
                  </a:lnTo>
                  <a:lnTo>
                    <a:pt x="2737474" y="180140"/>
                  </a:lnTo>
                  <a:lnTo>
                    <a:pt x="2835241" y="156649"/>
                  </a:lnTo>
                  <a:lnTo>
                    <a:pt x="2933008" y="113746"/>
                  </a:lnTo>
                  <a:lnTo>
                    <a:pt x="3030775" y="60913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8389315" y="2714310"/>
              <a:ext cx="3128542" cy="370854"/>
            </a:xfrm>
            <a:custGeom>
              <a:avLst/>
              <a:gdLst/>
              <a:ahLst/>
              <a:cxnLst/>
              <a:rect l="0" t="0" r="0" b="0"/>
              <a:pathLst>
                <a:path w="3128542" h="370854">
                  <a:moveTo>
                    <a:pt x="0" y="0"/>
                  </a:moveTo>
                  <a:lnTo>
                    <a:pt x="97766" y="34946"/>
                  </a:lnTo>
                  <a:lnTo>
                    <a:pt x="195533" y="17270"/>
                  </a:lnTo>
                  <a:lnTo>
                    <a:pt x="293300" y="355194"/>
                  </a:lnTo>
                  <a:lnTo>
                    <a:pt x="391067" y="370854"/>
                  </a:lnTo>
                  <a:lnTo>
                    <a:pt x="488834" y="154358"/>
                  </a:lnTo>
                  <a:lnTo>
                    <a:pt x="586601" y="139372"/>
                  </a:lnTo>
                  <a:lnTo>
                    <a:pt x="684368" y="174212"/>
                  </a:lnTo>
                  <a:lnTo>
                    <a:pt x="782135" y="171271"/>
                  </a:lnTo>
                  <a:lnTo>
                    <a:pt x="879902" y="188582"/>
                  </a:lnTo>
                  <a:lnTo>
                    <a:pt x="977669" y="213924"/>
                  </a:lnTo>
                  <a:lnTo>
                    <a:pt x="1075436" y="283664"/>
                  </a:lnTo>
                  <a:lnTo>
                    <a:pt x="1173203" y="345808"/>
                  </a:lnTo>
                  <a:lnTo>
                    <a:pt x="1270970" y="308712"/>
                  </a:lnTo>
                  <a:lnTo>
                    <a:pt x="1368737" y="76293"/>
                  </a:lnTo>
                  <a:lnTo>
                    <a:pt x="1466504" y="89735"/>
                  </a:lnTo>
                  <a:lnTo>
                    <a:pt x="1564271" y="166456"/>
                  </a:lnTo>
                  <a:lnTo>
                    <a:pt x="1662038" y="157555"/>
                  </a:lnTo>
                  <a:lnTo>
                    <a:pt x="1759805" y="104225"/>
                  </a:lnTo>
                  <a:lnTo>
                    <a:pt x="1857572" y="122376"/>
                  </a:lnTo>
                  <a:lnTo>
                    <a:pt x="1955338" y="151093"/>
                  </a:lnTo>
                  <a:lnTo>
                    <a:pt x="2053105" y="168097"/>
                  </a:lnTo>
                  <a:lnTo>
                    <a:pt x="2150872" y="146742"/>
                  </a:lnTo>
                  <a:lnTo>
                    <a:pt x="2248639" y="163686"/>
                  </a:lnTo>
                  <a:lnTo>
                    <a:pt x="2346406" y="144500"/>
                  </a:lnTo>
                  <a:lnTo>
                    <a:pt x="2444173" y="121074"/>
                  </a:lnTo>
                  <a:lnTo>
                    <a:pt x="2541940" y="113347"/>
                  </a:lnTo>
                  <a:lnTo>
                    <a:pt x="2639707" y="78205"/>
                  </a:lnTo>
                  <a:lnTo>
                    <a:pt x="2737474" y="87266"/>
                  </a:lnTo>
                  <a:lnTo>
                    <a:pt x="2835241" y="136065"/>
                  </a:lnTo>
                  <a:lnTo>
                    <a:pt x="2933008" y="154253"/>
                  </a:lnTo>
                  <a:lnTo>
                    <a:pt x="3030775" y="141160"/>
                  </a:lnTo>
                  <a:lnTo>
                    <a:pt x="3128542" y="14093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49"/>
            <p:cNvSpPr/>
            <p:nvPr/>
          </p:nvSpPr>
          <p:spPr>
            <a:xfrm>
              <a:off x="8232888" y="4180995"/>
              <a:ext cx="3441396" cy="13106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pl50"/>
            <p:cNvSpPr/>
            <p:nvPr/>
          </p:nvSpPr>
          <p:spPr>
            <a:xfrm>
              <a:off x="8232888" y="5395637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1"/>
            <p:cNvSpPr/>
            <p:nvPr/>
          </p:nvSpPr>
          <p:spPr>
            <a:xfrm>
              <a:off x="8232888" y="5123533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2"/>
            <p:cNvSpPr/>
            <p:nvPr/>
          </p:nvSpPr>
          <p:spPr>
            <a:xfrm>
              <a:off x="8232888" y="4851430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3"/>
            <p:cNvSpPr/>
            <p:nvPr/>
          </p:nvSpPr>
          <p:spPr>
            <a:xfrm>
              <a:off x="8232888" y="4579326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4"/>
            <p:cNvSpPr/>
            <p:nvPr/>
          </p:nvSpPr>
          <p:spPr>
            <a:xfrm>
              <a:off x="8232888" y="4307222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  <a:lnTo>
                    <a:pt x="344139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5"/>
            <p:cNvSpPr/>
            <p:nvPr/>
          </p:nvSpPr>
          <p:spPr>
            <a:xfrm>
              <a:off x="8389315" y="4370865"/>
              <a:ext cx="3128542" cy="1120758"/>
            </a:xfrm>
            <a:custGeom>
              <a:avLst/>
              <a:gdLst/>
              <a:ahLst/>
              <a:cxnLst/>
              <a:rect l="0" t="0" r="0" b="0"/>
              <a:pathLst>
                <a:path w="3128542" h="1120758">
                  <a:moveTo>
                    <a:pt x="0" y="1120758"/>
                  </a:moveTo>
                  <a:lnTo>
                    <a:pt x="97766" y="665077"/>
                  </a:lnTo>
                  <a:lnTo>
                    <a:pt x="195533" y="700042"/>
                  </a:lnTo>
                  <a:lnTo>
                    <a:pt x="293300" y="785792"/>
                  </a:lnTo>
                  <a:lnTo>
                    <a:pt x="391067" y="779659"/>
                  </a:lnTo>
                  <a:lnTo>
                    <a:pt x="488834" y="768769"/>
                  </a:lnTo>
                  <a:lnTo>
                    <a:pt x="586601" y="752331"/>
                  </a:lnTo>
                  <a:lnTo>
                    <a:pt x="684368" y="579513"/>
                  </a:lnTo>
                  <a:lnTo>
                    <a:pt x="782135" y="198295"/>
                  </a:lnTo>
                  <a:lnTo>
                    <a:pt x="879902" y="296459"/>
                  </a:lnTo>
                  <a:lnTo>
                    <a:pt x="977669" y="318787"/>
                  </a:lnTo>
                  <a:lnTo>
                    <a:pt x="1075436" y="264736"/>
                  </a:lnTo>
                  <a:lnTo>
                    <a:pt x="1173203" y="173730"/>
                  </a:lnTo>
                  <a:lnTo>
                    <a:pt x="1270970" y="218677"/>
                  </a:lnTo>
                  <a:lnTo>
                    <a:pt x="1368737" y="219860"/>
                  </a:lnTo>
                  <a:lnTo>
                    <a:pt x="1466504" y="217325"/>
                  </a:lnTo>
                  <a:lnTo>
                    <a:pt x="1564271" y="90727"/>
                  </a:lnTo>
                  <a:lnTo>
                    <a:pt x="1662038" y="26393"/>
                  </a:lnTo>
                  <a:lnTo>
                    <a:pt x="1759805" y="167012"/>
                  </a:lnTo>
                  <a:lnTo>
                    <a:pt x="1857572" y="137049"/>
                  </a:lnTo>
                  <a:lnTo>
                    <a:pt x="1955338" y="60619"/>
                  </a:lnTo>
                  <a:lnTo>
                    <a:pt x="2053105" y="211215"/>
                  </a:lnTo>
                  <a:lnTo>
                    <a:pt x="2150872" y="139608"/>
                  </a:lnTo>
                  <a:lnTo>
                    <a:pt x="2248639" y="81269"/>
                  </a:lnTo>
                  <a:lnTo>
                    <a:pt x="2346406" y="0"/>
                  </a:lnTo>
                  <a:lnTo>
                    <a:pt x="2444173" y="162545"/>
                  </a:lnTo>
                  <a:lnTo>
                    <a:pt x="2541940" y="107740"/>
                  </a:lnTo>
                  <a:lnTo>
                    <a:pt x="2639707" y="91970"/>
                  </a:lnTo>
                  <a:lnTo>
                    <a:pt x="2737474" y="196045"/>
                  </a:lnTo>
                  <a:lnTo>
                    <a:pt x="2835241" y="131093"/>
                  </a:lnTo>
                  <a:lnTo>
                    <a:pt x="2933008" y="75184"/>
                  </a:lnTo>
                  <a:lnTo>
                    <a:pt x="3030775" y="73052"/>
                  </a:lnTo>
                  <a:lnTo>
                    <a:pt x="3128542" y="186393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6"/>
            <p:cNvSpPr/>
            <p:nvPr/>
          </p:nvSpPr>
          <p:spPr>
            <a:xfrm>
              <a:off x="8389315" y="4200364"/>
              <a:ext cx="3128542" cy="1291259"/>
            </a:xfrm>
            <a:custGeom>
              <a:avLst/>
              <a:gdLst/>
              <a:ahLst/>
              <a:cxnLst/>
              <a:rect l="0" t="0" r="0" b="0"/>
              <a:pathLst>
                <a:path w="3128542" h="1291259">
                  <a:moveTo>
                    <a:pt x="0" y="1291259"/>
                  </a:moveTo>
                  <a:lnTo>
                    <a:pt x="97766" y="835578"/>
                  </a:lnTo>
                  <a:lnTo>
                    <a:pt x="195533" y="870543"/>
                  </a:lnTo>
                  <a:lnTo>
                    <a:pt x="293300" y="956293"/>
                  </a:lnTo>
                  <a:lnTo>
                    <a:pt x="391067" y="950160"/>
                  </a:lnTo>
                  <a:lnTo>
                    <a:pt x="488834" y="939270"/>
                  </a:lnTo>
                  <a:lnTo>
                    <a:pt x="586601" y="923416"/>
                  </a:lnTo>
                  <a:lnTo>
                    <a:pt x="684368" y="751542"/>
                  </a:lnTo>
                  <a:lnTo>
                    <a:pt x="782135" y="348983"/>
                  </a:lnTo>
                  <a:lnTo>
                    <a:pt x="879902" y="447473"/>
                  </a:lnTo>
                  <a:lnTo>
                    <a:pt x="977669" y="566016"/>
                  </a:lnTo>
                  <a:lnTo>
                    <a:pt x="1075436" y="587035"/>
                  </a:lnTo>
                  <a:lnTo>
                    <a:pt x="1173203" y="665687"/>
                  </a:lnTo>
                  <a:lnTo>
                    <a:pt x="1270970" y="562006"/>
                  </a:lnTo>
                  <a:lnTo>
                    <a:pt x="1368737" y="569541"/>
                  </a:lnTo>
                  <a:lnTo>
                    <a:pt x="1466504" y="538179"/>
                  </a:lnTo>
                  <a:lnTo>
                    <a:pt x="1564271" y="532368"/>
                  </a:lnTo>
                  <a:lnTo>
                    <a:pt x="1662038" y="522702"/>
                  </a:lnTo>
                  <a:lnTo>
                    <a:pt x="1759805" y="491962"/>
                  </a:lnTo>
                  <a:lnTo>
                    <a:pt x="1857572" y="471956"/>
                  </a:lnTo>
                  <a:lnTo>
                    <a:pt x="1955338" y="453676"/>
                  </a:lnTo>
                  <a:lnTo>
                    <a:pt x="2053105" y="438931"/>
                  </a:lnTo>
                  <a:lnTo>
                    <a:pt x="2150872" y="407995"/>
                  </a:lnTo>
                  <a:lnTo>
                    <a:pt x="2248639" y="394555"/>
                  </a:lnTo>
                  <a:lnTo>
                    <a:pt x="2346406" y="372543"/>
                  </a:lnTo>
                  <a:lnTo>
                    <a:pt x="2444173" y="332478"/>
                  </a:lnTo>
                  <a:lnTo>
                    <a:pt x="2541940" y="292610"/>
                  </a:lnTo>
                  <a:lnTo>
                    <a:pt x="2639707" y="262045"/>
                  </a:lnTo>
                  <a:lnTo>
                    <a:pt x="2737474" y="224550"/>
                  </a:lnTo>
                  <a:lnTo>
                    <a:pt x="2835241" y="174791"/>
                  </a:lnTo>
                  <a:lnTo>
                    <a:pt x="2933008" y="115162"/>
                  </a:lnTo>
                  <a:lnTo>
                    <a:pt x="3030775" y="61855"/>
                  </a:lnTo>
                  <a:lnTo>
                    <a:pt x="3128542" y="0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7"/>
            <p:cNvSpPr/>
            <p:nvPr/>
          </p:nvSpPr>
          <p:spPr>
            <a:xfrm>
              <a:off x="8389315" y="4569192"/>
              <a:ext cx="3128542" cy="922432"/>
            </a:xfrm>
            <a:custGeom>
              <a:avLst/>
              <a:gdLst/>
              <a:ahLst/>
              <a:cxnLst/>
              <a:rect l="0" t="0" r="0" b="0"/>
              <a:pathLst>
                <a:path w="3128542" h="922432">
                  <a:moveTo>
                    <a:pt x="0" y="922432"/>
                  </a:moveTo>
                  <a:lnTo>
                    <a:pt x="97766" y="466750"/>
                  </a:lnTo>
                  <a:lnTo>
                    <a:pt x="195533" y="501715"/>
                  </a:lnTo>
                  <a:lnTo>
                    <a:pt x="293300" y="587466"/>
                  </a:lnTo>
                  <a:lnTo>
                    <a:pt x="391067" y="581332"/>
                  </a:lnTo>
                  <a:lnTo>
                    <a:pt x="488834" y="570443"/>
                  </a:lnTo>
                  <a:lnTo>
                    <a:pt x="586601" y="554005"/>
                  </a:lnTo>
                  <a:lnTo>
                    <a:pt x="684368" y="381194"/>
                  </a:lnTo>
                  <a:lnTo>
                    <a:pt x="782135" y="0"/>
                  </a:lnTo>
                  <a:lnTo>
                    <a:pt x="879902" y="115926"/>
                  </a:lnTo>
                  <a:lnTo>
                    <a:pt x="977669" y="212271"/>
                  </a:lnTo>
                  <a:lnTo>
                    <a:pt x="1075436" y="180592"/>
                  </a:lnTo>
                  <a:lnTo>
                    <a:pt x="1173203" y="132444"/>
                  </a:lnTo>
                  <a:lnTo>
                    <a:pt x="1270970" y="131221"/>
                  </a:lnTo>
                  <a:lnTo>
                    <a:pt x="1368737" y="65077"/>
                  </a:lnTo>
                  <a:lnTo>
                    <a:pt x="1466504" y="188283"/>
                  </a:lnTo>
                  <a:lnTo>
                    <a:pt x="1564271" y="331038"/>
                  </a:lnTo>
                  <a:lnTo>
                    <a:pt x="1662038" y="412490"/>
                  </a:lnTo>
                  <a:lnTo>
                    <a:pt x="1759805" y="412004"/>
                  </a:lnTo>
                  <a:lnTo>
                    <a:pt x="1857572" y="493674"/>
                  </a:lnTo>
                  <a:lnTo>
                    <a:pt x="1955338" y="488115"/>
                  </a:lnTo>
                  <a:lnTo>
                    <a:pt x="2053105" y="448479"/>
                  </a:lnTo>
                  <a:lnTo>
                    <a:pt x="2150872" y="427644"/>
                  </a:lnTo>
                  <a:lnTo>
                    <a:pt x="2248639" y="412829"/>
                  </a:lnTo>
                  <a:lnTo>
                    <a:pt x="2346406" y="392310"/>
                  </a:lnTo>
                  <a:lnTo>
                    <a:pt x="2444173" y="373569"/>
                  </a:lnTo>
                  <a:lnTo>
                    <a:pt x="2541940" y="346485"/>
                  </a:lnTo>
                  <a:lnTo>
                    <a:pt x="2639707" y="311923"/>
                  </a:lnTo>
                  <a:lnTo>
                    <a:pt x="2737474" y="288545"/>
                  </a:lnTo>
                  <a:lnTo>
                    <a:pt x="2835241" y="277457"/>
                  </a:lnTo>
                  <a:lnTo>
                    <a:pt x="2933008" y="224546"/>
                  </a:lnTo>
                  <a:lnTo>
                    <a:pt x="3030775" y="201479"/>
                  </a:lnTo>
                  <a:lnTo>
                    <a:pt x="3128542" y="16594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rc58"/>
            <p:cNvSpPr/>
            <p:nvPr/>
          </p:nvSpPr>
          <p:spPr>
            <a:xfrm>
              <a:off x="984335" y="3787053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" name="tx59"/>
            <p:cNvSpPr/>
            <p:nvPr/>
          </p:nvSpPr>
          <p:spPr>
            <a:xfrm>
              <a:off x="2514496" y="3899527"/>
              <a:ext cx="381074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Tas</a:t>
              </a:r>
            </a:p>
          </p:txBody>
        </p:sp>
        <p:sp>
          <p:nvSpPr>
            <p:cNvPr id="61" name="rc60"/>
            <p:cNvSpPr/>
            <p:nvPr/>
          </p:nvSpPr>
          <p:spPr>
            <a:xfrm>
              <a:off x="4608611" y="3787053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" name="tx61"/>
            <p:cNvSpPr/>
            <p:nvPr/>
          </p:nvSpPr>
          <p:spPr>
            <a:xfrm>
              <a:off x="6170529" y="3899527"/>
              <a:ext cx="317562" cy="1663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  <p:sp>
          <p:nvSpPr>
            <p:cNvPr id="63" name="rc62"/>
            <p:cNvSpPr/>
            <p:nvPr/>
          </p:nvSpPr>
          <p:spPr>
            <a:xfrm>
              <a:off x="8232888" y="3787053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" name="tx63"/>
            <p:cNvSpPr/>
            <p:nvPr/>
          </p:nvSpPr>
          <p:spPr>
            <a:xfrm>
              <a:off x="9769467" y="3902206"/>
              <a:ext cx="368237" cy="1636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</a:t>
              </a:r>
            </a:p>
          </p:txBody>
        </p:sp>
        <p:sp>
          <p:nvSpPr>
            <p:cNvPr id="65" name="rc64"/>
            <p:cNvSpPr/>
            <p:nvPr/>
          </p:nvSpPr>
          <p:spPr>
            <a:xfrm>
              <a:off x="984335" y="1899602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" name="tx65"/>
            <p:cNvSpPr/>
            <p:nvPr/>
          </p:nvSpPr>
          <p:spPr>
            <a:xfrm>
              <a:off x="2438370" y="2009174"/>
              <a:ext cx="533325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NSW</a:t>
              </a:r>
            </a:p>
          </p:txBody>
        </p:sp>
        <p:sp>
          <p:nvSpPr>
            <p:cNvPr id="67" name="rc66"/>
            <p:cNvSpPr/>
            <p:nvPr/>
          </p:nvSpPr>
          <p:spPr>
            <a:xfrm>
              <a:off x="4608611" y="1899602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8" name="tx67"/>
            <p:cNvSpPr/>
            <p:nvPr/>
          </p:nvSpPr>
          <p:spPr>
            <a:xfrm>
              <a:off x="6151441" y="1999128"/>
              <a:ext cx="355736" cy="1792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69" name="rc68"/>
            <p:cNvSpPr/>
            <p:nvPr/>
          </p:nvSpPr>
          <p:spPr>
            <a:xfrm>
              <a:off x="8232888" y="1899602"/>
              <a:ext cx="3441396" cy="3939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" name="tx69"/>
            <p:cNvSpPr/>
            <p:nvPr/>
          </p:nvSpPr>
          <p:spPr>
            <a:xfrm>
              <a:off x="9801112" y="2009174"/>
              <a:ext cx="304948" cy="1692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71" name="pl70"/>
            <p:cNvSpPr/>
            <p:nvPr/>
          </p:nvSpPr>
          <p:spPr>
            <a:xfrm>
              <a:off x="984335" y="5491624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1"/>
            <p:cNvSpPr/>
            <p:nvPr/>
          </p:nvSpPr>
          <p:spPr>
            <a:xfrm>
              <a:off x="1336296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2"/>
            <p:cNvSpPr/>
            <p:nvPr/>
          </p:nvSpPr>
          <p:spPr>
            <a:xfrm>
              <a:off x="2313965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3"/>
            <p:cNvSpPr/>
            <p:nvPr/>
          </p:nvSpPr>
          <p:spPr>
            <a:xfrm>
              <a:off x="3291635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4"/>
            <p:cNvSpPr/>
            <p:nvPr/>
          </p:nvSpPr>
          <p:spPr>
            <a:xfrm>
              <a:off x="4269304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tx75"/>
            <p:cNvSpPr/>
            <p:nvPr/>
          </p:nvSpPr>
          <p:spPr>
            <a:xfrm>
              <a:off x="1082023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2059692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3037362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4015031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0" name="pl79"/>
            <p:cNvSpPr/>
            <p:nvPr/>
          </p:nvSpPr>
          <p:spPr>
            <a:xfrm>
              <a:off x="4608611" y="5491624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0"/>
            <p:cNvSpPr/>
            <p:nvPr/>
          </p:nvSpPr>
          <p:spPr>
            <a:xfrm>
              <a:off x="4960572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1"/>
            <p:cNvSpPr/>
            <p:nvPr/>
          </p:nvSpPr>
          <p:spPr>
            <a:xfrm>
              <a:off x="5938242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2"/>
            <p:cNvSpPr/>
            <p:nvPr/>
          </p:nvSpPr>
          <p:spPr>
            <a:xfrm>
              <a:off x="691591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3"/>
            <p:cNvSpPr/>
            <p:nvPr/>
          </p:nvSpPr>
          <p:spPr>
            <a:xfrm>
              <a:off x="7893581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tx84"/>
            <p:cNvSpPr/>
            <p:nvPr/>
          </p:nvSpPr>
          <p:spPr>
            <a:xfrm>
              <a:off x="4706299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5683969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6661638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7639308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89" name="pl88"/>
            <p:cNvSpPr/>
            <p:nvPr/>
          </p:nvSpPr>
          <p:spPr>
            <a:xfrm>
              <a:off x="8232888" y="5491624"/>
              <a:ext cx="3441396" cy="0"/>
            </a:xfrm>
            <a:custGeom>
              <a:avLst/>
              <a:gdLst/>
              <a:ahLst/>
              <a:cxnLst/>
              <a:rect l="0" t="0" r="0" b="0"/>
              <a:pathLst>
                <a:path w="3441396">
                  <a:moveTo>
                    <a:pt x="0" y="0"/>
                  </a:moveTo>
                  <a:lnTo>
                    <a:pt x="344139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89"/>
            <p:cNvSpPr/>
            <p:nvPr/>
          </p:nvSpPr>
          <p:spPr>
            <a:xfrm>
              <a:off x="8584849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l90"/>
            <p:cNvSpPr/>
            <p:nvPr/>
          </p:nvSpPr>
          <p:spPr>
            <a:xfrm>
              <a:off x="9562518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1"/>
            <p:cNvSpPr/>
            <p:nvPr/>
          </p:nvSpPr>
          <p:spPr>
            <a:xfrm>
              <a:off x="10540188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l92"/>
            <p:cNvSpPr/>
            <p:nvPr/>
          </p:nvSpPr>
          <p:spPr>
            <a:xfrm>
              <a:off x="11517857" y="5491624"/>
              <a:ext cx="0" cy="56936"/>
            </a:xfrm>
            <a:custGeom>
              <a:avLst/>
              <a:gdLst/>
              <a:ahLst/>
              <a:cxnLst/>
              <a:rect l="0" t="0" r="0" b="0"/>
              <a:pathLst>
                <a:path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tx93"/>
            <p:cNvSpPr/>
            <p:nvPr/>
          </p:nvSpPr>
          <p:spPr>
            <a:xfrm>
              <a:off x="8330576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9308246" y="5590538"/>
              <a:ext cx="508545" cy="1672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10285915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11263585" y="5590649"/>
              <a:ext cx="508545" cy="1670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373303" y="3387747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373303" y="3115643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373303" y="2843540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373303" y="2571436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373303" y="2299332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373303" y="5275198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$200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373303" y="5003094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$300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373303" y="4730990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$400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373303" y="4458887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$500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373303" y="4186783"/>
              <a:ext cx="508545" cy="2022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$600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6106960" y="5857099"/>
              <a:ext cx="444698" cy="1693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</a:t>
              </a:r>
            </a:p>
          </p:txBody>
        </p:sp>
        <p:sp>
          <p:nvSpPr>
            <p:cNvPr id="5" name="rc4"/>
            <p:cNvSpPr/>
            <p:nvPr/>
          </p:nvSpPr>
          <p:spPr>
            <a:xfrm>
              <a:off x="6254503" y="4280322"/>
              <a:ext cx="1645134" cy="2778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r>
                <a:rPr lang="en-AU" sz="1600" dirty="0">
                  <a:solidFill>
                    <a:srgbClr val="F5B50C"/>
                  </a:solidFill>
                </a:rPr>
                <a:t>RET 1.5 C</a:t>
              </a:r>
              <a:endParaRPr sz="1600" dirty="0">
                <a:solidFill>
                  <a:srgbClr val="F5B50C"/>
                </a:solidFill>
              </a:endParaRPr>
            </a:p>
          </p:txBody>
        </p:sp>
      </p:grpSp>
      <p:sp>
        <p:nvSpPr>
          <p:cNvPr id="109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720578" cy="540145"/>
          </a:xfrm>
        </p:spPr>
        <p:txBody>
          <a:bodyPr/>
          <a:lstStyle/>
          <a:p>
            <a:r>
              <a:rPr dirty="0"/>
              <a:t>In most states, prices are higher under a carbon price, but the Safeguard option quickly converges</a:t>
            </a:r>
          </a:p>
        </p:txBody>
      </p:sp>
      <p:sp>
        <p:nvSpPr>
          <p:cNvPr id="110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11" name="rc4">
            <a:extLst>
              <a:ext uri="{FF2B5EF4-FFF2-40B4-BE49-F238E27FC236}">
                <a16:creationId xmlns:a16="http://schemas.microsoft.com/office/drawing/2014/main" id="{A3E1245A-12CC-92DE-F87B-CDF7A0668E55}"/>
              </a:ext>
            </a:extLst>
          </p:cNvPr>
          <p:cNvSpPr/>
          <p:nvPr/>
        </p:nvSpPr>
        <p:spPr>
          <a:xfrm>
            <a:off x="2723340" y="3151729"/>
            <a:ext cx="1645134" cy="184847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r>
              <a:rPr lang="en-AU" sz="1600" dirty="0">
                <a:solidFill>
                  <a:srgbClr val="A1253E"/>
                </a:solidFill>
              </a:rPr>
              <a:t>Reference case</a:t>
            </a:r>
            <a:endParaRPr sz="1600" dirty="0">
              <a:solidFill>
                <a:srgbClr val="A1253E"/>
              </a:solidFill>
            </a:endParaRPr>
          </a:p>
        </p:txBody>
      </p:sp>
      <p:sp>
        <p:nvSpPr>
          <p:cNvPr id="112" name="rc4">
            <a:extLst>
              <a:ext uri="{FF2B5EF4-FFF2-40B4-BE49-F238E27FC236}">
                <a16:creationId xmlns:a16="http://schemas.microsoft.com/office/drawing/2014/main" id="{04C6C293-2891-E7F6-9703-313C1C67D2A5}"/>
              </a:ext>
            </a:extLst>
          </p:cNvPr>
          <p:cNvSpPr/>
          <p:nvPr/>
        </p:nvSpPr>
        <p:spPr>
          <a:xfrm>
            <a:off x="9960997" y="5110510"/>
            <a:ext cx="1811133" cy="277892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r>
              <a:rPr lang="en-AU" sz="1600" dirty="0">
                <a:solidFill>
                  <a:srgbClr val="EF7900"/>
                </a:solidFill>
              </a:rPr>
              <a:t>Safeguard 1.5 C</a:t>
            </a:r>
            <a:endParaRPr sz="1600" dirty="0">
              <a:solidFill>
                <a:srgbClr val="EF79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9059</TotalTime>
  <Words>115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Calibri</vt:lpstr>
      <vt:lpstr>DM Serif Display</vt:lpstr>
      <vt:lpstr>Office Theme</vt:lpstr>
      <vt:lpstr>In most states, prices are higher under a carbon price, but the Safeguard option quickly converges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Dominic Jones</cp:lastModifiedBy>
  <cp:revision>271</cp:revision>
  <dcterms:created xsi:type="dcterms:W3CDTF">2022-05-20T01:54:03Z</dcterms:created>
  <dcterms:modified xsi:type="dcterms:W3CDTF">2025-07-17T03:10:18Z</dcterms:modified>
</cp:coreProperties>
</file>