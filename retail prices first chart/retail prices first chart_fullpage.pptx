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8"/>
  </p:notesMasterIdLst>
  <p:sldIdLst>
    <p:sldId id="256" r:id="rId2"/>
    <p:sldId id="257" r:id="rId7"/>
  </p:sldIdLst>
  <p:sldSz cx="15955963" cy="79771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7"/>
    <p:restoredTop sz="94694"/>
  </p:normalViewPr>
  <p:slideViewPr>
    <p:cSldViewPr snapToGrid="0" snapToObjects="1">
      <p:cViewPr>
        <p:scale>
          <a:sx n="46" d="100"/>
          <a:sy n="46" d="100"/>
        </p:scale>
        <p:origin x="3256" y="1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presProps" Target="presProps.xml"/>
<Relationship Id="rId2" Type="http://schemas.openxmlformats.org/officeDocument/2006/relationships/slide" Target="slides/slide1.xml"/>
<Relationship Id="rId1" Type="http://schemas.openxmlformats.org/officeDocument/2006/relationships/slideMaster" Target="slideMasters/slideMaster1.xml"/>
<Relationship Id="rId6" Type="http://schemas.openxmlformats.org/officeDocument/2006/relationships/tableStyles" Target="tableStyles.xml"/>
<Relationship Id="rId5" Type="http://schemas.openxmlformats.org/officeDocument/2006/relationships/theme" Target="theme/theme1.xml"/>
<Relationship Id="rId4" Type="http://schemas.openxmlformats.org/officeDocument/2006/relationships/viewProps" Target="viewProps.xml"/>
<Relationship Id="rId7" Type="http://schemas.openxmlformats.org/officeDocument/2006/relationships/slide" Target="slides/slide2.xml"/>
<Relationship Id="rId8" Type="http://schemas.openxmlformats.org/officeDocument/2006/relationships/notesMaster" Target="notesMasters/notesMaster1.xml"/>
</Relationships>

</file>

<file path=ppt/notesMasters/_rels/notesMaster1.xml.rels><?xml version="1.0" encoding="UTF-8" standalone="yes"?>

<Relationships  xmlns="http://schemas.openxmlformats.org/package/2006/relationships">
<Relationship Id="rId1" Type="http://schemas.openxmlformats.org/officeDocument/2006/relationships/theme" Target="../theme/theme2.xml"/>
</Relationships>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2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
Powerpoint file location: C:\Users\domijones\OneDrive - The University of Melbourne\Energy\Analysis\analysis_cp_dj_2025\retail prices first chart\retail prices first chart_fullpage.pptx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94496" y="1305527"/>
            <a:ext cx="11966972" cy="2777243"/>
          </a:xfrm>
        </p:spPr>
        <p:txBody>
          <a:bodyPr anchor="b"/>
          <a:lstStyle>
            <a:lvl1pPr algn="ctr">
              <a:defRPr sz="69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94496" y="4189871"/>
            <a:ext cx="11966972" cy="1925973"/>
          </a:xfrm>
        </p:spPr>
        <p:txBody>
          <a:bodyPr/>
          <a:lstStyle>
            <a:lvl1pPr marL="0" indent="0" algn="ctr">
              <a:buNone/>
              <a:defRPr sz="2792"/>
            </a:lvl1pPr>
            <a:lvl2pPr marL="531815" indent="0" algn="ctr">
              <a:buNone/>
              <a:defRPr sz="2326"/>
            </a:lvl2pPr>
            <a:lvl3pPr marL="1063630" indent="0" algn="ctr">
              <a:buNone/>
              <a:defRPr sz="2094"/>
            </a:lvl3pPr>
            <a:lvl4pPr marL="1595445" indent="0" algn="ctr">
              <a:buNone/>
              <a:defRPr sz="1861"/>
            </a:lvl4pPr>
            <a:lvl5pPr marL="2127260" indent="0" algn="ctr">
              <a:buNone/>
              <a:defRPr sz="1861"/>
            </a:lvl5pPr>
            <a:lvl6pPr marL="2659075" indent="0" algn="ctr">
              <a:buNone/>
              <a:defRPr sz="1861"/>
            </a:lvl6pPr>
            <a:lvl7pPr marL="3190890" indent="0" algn="ctr">
              <a:buNone/>
              <a:defRPr sz="1861"/>
            </a:lvl7pPr>
            <a:lvl8pPr marL="3722705" indent="0" algn="ctr">
              <a:buNone/>
              <a:defRPr sz="1861"/>
            </a:lvl8pPr>
            <a:lvl9pPr marL="4254520" indent="0" algn="ctr">
              <a:buNone/>
              <a:defRPr sz="1861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0CC8-E12B-4B1E-958E-BC6C5916F6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6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2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62" y="1988758"/>
            <a:ext cx="13762018" cy="3318288"/>
          </a:xfrm>
        </p:spPr>
        <p:txBody>
          <a:bodyPr anchor="b"/>
          <a:lstStyle>
            <a:lvl1pPr>
              <a:defRPr sz="69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62" y="5338439"/>
            <a:ext cx="13762018" cy="1745009"/>
          </a:xfrm>
        </p:spPr>
        <p:txBody>
          <a:bodyPr/>
          <a:lstStyle>
            <a:lvl1pPr marL="0" indent="0">
              <a:buNone/>
              <a:defRPr sz="2792">
                <a:solidFill>
                  <a:schemeClr val="tx1">
                    <a:tint val="75000"/>
                  </a:schemeClr>
                </a:solidFill>
              </a:defRPr>
            </a:lvl1pPr>
            <a:lvl2pPr marL="531815" indent="0">
              <a:buNone/>
              <a:defRPr sz="2326">
                <a:solidFill>
                  <a:schemeClr val="tx1">
                    <a:tint val="75000"/>
                  </a:schemeClr>
                </a:solidFill>
              </a:defRPr>
            </a:lvl2pPr>
            <a:lvl3pPr marL="1063630" indent="0">
              <a:buNone/>
              <a:defRPr sz="2094">
                <a:solidFill>
                  <a:schemeClr val="tx1">
                    <a:tint val="75000"/>
                  </a:schemeClr>
                </a:solidFill>
              </a:defRPr>
            </a:lvl3pPr>
            <a:lvl4pPr marL="1595445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4pPr>
            <a:lvl5pPr marL="2127260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5pPr>
            <a:lvl6pPr marL="2659075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6pPr>
            <a:lvl7pPr marL="3190890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7pPr>
            <a:lvl8pPr marL="3722705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8pPr>
            <a:lvl9pPr marL="4254520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175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-1" y="-2595190"/>
            <a:ext cx="15955963" cy="1087666"/>
          </a:xfrm>
        </p:spPr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-1" y="-1212767"/>
            <a:ext cx="15955963" cy="101506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Content Placeholder 3"/>
          <p:cNvSpPr>
            <a:spLocks noGrp="1" noChangeAspect="1"/>
          </p:cNvSpPr>
          <p:nvPr>
            <p:ph sz="half" idx="2"/>
          </p:nvPr>
        </p:nvSpPr>
        <p:spPr>
          <a:xfrm>
            <a:off x="0" y="0"/>
            <a:ext cx="15955200" cy="797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aption Placeholder 1">
            <a:extLst>
              <a:ext uri="{FF2B5EF4-FFF2-40B4-BE49-F238E27FC236}">
                <a16:creationId xmlns:a16="http://schemas.microsoft.com/office/drawing/2014/main" id="{D38CE8C8-8AEA-56B1-3B41-9467B20BEDF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7789525" y="-2355850"/>
            <a:ext cx="4627130" cy="23558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32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7464-26F0-F70E-03FB-7D458DC1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4550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868C-2161-3F70-9E5A-5C38113B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0693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D932-2FE5-9703-B8AE-C45091E0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3270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973" y="424712"/>
            <a:ext cx="13762018" cy="15418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73" y="2123557"/>
            <a:ext cx="13762018" cy="5061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6972" y="7393672"/>
            <a:ext cx="3590092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12/28/22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5413" y="7393672"/>
            <a:ext cx="5385138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68899" y="7393672"/>
            <a:ext cx="3590092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980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</p:sldLayoutIdLst>
  <p:txStyles>
    <p:titleStyle>
      <a:lvl1pPr algn="l" defTabSz="106363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65908" indent="-265908" algn="l" defTabSz="1063630" rtl="0" eaLnBrk="1" latinLnBrk="0" hangingPunct="1">
        <a:lnSpc>
          <a:spcPct val="90000"/>
        </a:lnSpc>
        <a:spcBef>
          <a:spcPts val="116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9772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32953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86135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39316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92498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6pPr>
      <a:lvl7pPr marL="345679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7pPr>
      <a:lvl8pPr marL="398861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8pPr>
      <a:lvl9pPr marL="452042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1pPr>
      <a:lvl2pPr marL="53181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2pPr>
      <a:lvl3pPr marL="106363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3pPr>
      <a:lvl4pPr marL="159544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4pPr>
      <a:lvl5pPr marL="212726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5pPr>
      <a:lvl6pPr marL="265907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6pPr>
      <a:lvl7pPr marL="319089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7pPr>
      <a:lvl8pPr marL="372270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8pPr>
      <a:lvl9pPr marL="425452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55CA-0802-E447-A104-822E53E8C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8729" y="1686081"/>
            <a:ext cx="7758504" cy="23833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33E90-BBEB-3C4A-9B73-0D6D47AC3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6902" y="4233113"/>
            <a:ext cx="6845739" cy="165280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40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-1" y="-1212767"/>
            <a:ext cx="15955963" cy="1015060"/>
          </a:xfrm>
        </p:spPr>
        <p:txBody>
          <a:bodyPr/>
          <a:lstStyle/>
          <a:p>
            <a:r>
              <a:rPr/>
              <a:t>Dollars per MWh ($2024)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0" y="0"/>
            <a:ext cx="15955200" cy="7977600"/>
            <a:chOff x="0" y="0"/>
            <a:chExt cx="15955200" cy="79776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15955200" cy="797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612860" y="485381"/>
              <a:ext cx="4955617" cy="31570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612860" y="3411262"/>
              <a:ext cx="4955617" cy="0"/>
            </a:xfrm>
            <a:custGeom>
              <a:avLst/>
              <a:pathLst>
                <a:path w="4955617" h="0">
                  <a:moveTo>
                    <a:pt x="0" y="0"/>
                  </a:moveTo>
                  <a:lnTo>
                    <a:pt x="4955617" y="0"/>
                  </a:lnTo>
                  <a:lnTo>
                    <a:pt x="49556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612860" y="2755807"/>
              <a:ext cx="4955617" cy="0"/>
            </a:xfrm>
            <a:custGeom>
              <a:avLst/>
              <a:pathLst>
                <a:path w="4955617" h="0">
                  <a:moveTo>
                    <a:pt x="0" y="0"/>
                  </a:moveTo>
                  <a:lnTo>
                    <a:pt x="4955617" y="0"/>
                  </a:lnTo>
                  <a:lnTo>
                    <a:pt x="49556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612860" y="2100352"/>
              <a:ext cx="4955617" cy="0"/>
            </a:xfrm>
            <a:custGeom>
              <a:avLst/>
              <a:pathLst>
                <a:path w="4955617" h="0">
                  <a:moveTo>
                    <a:pt x="0" y="0"/>
                  </a:moveTo>
                  <a:lnTo>
                    <a:pt x="4955617" y="0"/>
                  </a:lnTo>
                  <a:lnTo>
                    <a:pt x="49556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612860" y="1444897"/>
              <a:ext cx="4955617" cy="0"/>
            </a:xfrm>
            <a:custGeom>
              <a:avLst/>
              <a:pathLst>
                <a:path w="4955617" h="0">
                  <a:moveTo>
                    <a:pt x="0" y="0"/>
                  </a:moveTo>
                  <a:lnTo>
                    <a:pt x="4955617" y="0"/>
                  </a:lnTo>
                  <a:lnTo>
                    <a:pt x="49556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612860" y="789442"/>
              <a:ext cx="4955617" cy="0"/>
            </a:xfrm>
            <a:custGeom>
              <a:avLst/>
              <a:pathLst>
                <a:path w="4955617" h="0">
                  <a:moveTo>
                    <a:pt x="0" y="0"/>
                  </a:moveTo>
                  <a:lnTo>
                    <a:pt x="4955617" y="0"/>
                  </a:lnTo>
                  <a:lnTo>
                    <a:pt x="49556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838115" y="1871703"/>
              <a:ext cx="4505106" cy="903546"/>
            </a:xfrm>
            <a:custGeom>
              <a:avLst/>
              <a:pathLst>
                <a:path w="4505106" h="903546">
                  <a:moveTo>
                    <a:pt x="0" y="309294"/>
                  </a:moveTo>
                  <a:lnTo>
                    <a:pt x="140784" y="374049"/>
                  </a:lnTo>
                  <a:lnTo>
                    <a:pt x="281569" y="517813"/>
                  </a:lnTo>
                  <a:lnTo>
                    <a:pt x="422353" y="851820"/>
                  </a:lnTo>
                  <a:lnTo>
                    <a:pt x="563138" y="802289"/>
                  </a:lnTo>
                  <a:lnTo>
                    <a:pt x="703922" y="0"/>
                  </a:lnTo>
                  <a:lnTo>
                    <a:pt x="844707" y="46601"/>
                  </a:lnTo>
                  <a:lnTo>
                    <a:pt x="985492" y="543857"/>
                  </a:lnTo>
                  <a:lnTo>
                    <a:pt x="1126276" y="481887"/>
                  </a:lnTo>
                  <a:lnTo>
                    <a:pt x="1267061" y="431476"/>
                  </a:lnTo>
                  <a:lnTo>
                    <a:pt x="1407845" y="467270"/>
                  </a:lnTo>
                  <a:lnTo>
                    <a:pt x="1548630" y="642917"/>
                  </a:lnTo>
                  <a:lnTo>
                    <a:pt x="1689414" y="757374"/>
                  </a:lnTo>
                  <a:lnTo>
                    <a:pt x="1830199" y="903546"/>
                  </a:lnTo>
                  <a:lnTo>
                    <a:pt x="1970984" y="846598"/>
                  </a:lnTo>
                  <a:lnTo>
                    <a:pt x="2111768" y="776928"/>
                  </a:lnTo>
                  <a:lnTo>
                    <a:pt x="2252553" y="633392"/>
                  </a:lnTo>
                  <a:lnTo>
                    <a:pt x="2393337" y="539322"/>
                  </a:lnTo>
                  <a:lnTo>
                    <a:pt x="2534122" y="447506"/>
                  </a:lnTo>
                  <a:lnTo>
                    <a:pt x="2674907" y="440278"/>
                  </a:lnTo>
                  <a:lnTo>
                    <a:pt x="2815691" y="417952"/>
                  </a:lnTo>
                  <a:lnTo>
                    <a:pt x="2956476" y="435788"/>
                  </a:lnTo>
                  <a:lnTo>
                    <a:pt x="3097260" y="469854"/>
                  </a:lnTo>
                  <a:lnTo>
                    <a:pt x="3238045" y="426656"/>
                  </a:lnTo>
                  <a:lnTo>
                    <a:pt x="3378829" y="433308"/>
                  </a:lnTo>
                  <a:lnTo>
                    <a:pt x="3519614" y="412333"/>
                  </a:lnTo>
                  <a:lnTo>
                    <a:pt x="3660399" y="416794"/>
                  </a:lnTo>
                  <a:lnTo>
                    <a:pt x="3801183" y="387758"/>
                  </a:lnTo>
                  <a:lnTo>
                    <a:pt x="3941968" y="374492"/>
                  </a:lnTo>
                  <a:lnTo>
                    <a:pt x="4082752" y="381899"/>
                  </a:lnTo>
                  <a:lnTo>
                    <a:pt x="4223537" y="371549"/>
                  </a:lnTo>
                  <a:lnTo>
                    <a:pt x="4364322" y="368239"/>
                  </a:lnTo>
                  <a:lnTo>
                    <a:pt x="4505106" y="382715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838115" y="1025422"/>
              <a:ext cx="4505106" cy="1727037"/>
            </a:xfrm>
            <a:custGeom>
              <a:avLst/>
              <a:pathLst>
                <a:path w="4505106" h="1727037">
                  <a:moveTo>
                    <a:pt x="0" y="1155575"/>
                  </a:moveTo>
                  <a:lnTo>
                    <a:pt x="140784" y="1220330"/>
                  </a:lnTo>
                  <a:lnTo>
                    <a:pt x="281569" y="1364094"/>
                  </a:lnTo>
                  <a:lnTo>
                    <a:pt x="422353" y="1698101"/>
                  </a:lnTo>
                  <a:lnTo>
                    <a:pt x="563138" y="1648571"/>
                  </a:lnTo>
                  <a:lnTo>
                    <a:pt x="703922" y="846281"/>
                  </a:lnTo>
                  <a:lnTo>
                    <a:pt x="844707" y="892815"/>
                  </a:lnTo>
                  <a:lnTo>
                    <a:pt x="985492" y="1390077"/>
                  </a:lnTo>
                  <a:lnTo>
                    <a:pt x="1126276" y="1284611"/>
                  </a:lnTo>
                  <a:lnTo>
                    <a:pt x="1267061" y="1210540"/>
                  </a:lnTo>
                  <a:lnTo>
                    <a:pt x="1407845" y="1155832"/>
                  </a:lnTo>
                  <a:lnTo>
                    <a:pt x="1548630" y="1512658"/>
                  </a:lnTo>
                  <a:lnTo>
                    <a:pt x="1689414" y="1727037"/>
                  </a:lnTo>
                  <a:lnTo>
                    <a:pt x="1830199" y="1434037"/>
                  </a:lnTo>
                  <a:lnTo>
                    <a:pt x="1970984" y="1323612"/>
                  </a:lnTo>
                  <a:lnTo>
                    <a:pt x="2111768" y="1230664"/>
                  </a:lnTo>
                  <a:lnTo>
                    <a:pt x="2252553" y="1211310"/>
                  </a:lnTo>
                  <a:lnTo>
                    <a:pt x="2393337" y="1145241"/>
                  </a:lnTo>
                  <a:lnTo>
                    <a:pt x="2534122" y="990829"/>
                  </a:lnTo>
                  <a:lnTo>
                    <a:pt x="2674907" y="988506"/>
                  </a:lnTo>
                  <a:lnTo>
                    <a:pt x="2815691" y="984922"/>
                  </a:lnTo>
                  <a:lnTo>
                    <a:pt x="2956476" y="941671"/>
                  </a:lnTo>
                  <a:lnTo>
                    <a:pt x="3097260" y="881534"/>
                  </a:lnTo>
                  <a:lnTo>
                    <a:pt x="3238045" y="854656"/>
                  </a:lnTo>
                  <a:lnTo>
                    <a:pt x="3378829" y="808770"/>
                  </a:lnTo>
                  <a:lnTo>
                    <a:pt x="3519614" y="714357"/>
                  </a:lnTo>
                  <a:lnTo>
                    <a:pt x="3660399" y="617508"/>
                  </a:lnTo>
                  <a:lnTo>
                    <a:pt x="3801183" y="507783"/>
                  </a:lnTo>
                  <a:lnTo>
                    <a:pt x="3941968" y="431076"/>
                  </a:lnTo>
                  <a:lnTo>
                    <a:pt x="4082752" y="360109"/>
                  </a:lnTo>
                  <a:lnTo>
                    <a:pt x="4223537" y="263377"/>
                  </a:lnTo>
                  <a:lnTo>
                    <a:pt x="4364322" y="144137"/>
                  </a:lnTo>
                  <a:lnTo>
                    <a:pt x="4505106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838115" y="1871703"/>
              <a:ext cx="4505106" cy="851820"/>
            </a:xfrm>
            <a:custGeom>
              <a:avLst/>
              <a:pathLst>
                <a:path w="4505106" h="851820">
                  <a:moveTo>
                    <a:pt x="0" y="309294"/>
                  </a:moveTo>
                  <a:lnTo>
                    <a:pt x="140784" y="374049"/>
                  </a:lnTo>
                  <a:lnTo>
                    <a:pt x="281569" y="517813"/>
                  </a:lnTo>
                  <a:lnTo>
                    <a:pt x="422353" y="851820"/>
                  </a:lnTo>
                  <a:lnTo>
                    <a:pt x="563138" y="802289"/>
                  </a:lnTo>
                  <a:lnTo>
                    <a:pt x="703922" y="0"/>
                  </a:lnTo>
                  <a:lnTo>
                    <a:pt x="844707" y="46601"/>
                  </a:lnTo>
                  <a:lnTo>
                    <a:pt x="985492" y="543857"/>
                  </a:lnTo>
                  <a:lnTo>
                    <a:pt x="1126276" y="481887"/>
                  </a:lnTo>
                  <a:lnTo>
                    <a:pt x="1267061" y="431461"/>
                  </a:lnTo>
                  <a:lnTo>
                    <a:pt x="1407845" y="467265"/>
                  </a:lnTo>
                  <a:lnTo>
                    <a:pt x="1548630" y="642864"/>
                  </a:lnTo>
                  <a:lnTo>
                    <a:pt x="1689414" y="772989"/>
                  </a:lnTo>
                  <a:lnTo>
                    <a:pt x="1830199" y="814021"/>
                  </a:lnTo>
                  <a:lnTo>
                    <a:pt x="1970984" y="290253"/>
                  </a:lnTo>
                  <a:lnTo>
                    <a:pt x="2111768" y="290551"/>
                  </a:lnTo>
                  <a:lnTo>
                    <a:pt x="2252553" y="445254"/>
                  </a:lnTo>
                  <a:lnTo>
                    <a:pt x="2393337" y="438787"/>
                  </a:lnTo>
                  <a:lnTo>
                    <a:pt x="2534122" y="263177"/>
                  </a:lnTo>
                  <a:lnTo>
                    <a:pt x="2674907" y="295514"/>
                  </a:lnTo>
                  <a:lnTo>
                    <a:pt x="2815691" y="373155"/>
                  </a:lnTo>
                  <a:lnTo>
                    <a:pt x="2956476" y="430858"/>
                  </a:lnTo>
                  <a:lnTo>
                    <a:pt x="3097260" y="363757"/>
                  </a:lnTo>
                  <a:lnTo>
                    <a:pt x="3238045" y="372945"/>
                  </a:lnTo>
                  <a:lnTo>
                    <a:pt x="3378829" y="413321"/>
                  </a:lnTo>
                  <a:lnTo>
                    <a:pt x="3519614" y="364654"/>
                  </a:lnTo>
                  <a:lnTo>
                    <a:pt x="3660399" y="351681"/>
                  </a:lnTo>
                  <a:lnTo>
                    <a:pt x="3801183" y="252267"/>
                  </a:lnTo>
                  <a:lnTo>
                    <a:pt x="3941968" y="285399"/>
                  </a:lnTo>
                  <a:lnTo>
                    <a:pt x="4082752" y="391534"/>
                  </a:lnTo>
                  <a:lnTo>
                    <a:pt x="4223537" y="447811"/>
                  </a:lnTo>
                  <a:lnTo>
                    <a:pt x="4364322" y="406472"/>
                  </a:lnTo>
                  <a:lnTo>
                    <a:pt x="4505106" y="398122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612860" y="4219301"/>
              <a:ext cx="4955617" cy="31570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612860" y="7145182"/>
              <a:ext cx="4955617" cy="0"/>
            </a:xfrm>
            <a:custGeom>
              <a:avLst/>
              <a:pathLst>
                <a:path w="4955617" h="0">
                  <a:moveTo>
                    <a:pt x="0" y="0"/>
                  </a:moveTo>
                  <a:lnTo>
                    <a:pt x="4955617" y="0"/>
                  </a:lnTo>
                  <a:lnTo>
                    <a:pt x="49556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612860" y="6489727"/>
              <a:ext cx="4955617" cy="0"/>
            </a:xfrm>
            <a:custGeom>
              <a:avLst/>
              <a:pathLst>
                <a:path w="4955617" h="0">
                  <a:moveTo>
                    <a:pt x="0" y="0"/>
                  </a:moveTo>
                  <a:lnTo>
                    <a:pt x="4955617" y="0"/>
                  </a:lnTo>
                  <a:lnTo>
                    <a:pt x="49556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612860" y="5834272"/>
              <a:ext cx="4955617" cy="0"/>
            </a:xfrm>
            <a:custGeom>
              <a:avLst/>
              <a:pathLst>
                <a:path w="4955617" h="0">
                  <a:moveTo>
                    <a:pt x="0" y="0"/>
                  </a:moveTo>
                  <a:lnTo>
                    <a:pt x="4955617" y="0"/>
                  </a:lnTo>
                  <a:lnTo>
                    <a:pt x="49556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612860" y="5178817"/>
              <a:ext cx="4955617" cy="0"/>
            </a:xfrm>
            <a:custGeom>
              <a:avLst/>
              <a:pathLst>
                <a:path w="4955617" h="0">
                  <a:moveTo>
                    <a:pt x="0" y="0"/>
                  </a:moveTo>
                  <a:lnTo>
                    <a:pt x="4955617" y="0"/>
                  </a:lnTo>
                  <a:lnTo>
                    <a:pt x="49556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612860" y="4523362"/>
              <a:ext cx="4955617" cy="0"/>
            </a:xfrm>
            <a:custGeom>
              <a:avLst/>
              <a:pathLst>
                <a:path w="4955617" h="0">
                  <a:moveTo>
                    <a:pt x="0" y="0"/>
                  </a:moveTo>
                  <a:lnTo>
                    <a:pt x="4955617" y="0"/>
                  </a:lnTo>
                  <a:lnTo>
                    <a:pt x="49556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838115" y="5549502"/>
              <a:ext cx="4505106" cy="1377804"/>
            </a:xfrm>
            <a:custGeom>
              <a:avLst/>
              <a:pathLst>
                <a:path w="4505106" h="1377804">
                  <a:moveTo>
                    <a:pt x="0" y="213410"/>
                  </a:moveTo>
                  <a:lnTo>
                    <a:pt x="140784" y="0"/>
                  </a:lnTo>
                  <a:lnTo>
                    <a:pt x="281569" y="174052"/>
                  </a:lnTo>
                  <a:lnTo>
                    <a:pt x="422353" y="449854"/>
                  </a:lnTo>
                  <a:lnTo>
                    <a:pt x="563138" y="625537"/>
                  </a:lnTo>
                  <a:lnTo>
                    <a:pt x="703922" y="775174"/>
                  </a:lnTo>
                  <a:lnTo>
                    <a:pt x="844707" y="667779"/>
                  </a:lnTo>
                  <a:lnTo>
                    <a:pt x="985492" y="815339"/>
                  </a:lnTo>
                  <a:lnTo>
                    <a:pt x="1126276" y="889533"/>
                  </a:lnTo>
                  <a:lnTo>
                    <a:pt x="1267061" y="1046313"/>
                  </a:lnTo>
                  <a:lnTo>
                    <a:pt x="1407845" y="1049045"/>
                  </a:lnTo>
                  <a:lnTo>
                    <a:pt x="1548630" y="1121550"/>
                  </a:lnTo>
                  <a:lnTo>
                    <a:pt x="1689414" y="1158556"/>
                  </a:lnTo>
                  <a:lnTo>
                    <a:pt x="1830199" y="1297286"/>
                  </a:lnTo>
                  <a:lnTo>
                    <a:pt x="1970984" y="1368938"/>
                  </a:lnTo>
                  <a:lnTo>
                    <a:pt x="2111768" y="1377804"/>
                  </a:lnTo>
                  <a:lnTo>
                    <a:pt x="2252553" y="1276762"/>
                  </a:lnTo>
                  <a:lnTo>
                    <a:pt x="2393337" y="1129318"/>
                  </a:lnTo>
                  <a:lnTo>
                    <a:pt x="2534122" y="1050102"/>
                  </a:lnTo>
                  <a:lnTo>
                    <a:pt x="2674907" y="981720"/>
                  </a:lnTo>
                  <a:lnTo>
                    <a:pt x="2815691" y="895018"/>
                  </a:lnTo>
                  <a:lnTo>
                    <a:pt x="2956476" y="855642"/>
                  </a:lnTo>
                  <a:lnTo>
                    <a:pt x="3097260" y="869132"/>
                  </a:lnTo>
                  <a:lnTo>
                    <a:pt x="3238045" y="906581"/>
                  </a:lnTo>
                  <a:lnTo>
                    <a:pt x="3378829" y="897063"/>
                  </a:lnTo>
                  <a:lnTo>
                    <a:pt x="3519614" y="872393"/>
                  </a:lnTo>
                  <a:lnTo>
                    <a:pt x="3660399" y="833798"/>
                  </a:lnTo>
                  <a:lnTo>
                    <a:pt x="3801183" y="791090"/>
                  </a:lnTo>
                  <a:lnTo>
                    <a:pt x="3941968" y="754535"/>
                  </a:lnTo>
                  <a:lnTo>
                    <a:pt x="4082752" y="756024"/>
                  </a:lnTo>
                  <a:lnTo>
                    <a:pt x="4223537" y="753922"/>
                  </a:lnTo>
                  <a:lnTo>
                    <a:pt x="4364322" y="731663"/>
                  </a:lnTo>
                  <a:lnTo>
                    <a:pt x="4505106" y="693167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838115" y="5068910"/>
              <a:ext cx="4505106" cy="1589698"/>
            </a:xfrm>
            <a:custGeom>
              <a:avLst/>
              <a:pathLst>
                <a:path w="4505106" h="1589698">
                  <a:moveTo>
                    <a:pt x="0" y="694002"/>
                  </a:moveTo>
                  <a:lnTo>
                    <a:pt x="140784" y="480592"/>
                  </a:lnTo>
                  <a:lnTo>
                    <a:pt x="281569" y="654644"/>
                  </a:lnTo>
                  <a:lnTo>
                    <a:pt x="422353" y="930446"/>
                  </a:lnTo>
                  <a:lnTo>
                    <a:pt x="563138" y="1106129"/>
                  </a:lnTo>
                  <a:lnTo>
                    <a:pt x="703922" y="1255766"/>
                  </a:lnTo>
                  <a:lnTo>
                    <a:pt x="844707" y="1148305"/>
                  </a:lnTo>
                  <a:lnTo>
                    <a:pt x="985492" y="1295871"/>
                  </a:lnTo>
                  <a:lnTo>
                    <a:pt x="1126276" y="1322949"/>
                  </a:lnTo>
                  <a:lnTo>
                    <a:pt x="1267061" y="1468578"/>
                  </a:lnTo>
                  <a:lnTo>
                    <a:pt x="1407845" y="1449250"/>
                  </a:lnTo>
                  <a:lnTo>
                    <a:pt x="1548630" y="1518295"/>
                  </a:lnTo>
                  <a:lnTo>
                    <a:pt x="1689414" y="1589698"/>
                  </a:lnTo>
                  <a:lnTo>
                    <a:pt x="1830199" y="1432395"/>
                  </a:lnTo>
                  <a:lnTo>
                    <a:pt x="1970984" y="1433891"/>
                  </a:lnTo>
                  <a:lnTo>
                    <a:pt x="2111768" y="1371312"/>
                  </a:lnTo>
                  <a:lnTo>
                    <a:pt x="2252553" y="1305083"/>
                  </a:lnTo>
                  <a:lnTo>
                    <a:pt x="2393337" y="1212890"/>
                  </a:lnTo>
                  <a:lnTo>
                    <a:pt x="2534122" y="1157457"/>
                  </a:lnTo>
                  <a:lnTo>
                    <a:pt x="2674907" y="1069584"/>
                  </a:lnTo>
                  <a:lnTo>
                    <a:pt x="2815691" y="996993"/>
                  </a:lnTo>
                  <a:lnTo>
                    <a:pt x="2956476" y="967280"/>
                  </a:lnTo>
                  <a:lnTo>
                    <a:pt x="3097260" y="921280"/>
                  </a:lnTo>
                  <a:lnTo>
                    <a:pt x="3238045" y="864871"/>
                  </a:lnTo>
                  <a:lnTo>
                    <a:pt x="3378829" y="805101"/>
                  </a:lnTo>
                  <a:lnTo>
                    <a:pt x="3519614" y="752112"/>
                  </a:lnTo>
                  <a:lnTo>
                    <a:pt x="3660399" y="657882"/>
                  </a:lnTo>
                  <a:lnTo>
                    <a:pt x="3801183" y="534422"/>
                  </a:lnTo>
                  <a:lnTo>
                    <a:pt x="3941968" y="407097"/>
                  </a:lnTo>
                  <a:lnTo>
                    <a:pt x="4082752" y="319040"/>
                  </a:lnTo>
                  <a:lnTo>
                    <a:pt x="4223537" y="243234"/>
                  </a:lnTo>
                  <a:lnTo>
                    <a:pt x="4364322" y="142248"/>
                  </a:lnTo>
                  <a:lnTo>
                    <a:pt x="4505106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838115" y="5549502"/>
              <a:ext cx="4505106" cy="1243554"/>
            </a:xfrm>
            <a:custGeom>
              <a:avLst/>
              <a:pathLst>
                <a:path w="4505106" h="1243554">
                  <a:moveTo>
                    <a:pt x="0" y="213410"/>
                  </a:moveTo>
                  <a:lnTo>
                    <a:pt x="140784" y="0"/>
                  </a:lnTo>
                  <a:lnTo>
                    <a:pt x="281569" y="174052"/>
                  </a:lnTo>
                  <a:lnTo>
                    <a:pt x="422353" y="449854"/>
                  </a:lnTo>
                  <a:lnTo>
                    <a:pt x="563138" y="625537"/>
                  </a:lnTo>
                  <a:lnTo>
                    <a:pt x="703922" y="775174"/>
                  </a:lnTo>
                  <a:lnTo>
                    <a:pt x="844707" y="667779"/>
                  </a:lnTo>
                  <a:lnTo>
                    <a:pt x="985492" y="815339"/>
                  </a:lnTo>
                  <a:lnTo>
                    <a:pt x="1126276" y="889533"/>
                  </a:lnTo>
                  <a:lnTo>
                    <a:pt x="1267061" y="1046298"/>
                  </a:lnTo>
                  <a:lnTo>
                    <a:pt x="1407845" y="1049033"/>
                  </a:lnTo>
                  <a:lnTo>
                    <a:pt x="1548630" y="1121522"/>
                  </a:lnTo>
                  <a:lnTo>
                    <a:pt x="1689414" y="1158463"/>
                  </a:lnTo>
                  <a:lnTo>
                    <a:pt x="1830199" y="1243554"/>
                  </a:lnTo>
                  <a:lnTo>
                    <a:pt x="1970984" y="1184703"/>
                  </a:lnTo>
                  <a:lnTo>
                    <a:pt x="2111768" y="914163"/>
                  </a:lnTo>
                  <a:lnTo>
                    <a:pt x="2252553" y="650507"/>
                  </a:lnTo>
                  <a:lnTo>
                    <a:pt x="2393337" y="664439"/>
                  </a:lnTo>
                  <a:lnTo>
                    <a:pt x="2534122" y="719197"/>
                  </a:lnTo>
                  <a:lnTo>
                    <a:pt x="2674907" y="675404"/>
                  </a:lnTo>
                  <a:lnTo>
                    <a:pt x="2815691" y="654275"/>
                  </a:lnTo>
                  <a:lnTo>
                    <a:pt x="2956476" y="705599"/>
                  </a:lnTo>
                  <a:lnTo>
                    <a:pt x="3097260" y="748201"/>
                  </a:lnTo>
                  <a:lnTo>
                    <a:pt x="3238045" y="764090"/>
                  </a:lnTo>
                  <a:lnTo>
                    <a:pt x="3378829" y="744415"/>
                  </a:lnTo>
                  <a:lnTo>
                    <a:pt x="3519614" y="751134"/>
                  </a:lnTo>
                  <a:lnTo>
                    <a:pt x="3660399" y="707558"/>
                  </a:lnTo>
                  <a:lnTo>
                    <a:pt x="3801183" y="650126"/>
                  </a:lnTo>
                  <a:lnTo>
                    <a:pt x="3941968" y="598496"/>
                  </a:lnTo>
                  <a:lnTo>
                    <a:pt x="4082752" y="601061"/>
                  </a:lnTo>
                  <a:lnTo>
                    <a:pt x="4223537" y="674837"/>
                  </a:lnTo>
                  <a:lnTo>
                    <a:pt x="4364322" y="731887"/>
                  </a:lnTo>
                  <a:lnTo>
                    <a:pt x="4505106" y="724714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rc22"/>
            <p:cNvSpPr/>
            <p:nvPr/>
          </p:nvSpPr>
          <p:spPr>
            <a:xfrm>
              <a:off x="5751357" y="485381"/>
              <a:ext cx="4955617" cy="31570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5751357" y="3411262"/>
              <a:ext cx="4955617" cy="0"/>
            </a:xfrm>
            <a:custGeom>
              <a:avLst/>
              <a:pathLst>
                <a:path w="4955617" h="0">
                  <a:moveTo>
                    <a:pt x="0" y="0"/>
                  </a:moveTo>
                  <a:lnTo>
                    <a:pt x="4955617" y="0"/>
                  </a:lnTo>
                  <a:lnTo>
                    <a:pt x="49556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5751357" y="2755807"/>
              <a:ext cx="4955617" cy="0"/>
            </a:xfrm>
            <a:custGeom>
              <a:avLst/>
              <a:pathLst>
                <a:path w="4955617" h="0">
                  <a:moveTo>
                    <a:pt x="0" y="0"/>
                  </a:moveTo>
                  <a:lnTo>
                    <a:pt x="4955617" y="0"/>
                  </a:lnTo>
                  <a:lnTo>
                    <a:pt x="49556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5751357" y="2100352"/>
              <a:ext cx="4955617" cy="0"/>
            </a:xfrm>
            <a:custGeom>
              <a:avLst/>
              <a:pathLst>
                <a:path w="4955617" h="0">
                  <a:moveTo>
                    <a:pt x="0" y="0"/>
                  </a:moveTo>
                  <a:lnTo>
                    <a:pt x="4955617" y="0"/>
                  </a:lnTo>
                  <a:lnTo>
                    <a:pt x="49556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5751357" y="1444897"/>
              <a:ext cx="4955617" cy="0"/>
            </a:xfrm>
            <a:custGeom>
              <a:avLst/>
              <a:pathLst>
                <a:path w="4955617" h="0">
                  <a:moveTo>
                    <a:pt x="0" y="0"/>
                  </a:moveTo>
                  <a:lnTo>
                    <a:pt x="4955617" y="0"/>
                  </a:lnTo>
                  <a:lnTo>
                    <a:pt x="49556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5751357" y="789442"/>
              <a:ext cx="4955617" cy="0"/>
            </a:xfrm>
            <a:custGeom>
              <a:avLst/>
              <a:pathLst>
                <a:path w="4955617" h="0">
                  <a:moveTo>
                    <a:pt x="0" y="0"/>
                  </a:moveTo>
                  <a:lnTo>
                    <a:pt x="4955617" y="0"/>
                  </a:lnTo>
                  <a:lnTo>
                    <a:pt x="49556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5976612" y="821373"/>
              <a:ext cx="4505106" cy="1920555"/>
            </a:xfrm>
            <a:custGeom>
              <a:avLst/>
              <a:pathLst>
                <a:path w="4505106" h="1920555">
                  <a:moveTo>
                    <a:pt x="0" y="1227900"/>
                  </a:moveTo>
                  <a:lnTo>
                    <a:pt x="140784" y="1543153"/>
                  </a:lnTo>
                  <a:lnTo>
                    <a:pt x="281569" y="1461418"/>
                  </a:lnTo>
                  <a:lnTo>
                    <a:pt x="422353" y="1920555"/>
                  </a:lnTo>
                  <a:lnTo>
                    <a:pt x="563138" y="1689099"/>
                  </a:lnTo>
                  <a:lnTo>
                    <a:pt x="703922" y="988352"/>
                  </a:lnTo>
                  <a:lnTo>
                    <a:pt x="844707" y="1269652"/>
                  </a:lnTo>
                  <a:lnTo>
                    <a:pt x="985492" y="1302055"/>
                  </a:lnTo>
                  <a:lnTo>
                    <a:pt x="1126276" y="334438"/>
                  </a:lnTo>
                  <a:lnTo>
                    <a:pt x="1267061" y="338123"/>
                  </a:lnTo>
                  <a:lnTo>
                    <a:pt x="1407845" y="621988"/>
                  </a:lnTo>
                  <a:lnTo>
                    <a:pt x="1548630" y="855202"/>
                  </a:lnTo>
                  <a:lnTo>
                    <a:pt x="1689414" y="1078336"/>
                  </a:lnTo>
                  <a:lnTo>
                    <a:pt x="1830199" y="1116499"/>
                  </a:lnTo>
                  <a:lnTo>
                    <a:pt x="1970984" y="880913"/>
                  </a:lnTo>
                  <a:lnTo>
                    <a:pt x="2111768" y="750311"/>
                  </a:lnTo>
                  <a:lnTo>
                    <a:pt x="2252553" y="542307"/>
                  </a:lnTo>
                  <a:lnTo>
                    <a:pt x="2393337" y="356688"/>
                  </a:lnTo>
                  <a:lnTo>
                    <a:pt x="2534122" y="332209"/>
                  </a:lnTo>
                  <a:lnTo>
                    <a:pt x="2674907" y="601484"/>
                  </a:lnTo>
                  <a:lnTo>
                    <a:pt x="2815691" y="562144"/>
                  </a:lnTo>
                  <a:lnTo>
                    <a:pt x="2956476" y="537630"/>
                  </a:lnTo>
                  <a:lnTo>
                    <a:pt x="3097260" y="509862"/>
                  </a:lnTo>
                  <a:lnTo>
                    <a:pt x="3238045" y="479984"/>
                  </a:lnTo>
                  <a:lnTo>
                    <a:pt x="3378829" y="449938"/>
                  </a:lnTo>
                  <a:lnTo>
                    <a:pt x="3519614" y="350477"/>
                  </a:lnTo>
                  <a:lnTo>
                    <a:pt x="3660399" y="287930"/>
                  </a:lnTo>
                  <a:lnTo>
                    <a:pt x="3801183" y="311577"/>
                  </a:lnTo>
                  <a:lnTo>
                    <a:pt x="3941968" y="206368"/>
                  </a:lnTo>
                  <a:lnTo>
                    <a:pt x="4082752" y="58287"/>
                  </a:lnTo>
                  <a:lnTo>
                    <a:pt x="4223537" y="0"/>
                  </a:lnTo>
                  <a:lnTo>
                    <a:pt x="4364322" y="301885"/>
                  </a:lnTo>
                  <a:lnTo>
                    <a:pt x="4505106" y="253864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5976612" y="610486"/>
              <a:ext cx="4505106" cy="2131442"/>
            </a:xfrm>
            <a:custGeom>
              <a:avLst/>
              <a:pathLst>
                <a:path w="4505106" h="2131442">
                  <a:moveTo>
                    <a:pt x="0" y="1438787"/>
                  </a:moveTo>
                  <a:lnTo>
                    <a:pt x="140784" y="1754040"/>
                  </a:lnTo>
                  <a:lnTo>
                    <a:pt x="281569" y="1672304"/>
                  </a:lnTo>
                  <a:lnTo>
                    <a:pt x="422353" y="2131442"/>
                  </a:lnTo>
                  <a:lnTo>
                    <a:pt x="563138" y="1899985"/>
                  </a:lnTo>
                  <a:lnTo>
                    <a:pt x="703922" y="1199238"/>
                  </a:lnTo>
                  <a:lnTo>
                    <a:pt x="844707" y="1480474"/>
                  </a:lnTo>
                  <a:lnTo>
                    <a:pt x="985492" y="1514718"/>
                  </a:lnTo>
                  <a:lnTo>
                    <a:pt x="1126276" y="501402"/>
                  </a:lnTo>
                  <a:lnTo>
                    <a:pt x="1267061" y="454087"/>
                  </a:lnTo>
                  <a:lnTo>
                    <a:pt x="1407845" y="645261"/>
                  </a:lnTo>
                  <a:lnTo>
                    <a:pt x="1548630" y="1208289"/>
                  </a:lnTo>
                  <a:lnTo>
                    <a:pt x="1689414" y="1536833"/>
                  </a:lnTo>
                  <a:lnTo>
                    <a:pt x="1830199" y="1255618"/>
                  </a:lnTo>
                  <a:lnTo>
                    <a:pt x="1970984" y="1012565"/>
                  </a:lnTo>
                  <a:lnTo>
                    <a:pt x="2111768" y="935425"/>
                  </a:lnTo>
                  <a:lnTo>
                    <a:pt x="2252553" y="838395"/>
                  </a:lnTo>
                  <a:lnTo>
                    <a:pt x="2393337" y="892184"/>
                  </a:lnTo>
                  <a:lnTo>
                    <a:pt x="2534122" y="1036217"/>
                  </a:lnTo>
                  <a:lnTo>
                    <a:pt x="2674907" y="1080454"/>
                  </a:lnTo>
                  <a:lnTo>
                    <a:pt x="2815691" y="1092366"/>
                  </a:lnTo>
                  <a:lnTo>
                    <a:pt x="2956476" y="1030346"/>
                  </a:lnTo>
                  <a:lnTo>
                    <a:pt x="3097260" y="951349"/>
                  </a:lnTo>
                  <a:lnTo>
                    <a:pt x="3238045" y="902350"/>
                  </a:lnTo>
                  <a:lnTo>
                    <a:pt x="3378829" y="845069"/>
                  </a:lnTo>
                  <a:lnTo>
                    <a:pt x="3519614" y="725369"/>
                  </a:lnTo>
                  <a:lnTo>
                    <a:pt x="3660399" y="635183"/>
                  </a:lnTo>
                  <a:lnTo>
                    <a:pt x="3801183" y="543062"/>
                  </a:lnTo>
                  <a:lnTo>
                    <a:pt x="3941968" y="446945"/>
                  </a:lnTo>
                  <a:lnTo>
                    <a:pt x="4082752" y="351744"/>
                  </a:lnTo>
                  <a:lnTo>
                    <a:pt x="4223537" y="246382"/>
                  </a:lnTo>
                  <a:lnTo>
                    <a:pt x="4364322" y="152653"/>
                  </a:lnTo>
                  <a:lnTo>
                    <a:pt x="4505106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5976612" y="881735"/>
              <a:ext cx="4505106" cy="1860193"/>
            </a:xfrm>
            <a:custGeom>
              <a:avLst/>
              <a:pathLst>
                <a:path w="4505106" h="1860193">
                  <a:moveTo>
                    <a:pt x="0" y="1167538"/>
                  </a:moveTo>
                  <a:lnTo>
                    <a:pt x="140784" y="1482791"/>
                  </a:lnTo>
                  <a:lnTo>
                    <a:pt x="281569" y="1401056"/>
                  </a:lnTo>
                  <a:lnTo>
                    <a:pt x="422353" y="1860193"/>
                  </a:lnTo>
                  <a:lnTo>
                    <a:pt x="563138" y="1628737"/>
                  </a:lnTo>
                  <a:lnTo>
                    <a:pt x="703922" y="927990"/>
                  </a:lnTo>
                  <a:lnTo>
                    <a:pt x="844707" y="1209290"/>
                  </a:lnTo>
                  <a:lnTo>
                    <a:pt x="985492" y="1241693"/>
                  </a:lnTo>
                  <a:lnTo>
                    <a:pt x="1126276" y="274073"/>
                  </a:lnTo>
                  <a:lnTo>
                    <a:pt x="1267061" y="277744"/>
                  </a:lnTo>
                  <a:lnTo>
                    <a:pt x="1407845" y="568029"/>
                  </a:lnTo>
                  <a:lnTo>
                    <a:pt x="1548630" y="827965"/>
                  </a:lnTo>
                  <a:lnTo>
                    <a:pt x="1689414" y="1051752"/>
                  </a:lnTo>
                  <a:lnTo>
                    <a:pt x="1830199" y="867679"/>
                  </a:lnTo>
                  <a:lnTo>
                    <a:pt x="1970984" y="0"/>
                  </a:lnTo>
                  <a:lnTo>
                    <a:pt x="2111768" y="25101"/>
                  </a:lnTo>
                  <a:lnTo>
                    <a:pt x="2252553" y="517236"/>
                  </a:lnTo>
                  <a:lnTo>
                    <a:pt x="2393337" y="453511"/>
                  </a:lnTo>
                  <a:lnTo>
                    <a:pt x="2534122" y="280036"/>
                  </a:lnTo>
                  <a:lnTo>
                    <a:pt x="2674907" y="421867"/>
                  </a:lnTo>
                  <a:lnTo>
                    <a:pt x="2815691" y="516853"/>
                  </a:lnTo>
                  <a:lnTo>
                    <a:pt x="2956476" y="566583"/>
                  </a:lnTo>
                  <a:lnTo>
                    <a:pt x="3097260" y="471847"/>
                  </a:lnTo>
                  <a:lnTo>
                    <a:pt x="3238045" y="469122"/>
                  </a:lnTo>
                  <a:lnTo>
                    <a:pt x="3378829" y="499060"/>
                  </a:lnTo>
                  <a:lnTo>
                    <a:pt x="3519614" y="394200"/>
                  </a:lnTo>
                  <a:lnTo>
                    <a:pt x="3660399" y="321568"/>
                  </a:lnTo>
                  <a:lnTo>
                    <a:pt x="3801183" y="170891"/>
                  </a:lnTo>
                  <a:lnTo>
                    <a:pt x="3941968" y="173857"/>
                  </a:lnTo>
                  <a:lnTo>
                    <a:pt x="4082752" y="202026"/>
                  </a:lnTo>
                  <a:lnTo>
                    <a:pt x="4223537" y="208465"/>
                  </a:lnTo>
                  <a:lnTo>
                    <a:pt x="4364322" y="163066"/>
                  </a:lnTo>
                  <a:lnTo>
                    <a:pt x="4505106" y="119662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rc31"/>
            <p:cNvSpPr/>
            <p:nvPr/>
          </p:nvSpPr>
          <p:spPr>
            <a:xfrm>
              <a:off x="5751357" y="4219301"/>
              <a:ext cx="4955617" cy="31570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5751357" y="7145182"/>
              <a:ext cx="4955617" cy="0"/>
            </a:xfrm>
            <a:custGeom>
              <a:avLst/>
              <a:pathLst>
                <a:path w="4955617" h="0">
                  <a:moveTo>
                    <a:pt x="0" y="0"/>
                  </a:moveTo>
                  <a:lnTo>
                    <a:pt x="4955617" y="0"/>
                  </a:lnTo>
                  <a:lnTo>
                    <a:pt x="49556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5751357" y="6489727"/>
              <a:ext cx="4955617" cy="0"/>
            </a:xfrm>
            <a:custGeom>
              <a:avLst/>
              <a:pathLst>
                <a:path w="4955617" h="0">
                  <a:moveTo>
                    <a:pt x="0" y="0"/>
                  </a:moveTo>
                  <a:lnTo>
                    <a:pt x="4955617" y="0"/>
                  </a:lnTo>
                  <a:lnTo>
                    <a:pt x="49556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5751357" y="5834272"/>
              <a:ext cx="4955617" cy="0"/>
            </a:xfrm>
            <a:custGeom>
              <a:avLst/>
              <a:pathLst>
                <a:path w="4955617" h="0">
                  <a:moveTo>
                    <a:pt x="0" y="0"/>
                  </a:moveTo>
                  <a:lnTo>
                    <a:pt x="4955617" y="0"/>
                  </a:lnTo>
                  <a:lnTo>
                    <a:pt x="49556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5751357" y="5178817"/>
              <a:ext cx="4955617" cy="0"/>
            </a:xfrm>
            <a:custGeom>
              <a:avLst/>
              <a:pathLst>
                <a:path w="4955617" h="0">
                  <a:moveTo>
                    <a:pt x="0" y="0"/>
                  </a:moveTo>
                  <a:lnTo>
                    <a:pt x="4955617" y="0"/>
                  </a:lnTo>
                  <a:lnTo>
                    <a:pt x="49556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5751357" y="4523362"/>
              <a:ext cx="4955617" cy="0"/>
            </a:xfrm>
            <a:custGeom>
              <a:avLst/>
              <a:pathLst>
                <a:path w="4955617" h="0">
                  <a:moveTo>
                    <a:pt x="0" y="0"/>
                  </a:moveTo>
                  <a:lnTo>
                    <a:pt x="4955617" y="0"/>
                  </a:lnTo>
                  <a:lnTo>
                    <a:pt x="49556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5976612" y="5626597"/>
              <a:ext cx="4505106" cy="1114762"/>
            </a:xfrm>
            <a:custGeom>
              <a:avLst/>
              <a:pathLst>
                <a:path w="4505106" h="1114762">
                  <a:moveTo>
                    <a:pt x="0" y="219086"/>
                  </a:moveTo>
                  <a:lnTo>
                    <a:pt x="140784" y="14815"/>
                  </a:lnTo>
                  <a:lnTo>
                    <a:pt x="281569" y="0"/>
                  </a:lnTo>
                  <a:lnTo>
                    <a:pt x="422353" y="561736"/>
                  </a:lnTo>
                  <a:lnTo>
                    <a:pt x="563138" y="723665"/>
                  </a:lnTo>
                  <a:lnTo>
                    <a:pt x="703922" y="339119"/>
                  </a:lnTo>
                  <a:lnTo>
                    <a:pt x="844707" y="364834"/>
                  </a:lnTo>
                  <a:lnTo>
                    <a:pt x="985492" y="388578"/>
                  </a:lnTo>
                  <a:lnTo>
                    <a:pt x="1126276" y="439654"/>
                  </a:lnTo>
                  <a:lnTo>
                    <a:pt x="1267061" y="347778"/>
                  </a:lnTo>
                  <a:lnTo>
                    <a:pt x="1407845" y="479177"/>
                  </a:lnTo>
                  <a:lnTo>
                    <a:pt x="1548630" y="601956"/>
                  </a:lnTo>
                  <a:lnTo>
                    <a:pt x="1689414" y="654017"/>
                  </a:lnTo>
                  <a:lnTo>
                    <a:pt x="1830199" y="1114762"/>
                  </a:lnTo>
                  <a:lnTo>
                    <a:pt x="1970984" y="1018320"/>
                  </a:lnTo>
                  <a:lnTo>
                    <a:pt x="2111768" y="915442"/>
                  </a:lnTo>
                  <a:lnTo>
                    <a:pt x="2252553" y="777945"/>
                  </a:lnTo>
                  <a:lnTo>
                    <a:pt x="2393337" y="730666"/>
                  </a:lnTo>
                  <a:lnTo>
                    <a:pt x="2534122" y="582948"/>
                  </a:lnTo>
                  <a:lnTo>
                    <a:pt x="2674907" y="508895"/>
                  </a:lnTo>
                  <a:lnTo>
                    <a:pt x="2815691" y="491689"/>
                  </a:lnTo>
                  <a:lnTo>
                    <a:pt x="2956476" y="546882"/>
                  </a:lnTo>
                  <a:lnTo>
                    <a:pt x="3097260" y="568322"/>
                  </a:lnTo>
                  <a:lnTo>
                    <a:pt x="3238045" y="538670"/>
                  </a:lnTo>
                  <a:lnTo>
                    <a:pt x="3378829" y="515293"/>
                  </a:lnTo>
                  <a:lnTo>
                    <a:pt x="3519614" y="480669"/>
                  </a:lnTo>
                  <a:lnTo>
                    <a:pt x="3660399" y="444349"/>
                  </a:lnTo>
                  <a:lnTo>
                    <a:pt x="3801183" y="422822"/>
                  </a:lnTo>
                  <a:lnTo>
                    <a:pt x="3941968" y="407094"/>
                  </a:lnTo>
                  <a:lnTo>
                    <a:pt x="4082752" y="424095"/>
                  </a:lnTo>
                  <a:lnTo>
                    <a:pt x="4223537" y="364709"/>
                  </a:lnTo>
                  <a:lnTo>
                    <a:pt x="4364322" y="362354"/>
                  </a:lnTo>
                  <a:lnTo>
                    <a:pt x="4505106" y="380341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5976612" y="4784546"/>
              <a:ext cx="4505106" cy="1565717"/>
            </a:xfrm>
            <a:custGeom>
              <a:avLst/>
              <a:pathLst>
                <a:path w="4505106" h="1565717">
                  <a:moveTo>
                    <a:pt x="0" y="1061138"/>
                  </a:moveTo>
                  <a:lnTo>
                    <a:pt x="140784" y="856867"/>
                  </a:lnTo>
                  <a:lnTo>
                    <a:pt x="281569" y="842051"/>
                  </a:lnTo>
                  <a:lnTo>
                    <a:pt x="422353" y="1403787"/>
                  </a:lnTo>
                  <a:lnTo>
                    <a:pt x="563138" y="1565717"/>
                  </a:lnTo>
                  <a:lnTo>
                    <a:pt x="703922" y="1181171"/>
                  </a:lnTo>
                  <a:lnTo>
                    <a:pt x="844707" y="1206819"/>
                  </a:lnTo>
                  <a:lnTo>
                    <a:pt x="985492" y="1230569"/>
                  </a:lnTo>
                  <a:lnTo>
                    <a:pt x="1126276" y="1234440"/>
                  </a:lnTo>
                  <a:lnTo>
                    <a:pt x="1267061" y="1113567"/>
                  </a:lnTo>
                  <a:lnTo>
                    <a:pt x="1407845" y="1211372"/>
                  </a:lnTo>
                  <a:lnTo>
                    <a:pt x="1548630" y="1388048"/>
                  </a:lnTo>
                  <a:lnTo>
                    <a:pt x="1689414" y="1475690"/>
                  </a:lnTo>
                  <a:lnTo>
                    <a:pt x="1830199" y="1489067"/>
                  </a:lnTo>
                  <a:lnTo>
                    <a:pt x="1970984" y="1391989"/>
                  </a:lnTo>
                  <a:lnTo>
                    <a:pt x="2111768" y="1351099"/>
                  </a:lnTo>
                  <a:lnTo>
                    <a:pt x="2252553" y="1352315"/>
                  </a:lnTo>
                  <a:lnTo>
                    <a:pt x="2393337" y="1245000"/>
                  </a:lnTo>
                  <a:lnTo>
                    <a:pt x="2534122" y="1084837"/>
                  </a:lnTo>
                  <a:lnTo>
                    <a:pt x="2674907" y="1065061"/>
                  </a:lnTo>
                  <a:lnTo>
                    <a:pt x="2815691" y="1047448"/>
                  </a:lnTo>
                  <a:lnTo>
                    <a:pt x="2956476" y="989735"/>
                  </a:lnTo>
                  <a:lnTo>
                    <a:pt x="3097260" y="927299"/>
                  </a:lnTo>
                  <a:lnTo>
                    <a:pt x="3238045" y="894105"/>
                  </a:lnTo>
                  <a:lnTo>
                    <a:pt x="3378829" y="837626"/>
                  </a:lnTo>
                  <a:lnTo>
                    <a:pt x="3519614" y="738032"/>
                  </a:lnTo>
                  <a:lnTo>
                    <a:pt x="3660399" y="638541"/>
                  </a:lnTo>
                  <a:lnTo>
                    <a:pt x="3801183" y="521375"/>
                  </a:lnTo>
                  <a:lnTo>
                    <a:pt x="3941968" y="436925"/>
                  </a:lnTo>
                  <a:lnTo>
                    <a:pt x="4082752" y="377364"/>
                  </a:lnTo>
                  <a:lnTo>
                    <a:pt x="4223537" y="274406"/>
                  </a:lnTo>
                  <a:lnTo>
                    <a:pt x="4364322" y="146050"/>
                  </a:lnTo>
                  <a:lnTo>
                    <a:pt x="4505106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5976612" y="5626597"/>
              <a:ext cx="4505106" cy="851838"/>
            </a:xfrm>
            <a:custGeom>
              <a:avLst/>
              <a:pathLst>
                <a:path w="4505106" h="851838">
                  <a:moveTo>
                    <a:pt x="0" y="219086"/>
                  </a:moveTo>
                  <a:lnTo>
                    <a:pt x="140784" y="14815"/>
                  </a:lnTo>
                  <a:lnTo>
                    <a:pt x="281569" y="0"/>
                  </a:lnTo>
                  <a:lnTo>
                    <a:pt x="422353" y="561736"/>
                  </a:lnTo>
                  <a:lnTo>
                    <a:pt x="563138" y="723665"/>
                  </a:lnTo>
                  <a:lnTo>
                    <a:pt x="703922" y="339119"/>
                  </a:lnTo>
                  <a:lnTo>
                    <a:pt x="844707" y="364834"/>
                  </a:lnTo>
                  <a:lnTo>
                    <a:pt x="985492" y="388578"/>
                  </a:lnTo>
                  <a:lnTo>
                    <a:pt x="1126276" y="439654"/>
                  </a:lnTo>
                  <a:lnTo>
                    <a:pt x="1267061" y="347764"/>
                  </a:lnTo>
                  <a:lnTo>
                    <a:pt x="1407845" y="479154"/>
                  </a:lnTo>
                  <a:lnTo>
                    <a:pt x="1548630" y="601778"/>
                  </a:lnTo>
                  <a:lnTo>
                    <a:pt x="1689414" y="634384"/>
                  </a:lnTo>
                  <a:lnTo>
                    <a:pt x="1830199" y="851838"/>
                  </a:lnTo>
                  <a:lnTo>
                    <a:pt x="1970984" y="279700"/>
                  </a:lnTo>
                  <a:lnTo>
                    <a:pt x="2111768" y="286098"/>
                  </a:lnTo>
                  <a:lnTo>
                    <a:pt x="2252553" y="440747"/>
                  </a:lnTo>
                  <a:lnTo>
                    <a:pt x="2393337" y="403722"/>
                  </a:lnTo>
                  <a:lnTo>
                    <a:pt x="2534122" y="276342"/>
                  </a:lnTo>
                  <a:lnTo>
                    <a:pt x="2674907" y="309930"/>
                  </a:lnTo>
                  <a:lnTo>
                    <a:pt x="2815691" y="388151"/>
                  </a:lnTo>
                  <a:lnTo>
                    <a:pt x="2956476" y="432774"/>
                  </a:lnTo>
                  <a:lnTo>
                    <a:pt x="3097260" y="380712"/>
                  </a:lnTo>
                  <a:lnTo>
                    <a:pt x="3238045" y="424499"/>
                  </a:lnTo>
                  <a:lnTo>
                    <a:pt x="3378829" y="392490"/>
                  </a:lnTo>
                  <a:lnTo>
                    <a:pt x="3519614" y="346507"/>
                  </a:lnTo>
                  <a:lnTo>
                    <a:pt x="3660399" y="314573"/>
                  </a:lnTo>
                  <a:lnTo>
                    <a:pt x="3801183" y="233447"/>
                  </a:lnTo>
                  <a:lnTo>
                    <a:pt x="3941968" y="265515"/>
                  </a:lnTo>
                  <a:lnTo>
                    <a:pt x="4082752" y="379791"/>
                  </a:lnTo>
                  <a:lnTo>
                    <a:pt x="4223537" y="417498"/>
                  </a:lnTo>
                  <a:lnTo>
                    <a:pt x="4364322" y="382406"/>
                  </a:lnTo>
                  <a:lnTo>
                    <a:pt x="4505106" y="376397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10889854" y="485381"/>
              <a:ext cx="4955617" cy="31570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10889854" y="3411262"/>
              <a:ext cx="4955617" cy="0"/>
            </a:xfrm>
            <a:custGeom>
              <a:avLst/>
              <a:pathLst>
                <a:path w="4955617" h="0">
                  <a:moveTo>
                    <a:pt x="0" y="0"/>
                  </a:moveTo>
                  <a:lnTo>
                    <a:pt x="4955617" y="0"/>
                  </a:lnTo>
                  <a:lnTo>
                    <a:pt x="49556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10889854" y="2755807"/>
              <a:ext cx="4955617" cy="0"/>
            </a:xfrm>
            <a:custGeom>
              <a:avLst/>
              <a:pathLst>
                <a:path w="4955617" h="0">
                  <a:moveTo>
                    <a:pt x="0" y="0"/>
                  </a:moveTo>
                  <a:lnTo>
                    <a:pt x="4955617" y="0"/>
                  </a:lnTo>
                  <a:lnTo>
                    <a:pt x="49556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10889854" y="2100352"/>
              <a:ext cx="4955617" cy="0"/>
            </a:xfrm>
            <a:custGeom>
              <a:avLst/>
              <a:pathLst>
                <a:path w="4955617" h="0">
                  <a:moveTo>
                    <a:pt x="0" y="0"/>
                  </a:moveTo>
                  <a:lnTo>
                    <a:pt x="4955617" y="0"/>
                  </a:lnTo>
                  <a:lnTo>
                    <a:pt x="49556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10889854" y="1444897"/>
              <a:ext cx="4955617" cy="0"/>
            </a:xfrm>
            <a:custGeom>
              <a:avLst/>
              <a:pathLst>
                <a:path w="4955617" h="0">
                  <a:moveTo>
                    <a:pt x="0" y="0"/>
                  </a:moveTo>
                  <a:lnTo>
                    <a:pt x="4955617" y="0"/>
                  </a:lnTo>
                  <a:lnTo>
                    <a:pt x="49556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10889854" y="789442"/>
              <a:ext cx="4955617" cy="0"/>
            </a:xfrm>
            <a:custGeom>
              <a:avLst/>
              <a:pathLst>
                <a:path w="4955617" h="0">
                  <a:moveTo>
                    <a:pt x="0" y="0"/>
                  </a:moveTo>
                  <a:lnTo>
                    <a:pt x="4955617" y="0"/>
                  </a:lnTo>
                  <a:lnTo>
                    <a:pt x="49556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11115110" y="1498940"/>
              <a:ext cx="4505106" cy="1008713"/>
            </a:xfrm>
            <a:custGeom>
              <a:avLst/>
              <a:pathLst>
                <a:path w="4505106" h="1008713">
                  <a:moveTo>
                    <a:pt x="0" y="0"/>
                  </a:moveTo>
                  <a:lnTo>
                    <a:pt x="140784" y="84180"/>
                  </a:lnTo>
                  <a:lnTo>
                    <a:pt x="281569" y="41603"/>
                  </a:lnTo>
                  <a:lnTo>
                    <a:pt x="422353" y="855606"/>
                  </a:lnTo>
                  <a:lnTo>
                    <a:pt x="563138" y="893328"/>
                  </a:lnTo>
                  <a:lnTo>
                    <a:pt x="703922" y="371824"/>
                  </a:lnTo>
                  <a:lnTo>
                    <a:pt x="844707" y="335727"/>
                  </a:lnTo>
                  <a:lnTo>
                    <a:pt x="985492" y="419649"/>
                  </a:lnTo>
                  <a:lnTo>
                    <a:pt x="1126276" y="412566"/>
                  </a:lnTo>
                  <a:lnTo>
                    <a:pt x="1267061" y="454281"/>
                  </a:lnTo>
                  <a:lnTo>
                    <a:pt x="1407845" y="515298"/>
                  </a:lnTo>
                  <a:lnTo>
                    <a:pt x="1548630" y="683412"/>
                  </a:lnTo>
                  <a:lnTo>
                    <a:pt x="1689414" y="854391"/>
                  </a:lnTo>
                  <a:lnTo>
                    <a:pt x="1830199" y="1008713"/>
                  </a:lnTo>
                  <a:lnTo>
                    <a:pt x="1970984" y="908024"/>
                  </a:lnTo>
                  <a:lnTo>
                    <a:pt x="2111768" y="797501"/>
                  </a:lnTo>
                  <a:lnTo>
                    <a:pt x="2252553" y="698430"/>
                  </a:lnTo>
                  <a:lnTo>
                    <a:pt x="2393337" y="668416"/>
                  </a:lnTo>
                  <a:lnTo>
                    <a:pt x="2534122" y="539280"/>
                  </a:lnTo>
                  <a:lnTo>
                    <a:pt x="2674907" y="474170"/>
                  </a:lnTo>
                  <a:lnTo>
                    <a:pt x="2815691" y="450582"/>
                  </a:lnTo>
                  <a:lnTo>
                    <a:pt x="2956476" y="508449"/>
                  </a:lnTo>
                  <a:lnTo>
                    <a:pt x="3097260" y="533036"/>
                  </a:lnTo>
                  <a:lnTo>
                    <a:pt x="3238045" y="498380"/>
                  </a:lnTo>
                  <a:lnTo>
                    <a:pt x="3378829" y="454255"/>
                  </a:lnTo>
                  <a:lnTo>
                    <a:pt x="3519614" y="388363"/>
                  </a:lnTo>
                  <a:lnTo>
                    <a:pt x="3660399" y="388709"/>
                  </a:lnTo>
                  <a:lnTo>
                    <a:pt x="3801183" y="365126"/>
                  </a:lnTo>
                  <a:lnTo>
                    <a:pt x="3941968" y="353057"/>
                  </a:lnTo>
                  <a:lnTo>
                    <a:pt x="4082752" y="373440"/>
                  </a:lnTo>
                  <a:lnTo>
                    <a:pt x="4223537" y="321648"/>
                  </a:lnTo>
                  <a:lnTo>
                    <a:pt x="4364322" y="330815"/>
                  </a:lnTo>
                  <a:lnTo>
                    <a:pt x="4505106" y="353003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11115110" y="645206"/>
              <a:ext cx="4505106" cy="1747062"/>
            </a:xfrm>
            <a:custGeom>
              <a:avLst/>
              <a:pathLst>
                <a:path w="4505106" h="1747062">
                  <a:moveTo>
                    <a:pt x="0" y="853734"/>
                  </a:moveTo>
                  <a:lnTo>
                    <a:pt x="140784" y="937914"/>
                  </a:lnTo>
                  <a:lnTo>
                    <a:pt x="281569" y="895337"/>
                  </a:lnTo>
                  <a:lnTo>
                    <a:pt x="422353" y="1709340"/>
                  </a:lnTo>
                  <a:lnTo>
                    <a:pt x="563138" y="1747062"/>
                  </a:lnTo>
                  <a:lnTo>
                    <a:pt x="703922" y="1225558"/>
                  </a:lnTo>
                  <a:lnTo>
                    <a:pt x="844707" y="1189394"/>
                  </a:lnTo>
                  <a:lnTo>
                    <a:pt x="985492" y="1273322"/>
                  </a:lnTo>
                  <a:lnTo>
                    <a:pt x="1126276" y="1218856"/>
                  </a:lnTo>
                  <a:lnTo>
                    <a:pt x="1267061" y="1236543"/>
                  </a:lnTo>
                  <a:lnTo>
                    <a:pt x="1407845" y="1260862"/>
                  </a:lnTo>
                  <a:lnTo>
                    <a:pt x="1548630" y="1537751"/>
                  </a:lnTo>
                  <a:lnTo>
                    <a:pt x="1689414" y="1743612"/>
                  </a:lnTo>
                  <a:lnTo>
                    <a:pt x="1830199" y="1443200"/>
                  </a:lnTo>
                  <a:lnTo>
                    <a:pt x="1970984" y="1341232"/>
                  </a:lnTo>
                  <a:lnTo>
                    <a:pt x="2111768" y="1308476"/>
                  </a:lnTo>
                  <a:lnTo>
                    <a:pt x="2252553" y="1322303"/>
                  </a:lnTo>
                  <a:lnTo>
                    <a:pt x="2393337" y="1233537"/>
                  </a:lnTo>
                  <a:lnTo>
                    <a:pt x="2534122" y="1091623"/>
                  </a:lnTo>
                  <a:lnTo>
                    <a:pt x="2674907" y="1078796"/>
                  </a:lnTo>
                  <a:lnTo>
                    <a:pt x="2815691" y="1061481"/>
                  </a:lnTo>
                  <a:lnTo>
                    <a:pt x="2956476" y="1001477"/>
                  </a:lnTo>
                  <a:lnTo>
                    <a:pt x="3097260" y="939441"/>
                  </a:lnTo>
                  <a:lnTo>
                    <a:pt x="3238045" y="905492"/>
                  </a:lnTo>
                  <a:lnTo>
                    <a:pt x="3378829" y="837999"/>
                  </a:lnTo>
                  <a:lnTo>
                    <a:pt x="3519614" y="735102"/>
                  </a:lnTo>
                  <a:lnTo>
                    <a:pt x="3660399" y="637649"/>
                  </a:lnTo>
                  <a:lnTo>
                    <a:pt x="3801183" y="518789"/>
                  </a:lnTo>
                  <a:lnTo>
                    <a:pt x="3941968" y="433929"/>
                  </a:lnTo>
                  <a:lnTo>
                    <a:pt x="4082752" y="377344"/>
                  </a:lnTo>
                  <a:lnTo>
                    <a:pt x="4223537" y="273997"/>
                  </a:lnTo>
                  <a:lnTo>
                    <a:pt x="4364322" y="146732"/>
                  </a:lnTo>
                  <a:lnTo>
                    <a:pt x="4505106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11115110" y="1498940"/>
              <a:ext cx="4505106" cy="893328"/>
            </a:xfrm>
            <a:custGeom>
              <a:avLst/>
              <a:pathLst>
                <a:path w="4505106" h="893328">
                  <a:moveTo>
                    <a:pt x="0" y="0"/>
                  </a:moveTo>
                  <a:lnTo>
                    <a:pt x="140784" y="84180"/>
                  </a:lnTo>
                  <a:lnTo>
                    <a:pt x="281569" y="41603"/>
                  </a:lnTo>
                  <a:lnTo>
                    <a:pt x="422353" y="855606"/>
                  </a:lnTo>
                  <a:lnTo>
                    <a:pt x="563138" y="893328"/>
                  </a:lnTo>
                  <a:lnTo>
                    <a:pt x="703922" y="371824"/>
                  </a:lnTo>
                  <a:lnTo>
                    <a:pt x="844707" y="335727"/>
                  </a:lnTo>
                  <a:lnTo>
                    <a:pt x="985492" y="419649"/>
                  </a:lnTo>
                  <a:lnTo>
                    <a:pt x="1126276" y="412566"/>
                  </a:lnTo>
                  <a:lnTo>
                    <a:pt x="1267061" y="454266"/>
                  </a:lnTo>
                  <a:lnTo>
                    <a:pt x="1407845" y="515309"/>
                  </a:lnTo>
                  <a:lnTo>
                    <a:pt x="1548630" y="683302"/>
                  </a:lnTo>
                  <a:lnTo>
                    <a:pt x="1689414" y="832997"/>
                  </a:lnTo>
                  <a:lnTo>
                    <a:pt x="1830199" y="743638"/>
                  </a:lnTo>
                  <a:lnTo>
                    <a:pt x="1970984" y="183779"/>
                  </a:lnTo>
                  <a:lnTo>
                    <a:pt x="2111768" y="216159"/>
                  </a:lnTo>
                  <a:lnTo>
                    <a:pt x="2252553" y="400967"/>
                  </a:lnTo>
                  <a:lnTo>
                    <a:pt x="2393337" y="379525"/>
                  </a:lnTo>
                  <a:lnTo>
                    <a:pt x="2534122" y="251061"/>
                  </a:lnTo>
                  <a:lnTo>
                    <a:pt x="2674907" y="294786"/>
                  </a:lnTo>
                  <a:lnTo>
                    <a:pt x="2815691" y="363960"/>
                  </a:lnTo>
                  <a:lnTo>
                    <a:pt x="2956476" y="404921"/>
                  </a:lnTo>
                  <a:lnTo>
                    <a:pt x="3097260" y="353480"/>
                  </a:lnTo>
                  <a:lnTo>
                    <a:pt x="3238045" y="394293"/>
                  </a:lnTo>
                  <a:lnTo>
                    <a:pt x="3378829" y="348078"/>
                  </a:lnTo>
                  <a:lnTo>
                    <a:pt x="3519614" y="291649"/>
                  </a:lnTo>
                  <a:lnTo>
                    <a:pt x="3660399" y="273037"/>
                  </a:lnTo>
                  <a:lnTo>
                    <a:pt x="3801183" y="188385"/>
                  </a:lnTo>
                  <a:lnTo>
                    <a:pt x="3941968" y="210210"/>
                  </a:lnTo>
                  <a:lnTo>
                    <a:pt x="4082752" y="327761"/>
                  </a:lnTo>
                  <a:lnTo>
                    <a:pt x="4223537" y="371573"/>
                  </a:lnTo>
                  <a:lnTo>
                    <a:pt x="4364322" y="340032"/>
                  </a:lnTo>
                  <a:lnTo>
                    <a:pt x="4505106" y="339494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10889854" y="4219301"/>
              <a:ext cx="4955617" cy="31570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10889854" y="7145182"/>
              <a:ext cx="4955617" cy="0"/>
            </a:xfrm>
            <a:custGeom>
              <a:avLst/>
              <a:pathLst>
                <a:path w="4955617" h="0">
                  <a:moveTo>
                    <a:pt x="0" y="0"/>
                  </a:moveTo>
                  <a:lnTo>
                    <a:pt x="4955617" y="0"/>
                  </a:lnTo>
                  <a:lnTo>
                    <a:pt x="49556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10889854" y="6489727"/>
              <a:ext cx="4955617" cy="0"/>
            </a:xfrm>
            <a:custGeom>
              <a:avLst/>
              <a:pathLst>
                <a:path w="4955617" h="0">
                  <a:moveTo>
                    <a:pt x="0" y="0"/>
                  </a:moveTo>
                  <a:lnTo>
                    <a:pt x="4955617" y="0"/>
                  </a:lnTo>
                  <a:lnTo>
                    <a:pt x="49556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10889854" y="5834272"/>
              <a:ext cx="4955617" cy="0"/>
            </a:xfrm>
            <a:custGeom>
              <a:avLst/>
              <a:pathLst>
                <a:path w="4955617" h="0">
                  <a:moveTo>
                    <a:pt x="0" y="0"/>
                  </a:moveTo>
                  <a:lnTo>
                    <a:pt x="4955617" y="0"/>
                  </a:lnTo>
                  <a:lnTo>
                    <a:pt x="49556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10889854" y="5178817"/>
              <a:ext cx="4955617" cy="0"/>
            </a:xfrm>
            <a:custGeom>
              <a:avLst/>
              <a:pathLst>
                <a:path w="4955617" h="0">
                  <a:moveTo>
                    <a:pt x="0" y="0"/>
                  </a:moveTo>
                  <a:lnTo>
                    <a:pt x="4955617" y="0"/>
                  </a:lnTo>
                  <a:lnTo>
                    <a:pt x="49556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10889854" y="4523362"/>
              <a:ext cx="4955617" cy="0"/>
            </a:xfrm>
            <a:custGeom>
              <a:avLst/>
              <a:pathLst>
                <a:path w="4955617" h="0">
                  <a:moveTo>
                    <a:pt x="0" y="0"/>
                  </a:moveTo>
                  <a:lnTo>
                    <a:pt x="4955617" y="0"/>
                  </a:lnTo>
                  <a:lnTo>
                    <a:pt x="49556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11115110" y="4676668"/>
              <a:ext cx="4505106" cy="2699730"/>
            </a:xfrm>
            <a:custGeom>
              <a:avLst/>
              <a:pathLst>
                <a:path w="4505106" h="2699730">
                  <a:moveTo>
                    <a:pt x="0" y="2699730"/>
                  </a:moveTo>
                  <a:lnTo>
                    <a:pt x="140784" y="1602065"/>
                  </a:lnTo>
                  <a:lnTo>
                    <a:pt x="281569" y="1686290"/>
                  </a:lnTo>
                  <a:lnTo>
                    <a:pt x="422353" y="1892850"/>
                  </a:lnTo>
                  <a:lnTo>
                    <a:pt x="563138" y="1878076"/>
                  </a:lnTo>
                  <a:lnTo>
                    <a:pt x="703922" y="1851844"/>
                  </a:lnTo>
                  <a:lnTo>
                    <a:pt x="844707" y="1812248"/>
                  </a:lnTo>
                  <a:lnTo>
                    <a:pt x="985492" y="1395957"/>
                  </a:lnTo>
                  <a:lnTo>
                    <a:pt x="1126276" y="477662"/>
                  </a:lnTo>
                  <a:lnTo>
                    <a:pt x="1267061" y="714123"/>
                  </a:lnTo>
                  <a:lnTo>
                    <a:pt x="1407845" y="767909"/>
                  </a:lnTo>
                  <a:lnTo>
                    <a:pt x="1548630" y="637709"/>
                  </a:lnTo>
                  <a:lnTo>
                    <a:pt x="1689414" y="418489"/>
                  </a:lnTo>
                  <a:lnTo>
                    <a:pt x="1830199" y="526759"/>
                  </a:lnTo>
                  <a:lnTo>
                    <a:pt x="1970984" y="529609"/>
                  </a:lnTo>
                  <a:lnTo>
                    <a:pt x="2111768" y="523501"/>
                  </a:lnTo>
                  <a:lnTo>
                    <a:pt x="2252553" y="218548"/>
                  </a:lnTo>
                  <a:lnTo>
                    <a:pt x="2393337" y="63578"/>
                  </a:lnTo>
                  <a:lnTo>
                    <a:pt x="2534122" y="402307"/>
                  </a:lnTo>
                  <a:lnTo>
                    <a:pt x="2674907" y="330131"/>
                  </a:lnTo>
                  <a:lnTo>
                    <a:pt x="2815691" y="146022"/>
                  </a:lnTo>
                  <a:lnTo>
                    <a:pt x="2956476" y="508783"/>
                  </a:lnTo>
                  <a:lnTo>
                    <a:pt x="3097260" y="336295"/>
                  </a:lnTo>
                  <a:lnTo>
                    <a:pt x="3238045" y="195766"/>
                  </a:lnTo>
                  <a:lnTo>
                    <a:pt x="3378829" y="0"/>
                  </a:lnTo>
                  <a:lnTo>
                    <a:pt x="3519614" y="391546"/>
                  </a:lnTo>
                  <a:lnTo>
                    <a:pt x="3660399" y="259528"/>
                  </a:lnTo>
                  <a:lnTo>
                    <a:pt x="3801183" y="221543"/>
                  </a:lnTo>
                  <a:lnTo>
                    <a:pt x="3941968" y="472242"/>
                  </a:lnTo>
                  <a:lnTo>
                    <a:pt x="4082752" y="315784"/>
                  </a:lnTo>
                  <a:lnTo>
                    <a:pt x="4223537" y="181107"/>
                  </a:lnTo>
                  <a:lnTo>
                    <a:pt x="4364322" y="175970"/>
                  </a:lnTo>
                  <a:lnTo>
                    <a:pt x="4505106" y="448992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11115110" y="4265958"/>
              <a:ext cx="4505106" cy="3110441"/>
            </a:xfrm>
            <a:custGeom>
              <a:avLst/>
              <a:pathLst>
                <a:path w="4505106" h="3110441">
                  <a:moveTo>
                    <a:pt x="0" y="3110441"/>
                  </a:moveTo>
                  <a:lnTo>
                    <a:pt x="140784" y="2012775"/>
                  </a:lnTo>
                  <a:lnTo>
                    <a:pt x="281569" y="2097001"/>
                  </a:lnTo>
                  <a:lnTo>
                    <a:pt x="422353" y="2303560"/>
                  </a:lnTo>
                  <a:lnTo>
                    <a:pt x="563138" y="2288786"/>
                  </a:lnTo>
                  <a:lnTo>
                    <a:pt x="703922" y="2262555"/>
                  </a:lnTo>
                  <a:lnTo>
                    <a:pt x="844707" y="2224363"/>
                  </a:lnTo>
                  <a:lnTo>
                    <a:pt x="985492" y="1810346"/>
                  </a:lnTo>
                  <a:lnTo>
                    <a:pt x="1126276" y="840647"/>
                  </a:lnTo>
                  <a:lnTo>
                    <a:pt x="1267061" y="1077893"/>
                  </a:lnTo>
                  <a:lnTo>
                    <a:pt x="1407845" y="1363443"/>
                  </a:lnTo>
                  <a:lnTo>
                    <a:pt x="1548630" y="1414076"/>
                  </a:lnTo>
                  <a:lnTo>
                    <a:pt x="1689414" y="1603535"/>
                  </a:lnTo>
                  <a:lnTo>
                    <a:pt x="1830199" y="1353784"/>
                  </a:lnTo>
                  <a:lnTo>
                    <a:pt x="1970984" y="1371935"/>
                  </a:lnTo>
                  <a:lnTo>
                    <a:pt x="2111768" y="1296390"/>
                  </a:lnTo>
                  <a:lnTo>
                    <a:pt x="2252553" y="1282392"/>
                  </a:lnTo>
                  <a:lnTo>
                    <a:pt x="2393337" y="1259108"/>
                  </a:lnTo>
                  <a:lnTo>
                    <a:pt x="2534122" y="1185060"/>
                  </a:lnTo>
                  <a:lnTo>
                    <a:pt x="2674907" y="1136869"/>
                  </a:lnTo>
                  <a:lnTo>
                    <a:pt x="2815691" y="1092836"/>
                  </a:lnTo>
                  <a:lnTo>
                    <a:pt x="2956476" y="1057316"/>
                  </a:lnTo>
                  <a:lnTo>
                    <a:pt x="3097260" y="982797"/>
                  </a:lnTo>
                  <a:lnTo>
                    <a:pt x="3238045" y="950421"/>
                  </a:lnTo>
                  <a:lnTo>
                    <a:pt x="3378829" y="897399"/>
                  </a:lnTo>
                  <a:lnTo>
                    <a:pt x="3519614" y="800888"/>
                  </a:lnTo>
                  <a:lnTo>
                    <a:pt x="3660399" y="704851"/>
                  </a:lnTo>
                  <a:lnTo>
                    <a:pt x="3801183" y="631227"/>
                  </a:lnTo>
                  <a:lnTo>
                    <a:pt x="3941968" y="540906"/>
                  </a:lnTo>
                  <a:lnTo>
                    <a:pt x="4082752" y="421045"/>
                  </a:lnTo>
                  <a:lnTo>
                    <a:pt x="4223537" y="277408"/>
                  </a:lnTo>
                  <a:lnTo>
                    <a:pt x="4364322" y="148999"/>
                  </a:lnTo>
                  <a:lnTo>
                    <a:pt x="4505106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11115110" y="5154405"/>
              <a:ext cx="4505106" cy="2221993"/>
            </a:xfrm>
            <a:custGeom>
              <a:avLst/>
              <a:pathLst>
                <a:path w="4505106" h="2221993">
                  <a:moveTo>
                    <a:pt x="0" y="2221993"/>
                  </a:moveTo>
                  <a:lnTo>
                    <a:pt x="140784" y="1124328"/>
                  </a:lnTo>
                  <a:lnTo>
                    <a:pt x="281569" y="1208553"/>
                  </a:lnTo>
                  <a:lnTo>
                    <a:pt x="422353" y="1415113"/>
                  </a:lnTo>
                  <a:lnTo>
                    <a:pt x="563138" y="1400339"/>
                  </a:lnTo>
                  <a:lnTo>
                    <a:pt x="703922" y="1374107"/>
                  </a:lnTo>
                  <a:lnTo>
                    <a:pt x="844707" y="1334511"/>
                  </a:lnTo>
                  <a:lnTo>
                    <a:pt x="985492" y="918236"/>
                  </a:lnTo>
                  <a:lnTo>
                    <a:pt x="1126276" y="0"/>
                  </a:lnTo>
                  <a:lnTo>
                    <a:pt x="1267061" y="279249"/>
                  </a:lnTo>
                  <a:lnTo>
                    <a:pt x="1407845" y="511328"/>
                  </a:lnTo>
                  <a:lnTo>
                    <a:pt x="1548630" y="435019"/>
                  </a:lnTo>
                  <a:lnTo>
                    <a:pt x="1689414" y="319038"/>
                  </a:lnTo>
                  <a:lnTo>
                    <a:pt x="1830199" y="316093"/>
                  </a:lnTo>
                  <a:lnTo>
                    <a:pt x="1970984" y="156761"/>
                  </a:lnTo>
                  <a:lnTo>
                    <a:pt x="2111768" y="453545"/>
                  </a:lnTo>
                  <a:lnTo>
                    <a:pt x="2252553" y="797420"/>
                  </a:lnTo>
                  <a:lnTo>
                    <a:pt x="2393337" y="993624"/>
                  </a:lnTo>
                  <a:lnTo>
                    <a:pt x="2534122" y="992453"/>
                  </a:lnTo>
                  <a:lnTo>
                    <a:pt x="2674907" y="1189184"/>
                  </a:lnTo>
                  <a:lnTo>
                    <a:pt x="2815691" y="1175794"/>
                  </a:lnTo>
                  <a:lnTo>
                    <a:pt x="2956476" y="1080315"/>
                  </a:lnTo>
                  <a:lnTo>
                    <a:pt x="3097260" y="1030128"/>
                  </a:lnTo>
                  <a:lnTo>
                    <a:pt x="3238045" y="994441"/>
                  </a:lnTo>
                  <a:lnTo>
                    <a:pt x="3378829" y="945012"/>
                  </a:lnTo>
                  <a:lnTo>
                    <a:pt x="3519614" y="899869"/>
                  </a:lnTo>
                  <a:lnTo>
                    <a:pt x="3660399" y="834629"/>
                  </a:lnTo>
                  <a:lnTo>
                    <a:pt x="3801183" y="751373"/>
                  </a:lnTo>
                  <a:lnTo>
                    <a:pt x="3941968" y="695059"/>
                  </a:lnTo>
                  <a:lnTo>
                    <a:pt x="4082752" y="668350"/>
                  </a:lnTo>
                  <a:lnTo>
                    <a:pt x="4223537" y="540897"/>
                  </a:lnTo>
                  <a:lnTo>
                    <a:pt x="4364322" y="485331"/>
                  </a:lnTo>
                  <a:lnTo>
                    <a:pt x="4505106" y="399742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rc58"/>
            <p:cNvSpPr/>
            <p:nvPr/>
          </p:nvSpPr>
          <p:spPr>
            <a:xfrm>
              <a:off x="612860" y="3825359"/>
              <a:ext cx="4955617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tx59"/>
            <p:cNvSpPr/>
            <p:nvPr/>
          </p:nvSpPr>
          <p:spPr>
            <a:xfrm>
              <a:off x="2900131" y="3937833"/>
              <a:ext cx="381074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Tas</a:t>
              </a:r>
            </a:p>
          </p:txBody>
        </p:sp>
        <p:sp>
          <p:nvSpPr>
            <p:cNvPr id="61" name="rc60"/>
            <p:cNvSpPr/>
            <p:nvPr/>
          </p:nvSpPr>
          <p:spPr>
            <a:xfrm>
              <a:off x="5751357" y="3825359"/>
              <a:ext cx="4955617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tx61"/>
            <p:cNvSpPr/>
            <p:nvPr/>
          </p:nvSpPr>
          <p:spPr>
            <a:xfrm>
              <a:off x="8070385" y="3937833"/>
              <a:ext cx="317562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Vic</a:t>
              </a:r>
            </a:p>
          </p:txBody>
        </p:sp>
        <p:sp>
          <p:nvSpPr>
            <p:cNvPr id="63" name="rc62"/>
            <p:cNvSpPr/>
            <p:nvPr/>
          </p:nvSpPr>
          <p:spPr>
            <a:xfrm>
              <a:off x="10889854" y="3825359"/>
              <a:ext cx="4955617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tx63"/>
            <p:cNvSpPr/>
            <p:nvPr/>
          </p:nvSpPr>
          <p:spPr>
            <a:xfrm>
              <a:off x="13183544" y="3940512"/>
              <a:ext cx="368237" cy="1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WA</a:t>
              </a:r>
            </a:p>
          </p:txBody>
        </p:sp>
        <p:sp>
          <p:nvSpPr>
            <p:cNvPr id="65" name="rc64"/>
            <p:cNvSpPr/>
            <p:nvPr/>
          </p:nvSpPr>
          <p:spPr>
            <a:xfrm>
              <a:off x="612860" y="91440"/>
              <a:ext cx="4955617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tx65"/>
            <p:cNvSpPr/>
            <p:nvPr/>
          </p:nvSpPr>
          <p:spPr>
            <a:xfrm>
              <a:off x="2824006" y="201011"/>
              <a:ext cx="533325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NSW</a:t>
              </a:r>
            </a:p>
          </p:txBody>
        </p:sp>
        <p:sp>
          <p:nvSpPr>
            <p:cNvPr id="67" name="rc66"/>
            <p:cNvSpPr/>
            <p:nvPr/>
          </p:nvSpPr>
          <p:spPr>
            <a:xfrm>
              <a:off x="5751357" y="91440"/>
              <a:ext cx="4955617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tx67"/>
            <p:cNvSpPr/>
            <p:nvPr/>
          </p:nvSpPr>
          <p:spPr>
            <a:xfrm>
              <a:off x="8051297" y="190965"/>
              <a:ext cx="355736" cy="1792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Qld</a:t>
              </a:r>
            </a:p>
          </p:txBody>
        </p:sp>
        <p:sp>
          <p:nvSpPr>
            <p:cNvPr id="69" name="rc68"/>
            <p:cNvSpPr/>
            <p:nvPr/>
          </p:nvSpPr>
          <p:spPr>
            <a:xfrm>
              <a:off x="10889854" y="91440"/>
              <a:ext cx="4955617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tx69"/>
            <p:cNvSpPr/>
            <p:nvPr/>
          </p:nvSpPr>
          <p:spPr>
            <a:xfrm>
              <a:off x="13215188" y="201011"/>
              <a:ext cx="304948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SA</a:t>
              </a:r>
            </a:p>
          </p:txBody>
        </p:sp>
        <p:sp>
          <p:nvSpPr>
            <p:cNvPr id="71" name="pl70"/>
            <p:cNvSpPr/>
            <p:nvPr/>
          </p:nvSpPr>
          <p:spPr>
            <a:xfrm>
              <a:off x="612860" y="7376399"/>
              <a:ext cx="4955617" cy="0"/>
            </a:xfrm>
            <a:custGeom>
              <a:avLst/>
              <a:pathLst>
                <a:path w="4955617" h="0">
                  <a:moveTo>
                    <a:pt x="0" y="0"/>
                  </a:moveTo>
                  <a:lnTo>
                    <a:pt x="4955617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1119684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2527530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3935376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4"/>
            <p:cNvSpPr/>
            <p:nvPr/>
          </p:nvSpPr>
          <p:spPr>
            <a:xfrm>
              <a:off x="5343222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tx75"/>
            <p:cNvSpPr/>
            <p:nvPr/>
          </p:nvSpPr>
          <p:spPr>
            <a:xfrm>
              <a:off x="865411" y="74754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2273257" y="7475313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3681103" y="74754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2040</a:t>
              </a:r>
            </a:p>
          </p:txBody>
        </p:sp>
        <p:sp>
          <p:nvSpPr>
            <p:cNvPr id="79" name="tx78"/>
            <p:cNvSpPr/>
            <p:nvPr/>
          </p:nvSpPr>
          <p:spPr>
            <a:xfrm>
              <a:off x="5088949" y="74754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2050</a:t>
              </a:r>
            </a:p>
          </p:txBody>
        </p:sp>
        <p:sp>
          <p:nvSpPr>
            <p:cNvPr id="80" name="pl79"/>
            <p:cNvSpPr/>
            <p:nvPr/>
          </p:nvSpPr>
          <p:spPr>
            <a:xfrm>
              <a:off x="5751357" y="7376399"/>
              <a:ext cx="4955617" cy="0"/>
            </a:xfrm>
            <a:custGeom>
              <a:avLst/>
              <a:pathLst>
                <a:path w="4955617" h="0">
                  <a:moveTo>
                    <a:pt x="0" y="0"/>
                  </a:moveTo>
                  <a:lnTo>
                    <a:pt x="4955617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0"/>
            <p:cNvSpPr/>
            <p:nvPr/>
          </p:nvSpPr>
          <p:spPr>
            <a:xfrm>
              <a:off x="6258181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1"/>
            <p:cNvSpPr/>
            <p:nvPr/>
          </p:nvSpPr>
          <p:spPr>
            <a:xfrm>
              <a:off x="7666027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2"/>
            <p:cNvSpPr/>
            <p:nvPr/>
          </p:nvSpPr>
          <p:spPr>
            <a:xfrm>
              <a:off x="9073873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3"/>
            <p:cNvSpPr/>
            <p:nvPr/>
          </p:nvSpPr>
          <p:spPr>
            <a:xfrm>
              <a:off x="10481719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tx84"/>
            <p:cNvSpPr/>
            <p:nvPr/>
          </p:nvSpPr>
          <p:spPr>
            <a:xfrm>
              <a:off x="6003909" y="74754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</a:t>
              </a:r>
            </a:p>
          </p:txBody>
        </p:sp>
        <p:sp>
          <p:nvSpPr>
            <p:cNvPr id="86" name="tx85"/>
            <p:cNvSpPr/>
            <p:nvPr/>
          </p:nvSpPr>
          <p:spPr>
            <a:xfrm>
              <a:off x="7411754" y="7475313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87" name="tx86"/>
            <p:cNvSpPr/>
            <p:nvPr/>
          </p:nvSpPr>
          <p:spPr>
            <a:xfrm>
              <a:off x="8819600" y="74754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2040</a:t>
              </a:r>
            </a:p>
          </p:txBody>
        </p:sp>
        <p:sp>
          <p:nvSpPr>
            <p:cNvPr id="88" name="tx87"/>
            <p:cNvSpPr/>
            <p:nvPr/>
          </p:nvSpPr>
          <p:spPr>
            <a:xfrm>
              <a:off x="10227446" y="74754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2050</a:t>
              </a:r>
            </a:p>
          </p:txBody>
        </p:sp>
        <p:sp>
          <p:nvSpPr>
            <p:cNvPr id="89" name="pl88"/>
            <p:cNvSpPr/>
            <p:nvPr/>
          </p:nvSpPr>
          <p:spPr>
            <a:xfrm>
              <a:off x="10889854" y="7376399"/>
              <a:ext cx="4955617" cy="0"/>
            </a:xfrm>
            <a:custGeom>
              <a:avLst/>
              <a:pathLst>
                <a:path w="4955617" h="0">
                  <a:moveTo>
                    <a:pt x="0" y="0"/>
                  </a:moveTo>
                  <a:lnTo>
                    <a:pt x="4955617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89"/>
            <p:cNvSpPr/>
            <p:nvPr/>
          </p:nvSpPr>
          <p:spPr>
            <a:xfrm>
              <a:off x="11396679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0"/>
            <p:cNvSpPr/>
            <p:nvPr/>
          </p:nvSpPr>
          <p:spPr>
            <a:xfrm>
              <a:off x="12804525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14212370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2"/>
            <p:cNvSpPr/>
            <p:nvPr/>
          </p:nvSpPr>
          <p:spPr>
            <a:xfrm>
              <a:off x="15620216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tx93"/>
            <p:cNvSpPr/>
            <p:nvPr/>
          </p:nvSpPr>
          <p:spPr>
            <a:xfrm>
              <a:off x="11142406" y="74754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</a:t>
              </a:r>
            </a:p>
          </p:txBody>
        </p:sp>
        <p:sp>
          <p:nvSpPr>
            <p:cNvPr id="95" name="tx94"/>
            <p:cNvSpPr/>
            <p:nvPr/>
          </p:nvSpPr>
          <p:spPr>
            <a:xfrm>
              <a:off x="12550252" y="7475313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96" name="tx95"/>
            <p:cNvSpPr/>
            <p:nvPr/>
          </p:nvSpPr>
          <p:spPr>
            <a:xfrm>
              <a:off x="13958098" y="74754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2040</a:t>
              </a:r>
            </a:p>
          </p:txBody>
        </p:sp>
        <p:sp>
          <p:nvSpPr>
            <p:cNvPr id="97" name="tx96"/>
            <p:cNvSpPr/>
            <p:nvPr/>
          </p:nvSpPr>
          <p:spPr>
            <a:xfrm>
              <a:off x="15365943" y="74754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2050</a:t>
              </a:r>
            </a:p>
          </p:txBody>
        </p:sp>
        <p:sp>
          <p:nvSpPr>
            <p:cNvPr id="98" name="tx97"/>
            <p:cNvSpPr/>
            <p:nvPr/>
          </p:nvSpPr>
          <p:spPr>
            <a:xfrm>
              <a:off x="1828" y="3290823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$200</a:t>
              </a:r>
            </a:p>
          </p:txBody>
        </p:sp>
        <p:sp>
          <p:nvSpPr>
            <p:cNvPr id="99" name="tx98"/>
            <p:cNvSpPr/>
            <p:nvPr/>
          </p:nvSpPr>
          <p:spPr>
            <a:xfrm>
              <a:off x="1828" y="2635368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$300</a:t>
              </a:r>
            </a:p>
          </p:txBody>
        </p:sp>
        <p:sp>
          <p:nvSpPr>
            <p:cNvPr id="100" name="tx99"/>
            <p:cNvSpPr/>
            <p:nvPr/>
          </p:nvSpPr>
          <p:spPr>
            <a:xfrm>
              <a:off x="1828" y="1979913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$400</a:t>
              </a:r>
            </a:p>
          </p:txBody>
        </p:sp>
        <p:sp>
          <p:nvSpPr>
            <p:cNvPr id="101" name="tx100"/>
            <p:cNvSpPr/>
            <p:nvPr/>
          </p:nvSpPr>
          <p:spPr>
            <a:xfrm>
              <a:off x="1828" y="1324458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$500</a:t>
              </a:r>
            </a:p>
          </p:txBody>
        </p:sp>
        <p:sp>
          <p:nvSpPr>
            <p:cNvPr id="102" name="tx101"/>
            <p:cNvSpPr/>
            <p:nvPr/>
          </p:nvSpPr>
          <p:spPr>
            <a:xfrm>
              <a:off x="1828" y="669003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$600</a:t>
              </a:r>
            </a:p>
          </p:txBody>
        </p:sp>
        <p:sp>
          <p:nvSpPr>
            <p:cNvPr id="103" name="tx102"/>
            <p:cNvSpPr/>
            <p:nvPr/>
          </p:nvSpPr>
          <p:spPr>
            <a:xfrm>
              <a:off x="1828" y="7024743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$200</a:t>
              </a:r>
            </a:p>
          </p:txBody>
        </p:sp>
        <p:sp>
          <p:nvSpPr>
            <p:cNvPr id="104" name="tx103"/>
            <p:cNvSpPr/>
            <p:nvPr/>
          </p:nvSpPr>
          <p:spPr>
            <a:xfrm>
              <a:off x="1828" y="6369288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$300</a:t>
              </a:r>
            </a:p>
          </p:txBody>
        </p:sp>
        <p:sp>
          <p:nvSpPr>
            <p:cNvPr id="105" name="tx104"/>
            <p:cNvSpPr/>
            <p:nvPr/>
          </p:nvSpPr>
          <p:spPr>
            <a:xfrm>
              <a:off x="1828" y="5713833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$400</a:t>
              </a:r>
            </a:p>
          </p:txBody>
        </p:sp>
        <p:sp>
          <p:nvSpPr>
            <p:cNvPr id="106" name="tx105"/>
            <p:cNvSpPr/>
            <p:nvPr/>
          </p:nvSpPr>
          <p:spPr>
            <a:xfrm>
              <a:off x="1828" y="5058378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$500</a:t>
              </a:r>
            </a:p>
          </p:txBody>
        </p:sp>
        <p:sp>
          <p:nvSpPr>
            <p:cNvPr id="107" name="tx106"/>
            <p:cNvSpPr/>
            <p:nvPr/>
          </p:nvSpPr>
          <p:spPr>
            <a:xfrm>
              <a:off x="1828" y="4402923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$600</a:t>
              </a:r>
            </a:p>
          </p:txBody>
        </p:sp>
        <p:sp>
          <p:nvSpPr>
            <p:cNvPr id="108" name="tx107"/>
            <p:cNvSpPr/>
            <p:nvPr/>
          </p:nvSpPr>
          <p:spPr>
            <a:xfrm>
              <a:off x="8006816" y="7741874"/>
              <a:ext cx="444698" cy="169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</a:t>
              </a:r>
            </a:p>
          </p:txBody>
        </p:sp>
      </p:grpSp>
      <p:sp>
        <p:nvSpPr>
          <p:cNvPr id="109" name="Title 1"/>
          <p:cNvSpPr>
            <a:spLocks noGrp="1"/>
          </p:cNvSpPr>
          <p:nvPr>
            <p:ph type="title" hasCustomPrompt="1"/>
          </p:nvPr>
        </p:nvSpPr>
        <p:spPr>
          <a:xfrm>
            <a:off x="-1" y="-2595190"/>
            <a:ext cx="15955963" cy="1087666"/>
          </a:xfrm>
        </p:spPr>
        <p:txBody>
          <a:bodyPr/>
          <a:lstStyle/>
          <a:p>
            <a:r>
              <a:rPr/>
              <a:t>In most states, prices are higher under a carbon price, but the Safeguard option quickly converges with the reference case</a:t>
            </a:r>
          </a:p>
        </p:txBody>
      </p:sp>
      <p:sp>
        <p:nvSpPr>
          <p:cNvPr id="110" name="Caption Placeholder 1"/>
          <p:cNvSpPr>
            <a:spLocks noGrp="1"/>
          </p:cNvSpPr>
          <p:nvPr>
            <p:ph sz="quarter" idx="10"/>
          </p:nvPr>
        </p:nvSpPr>
        <p:spPr>
          <a:xfrm>
            <a:off x="17789525" y="-2355850"/>
            <a:ext cx="4627130" cy="2355850"/>
          </a:xfrm>
        </p:spPr>
        <p:txBody>
          <a:bodyPr/>
          <a:lstStyle/>
          <a:p>
            <a:r>
              <a:rPr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Matt Cowgill</dc:creator>
  <cp:lastModifiedBy/>
  <cp:revision>38</cp:revision>
  <dcterms:created xsi:type="dcterms:W3CDTF">2019-02-12T04:35:04Z</dcterms:created>
  <dcterms:modified xsi:type="dcterms:W3CDTF">2025-07-17T13:03:59Z</dcterms:modified>
</cp:coreProperties>
</file>