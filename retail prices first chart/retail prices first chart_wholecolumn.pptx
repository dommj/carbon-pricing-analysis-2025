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Melbourne\Energy\Analysis\analysis_cp_dj_2025\retail prices first chart\retail prices first chart_wholecolumn.pptx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Dollars per MWh ($2024)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12860" y="485381"/>
              <a:ext cx="22964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12860" y="341126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12860" y="275580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612860" y="210035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12860" y="144489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12860" y="78944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717242" y="1871703"/>
              <a:ext cx="2087652" cy="903546"/>
            </a:xfrm>
            <a:custGeom>
              <a:avLst/>
              <a:pathLst>
                <a:path w="2087652" h="903546">
                  <a:moveTo>
                    <a:pt x="0" y="309294"/>
                  </a:moveTo>
                  <a:lnTo>
                    <a:pt x="65239" y="374049"/>
                  </a:lnTo>
                  <a:lnTo>
                    <a:pt x="130478" y="517813"/>
                  </a:lnTo>
                  <a:lnTo>
                    <a:pt x="195717" y="851820"/>
                  </a:lnTo>
                  <a:lnTo>
                    <a:pt x="260956" y="802289"/>
                  </a:lnTo>
                  <a:lnTo>
                    <a:pt x="326195" y="0"/>
                  </a:lnTo>
                  <a:lnTo>
                    <a:pt x="391434" y="46601"/>
                  </a:lnTo>
                  <a:lnTo>
                    <a:pt x="456673" y="543857"/>
                  </a:lnTo>
                  <a:lnTo>
                    <a:pt x="521913" y="481887"/>
                  </a:lnTo>
                  <a:lnTo>
                    <a:pt x="587152" y="431476"/>
                  </a:lnTo>
                  <a:lnTo>
                    <a:pt x="652391" y="467270"/>
                  </a:lnTo>
                  <a:lnTo>
                    <a:pt x="717630" y="642917"/>
                  </a:lnTo>
                  <a:lnTo>
                    <a:pt x="782869" y="757374"/>
                  </a:lnTo>
                  <a:lnTo>
                    <a:pt x="848108" y="903546"/>
                  </a:lnTo>
                  <a:lnTo>
                    <a:pt x="913347" y="846598"/>
                  </a:lnTo>
                  <a:lnTo>
                    <a:pt x="978586" y="776928"/>
                  </a:lnTo>
                  <a:lnTo>
                    <a:pt x="1043826" y="633392"/>
                  </a:lnTo>
                  <a:lnTo>
                    <a:pt x="1109065" y="539322"/>
                  </a:lnTo>
                  <a:lnTo>
                    <a:pt x="1174304" y="447506"/>
                  </a:lnTo>
                  <a:lnTo>
                    <a:pt x="1239543" y="440278"/>
                  </a:lnTo>
                  <a:lnTo>
                    <a:pt x="1304782" y="417952"/>
                  </a:lnTo>
                  <a:lnTo>
                    <a:pt x="1370021" y="435788"/>
                  </a:lnTo>
                  <a:lnTo>
                    <a:pt x="1435260" y="469854"/>
                  </a:lnTo>
                  <a:lnTo>
                    <a:pt x="1500499" y="426656"/>
                  </a:lnTo>
                  <a:lnTo>
                    <a:pt x="1565739" y="433308"/>
                  </a:lnTo>
                  <a:lnTo>
                    <a:pt x="1630978" y="412333"/>
                  </a:lnTo>
                  <a:lnTo>
                    <a:pt x="1696217" y="416794"/>
                  </a:lnTo>
                  <a:lnTo>
                    <a:pt x="1761456" y="387758"/>
                  </a:lnTo>
                  <a:lnTo>
                    <a:pt x="1826695" y="374492"/>
                  </a:lnTo>
                  <a:lnTo>
                    <a:pt x="1891934" y="381899"/>
                  </a:lnTo>
                  <a:lnTo>
                    <a:pt x="1957173" y="371549"/>
                  </a:lnTo>
                  <a:lnTo>
                    <a:pt x="2022412" y="368239"/>
                  </a:lnTo>
                  <a:lnTo>
                    <a:pt x="2087652" y="382715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717242" y="1025422"/>
              <a:ext cx="2087652" cy="1727037"/>
            </a:xfrm>
            <a:custGeom>
              <a:avLst/>
              <a:pathLst>
                <a:path w="2087652" h="1727037">
                  <a:moveTo>
                    <a:pt x="0" y="1155575"/>
                  </a:moveTo>
                  <a:lnTo>
                    <a:pt x="65239" y="1220330"/>
                  </a:lnTo>
                  <a:lnTo>
                    <a:pt x="130478" y="1364094"/>
                  </a:lnTo>
                  <a:lnTo>
                    <a:pt x="195717" y="1698101"/>
                  </a:lnTo>
                  <a:lnTo>
                    <a:pt x="260956" y="1648571"/>
                  </a:lnTo>
                  <a:lnTo>
                    <a:pt x="326195" y="846281"/>
                  </a:lnTo>
                  <a:lnTo>
                    <a:pt x="391434" y="892815"/>
                  </a:lnTo>
                  <a:lnTo>
                    <a:pt x="456673" y="1390077"/>
                  </a:lnTo>
                  <a:lnTo>
                    <a:pt x="521913" y="1284611"/>
                  </a:lnTo>
                  <a:lnTo>
                    <a:pt x="587152" y="1210540"/>
                  </a:lnTo>
                  <a:lnTo>
                    <a:pt x="652391" y="1155832"/>
                  </a:lnTo>
                  <a:lnTo>
                    <a:pt x="717630" y="1512658"/>
                  </a:lnTo>
                  <a:lnTo>
                    <a:pt x="782869" y="1727037"/>
                  </a:lnTo>
                  <a:lnTo>
                    <a:pt x="848108" y="1434037"/>
                  </a:lnTo>
                  <a:lnTo>
                    <a:pt x="913347" y="1323612"/>
                  </a:lnTo>
                  <a:lnTo>
                    <a:pt x="978586" y="1230664"/>
                  </a:lnTo>
                  <a:lnTo>
                    <a:pt x="1043826" y="1211310"/>
                  </a:lnTo>
                  <a:lnTo>
                    <a:pt x="1109065" y="1145241"/>
                  </a:lnTo>
                  <a:lnTo>
                    <a:pt x="1174304" y="990829"/>
                  </a:lnTo>
                  <a:lnTo>
                    <a:pt x="1239543" y="988506"/>
                  </a:lnTo>
                  <a:lnTo>
                    <a:pt x="1304782" y="984922"/>
                  </a:lnTo>
                  <a:lnTo>
                    <a:pt x="1370021" y="941671"/>
                  </a:lnTo>
                  <a:lnTo>
                    <a:pt x="1435260" y="881534"/>
                  </a:lnTo>
                  <a:lnTo>
                    <a:pt x="1500499" y="854656"/>
                  </a:lnTo>
                  <a:lnTo>
                    <a:pt x="1565739" y="808770"/>
                  </a:lnTo>
                  <a:lnTo>
                    <a:pt x="1630978" y="714357"/>
                  </a:lnTo>
                  <a:lnTo>
                    <a:pt x="1696217" y="617508"/>
                  </a:lnTo>
                  <a:lnTo>
                    <a:pt x="1761456" y="507783"/>
                  </a:lnTo>
                  <a:lnTo>
                    <a:pt x="1826695" y="431076"/>
                  </a:lnTo>
                  <a:lnTo>
                    <a:pt x="1891934" y="360109"/>
                  </a:lnTo>
                  <a:lnTo>
                    <a:pt x="1957173" y="263377"/>
                  </a:lnTo>
                  <a:lnTo>
                    <a:pt x="2022412" y="144137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717242" y="1871703"/>
              <a:ext cx="2087652" cy="851820"/>
            </a:xfrm>
            <a:custGeom>
              <a:avLst/>
              <a:pathLst>
                <a:path w="2087652" h="851820">
                  <a:moveTo>
                    <a:pt x="0" y="309294"/>
                  </a:moveTo>
                  <a:lnTo>
                    <a:pt x="65239" y="374049"/>
                  </a:lnTo>
                  <a:lnTo>
                    <a:pt x="130478" y="517813"/>
                  </a:lnTo>
                  <a:lnTo>
                    <a:pt x="195717" y="851820"/>
                  </a:lnTo>
                  <a:lnTo>
                    <a:pt x="260956" y="802289"/>
                  </a:lnTo>
                  <a:lnTo>
                    <a:pt x="326195" y="0"/>
                  </a:lnTo>
                  <a:lnTo>
                    <a:pt x="391434" y="46601"/>
                  </a:lnTo>
                  <a:lnTo>
                    <a:pt x="456673" y="543857"/>
                  </a:lnTo>
                  <a:lnTo>
                    <a:pt x="521913" y="481887"/>
                  </a:lnTo>
                  <a:lnTo>
                    <a:pt x="587152" y="431461"/>
                  </a:lnTo>
                  <a:lnTo>
                    <a:pt x="652391" y="467265"/>
                  </a:lnTo>
                  <a:lnTo>
                    <a:pt x="717630" y="642864"/>
                  </a:lnTo>
                  <a:lnTo>
                    <a:pt x="782869" y="772989"/>
                  </a:lnTo>
                  <a:lnTo>
                    <a:pt x="848108" y="814021"/>
                  </a:lnTo>
                  <a:lnTo>
                    <a:pt x="913347" y="290253"/>
                  </a:lnTo>
                  <a:lnTo>
                    <a:pt x="978586" y="290551"/>
                  </a:lnTo>
                  <a:lnTo>
                    <a:pt x="1043826" y="445254"/>
                  </a:lnTo>
                  <a:lnTo>
                    <a:pt x="1109065" y="438787"/>
                  </a:lnTo>
                  <a:lnTo>
                    <a:pt x="1174304" y="263177"/>
                  </a:lnTo>
                  <a:lnTo>
                    <a:pt x="1239543" y="295514"/>
                  </a:lnTo>
                  <a:lnTo>
                    <a:pt x="1304782" y="373155"/>
                  </a:lnTo>
                  <a:lnTo>
                    <a:pt x="1370021" y="430858"/>
                  </a:lnTo>
                  <a:lnTo>
                    <a:pt x="1435260" y="363757"/>
                  </a:lnTo>
                  <a:lnTo>
                    <a:pt x="1500499" y="372945"/>
                  </a:lnTo>
                  <a:lnTo>
                    <a:pt x="1565739" y="413321"/>
                  </a:lnTo>
                  <a:lnTo>
                    <a:pt x="1630978" y="364654"/>
                  </a:lnTo>
                  <a:lnTo>
                    <a:pt x="1696217" y="351681"/>
                  </a:lnTo>
                  <a:lnTo>
                    <a:pt x="1761456" y="252267"/>
                  </a:lnTo>
                  <a:lnTo>
                    <a:pt x="1826695" y="285399"/>
                  </a:lnTo>
                  <a:lnTo>
                    <a:pt x="1891934" y="391534"/>
                  </a:lnTo>
                  <a:lnTo>
                    <a:pt x="1957173" y="447811"/>
                  </a:lnTo>
                  <a:lnTo>
                    <a:pt x="2022412" y="406472"/>
                  </a:lnTo>
                  <a:lnTo>
                    <a:pt x="2087652" y="39812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612860" y="4219301"/>
              <a:ext cx="22964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612860" y="714518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612860" y="648972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612860" y="583427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12860" y="517881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612860" y="452336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17242" y="5549502"/>
              <a:ext cx="2087652" cy="1377804"/>
            </a:xfrm>
            <a:custGeom>
              <a:avLst/>
              <a:pathLst>
                <a:path w="2087652" h="1377804">
                  <a:moveTo>
                    <a:pt x="0" y="213410"/>
                  </a:moveTo>
                  <a:lnTo>
                    <a:pt x="65239" y="0"/>
                  </a:lnTo>
                  <a:lnTo>
                    <a:pt x="130478" y="174052"/>
                  </a:lnTo>
                  <a:lnTo>
                    <a:pt x="195717" y="449854"/>
                  </a:lnTo>
                  <a:lnTo>
                    <a:pt x="260956" y="625537"/>
                  </a:lnTo>
                  <a:lnTo>
                    <a:pt x="326195" y="775174"/>
                  </a:lnTo>
                  <a:lnTo>
                    <a:pt x="391434" y="667779"/>
                  </a:lnTo>
                  <a:lnTo>
                    <a:pt x="456673" y="815339"/>
                  </a:lnTo>
                  <a:lnTo>
                    <a:pt x="521913" y="889533"/>
                  </a:lnTo>
                  <a:lnTo>
                    <a:pt x="587152" y="1046313"/>
                  </a:lnTo>
                  <a:lnTo>
                    <a:pt x="652391" y="1049045"/>
                  </a:lnTo>
                  <a:lnTo>
                    <a:pt x="717630" y="1121550"/>
                  </a:lnTo>
                  <a:lnTo>
                    <a:pt x="782869" y="1158556"/>
                  </a:lnTo>
                  <a:lnTo>
                    <a:pt x="848108" y="1297286"/>
                  </a:lnTo>
                  <a:lnTo>
                    <a:pt x="913347" y="1368938"/>
                  </a:lnTo>
                  <a:lnTo>
                    <a:pt x="978586" y="1377804"/>
                  </a:lnTo>
                  <a:lnTo>
                    <a:pt x="1043826" y="1276762"/>
                  </a:lnTo>
                  <a:lnTo>
                    <a:pt x="1109065" y="1129318"/>
                  </a:lnTo>
                  <a:lnTo>
                    <a:pt x="1174304" y="1050102"/>
                  </a:lnTo>
                  <a:lnTo>
                    <a:pt x="1239543" y="981720"/>
                  </a:lnTo>
                  <a:lnTo>
                    <a:pt x="1304782" y="895018"/>
                  </a:lnTo>
                  <a:lnTo>
                    <a:pt x="1370021" y="855642"/>
                  </a:lnTo>
                  <a:lnTo>
                    <a:pt x="1435260" y="869132"/>
                  </a:lnTo>
                  <a:lnTo>
                    <a:pt x="1500499" y="906581"/>
                  </a:lnTo>
                  <a:lnTo>
                    <a:pt x="1565739" y="897063"/>
                  </a:lnTo>
                  <a:lnTo>
                    <a:pt x="1630978" y="872393"/>
                  </a:lnTo>
                  <a:lnTo>
                    <a:pt x="1696217" y="833798"/>
                  </a:lnTo>
                  <a:lnTo>
                    <a:pt x="1761456" y="791090"/>
                  </a:lnTo>
                  <a:lnTo>
                    <a:pt x="1826695" y="754535"/>
                  </a:lnTo>
                  <a:lnTo>
                    <a:pt x="1891934" y="756024"/>
                  </a:lnTo>
                  <a:lnTo>
                    <a:pt x="1957173" y="753922"/>
                  </a:lnTo>
                  <a:lnTo>
                    <a:pt x="2022412" y="731663"/>
                  </a:lnTo>
                  <a:lnTo>
                    <a:pt x="2087652" y="693167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17242" y="5068910"/>
              <a:ext cx="2087652" cy="1589698"/>
            </a:xfrm>
            <a:custGeom>
              <a:avLst/>
              <a:pathLst>
                <a:path w="2087652" h="1589698">
                  <a:moveTo>
                    <a:pt x="0" y="694002"/>
                  </a:moveTo>
                  <a:lnTo>
                    <a:pt x="65239" y="480592"/>
                  </a:lnTo>
                  <a:lnTo>
                    <a:pt x="130478" y="654644"/>
                  </a:lnTo>
                  <a:lnTo>
                    <a:pt x="195717" y="930446"/>
                  </a:lnTo>
                  <a:lnTo>
                    <a:pt x="260956" y="1106129"/>
                  </a:lnTo>
                  <a:lnTo>
                    <a:pt x="326195" y="1255766"/>
                  </a:lnTo>
                  <a:lnTo>
                    <a:pt x="391434" y="1148305"/>
                  </a:lnTo>
                  <a:lnTo>
                    <a:pt x="456673" y="1295871"/>
                  </a:lnTo>
                  <a:lnTo>
                    <a:pt x="521913" y="1322949"/>
                  </a:lnTo>
                  <a:lnTo>
                    <a:pt x="587152" y="1468578"/>
                  </a:lnTo>
                  <a:lnTo>
                    <a:pt x="652391" y="1449250"/>
                  </a:lnTo>
                  <a:lnTo>
                    <a:pt x="717630" y="1518295"/>
                  </a:lnTo>
                  <a:lnTo>
                    <a:pt x="782869" y="1589698"/>
                  </a:lnTo>
                  <a:lnTo>
                    <a:pt x="848108" y="1432395"/>
                  </a:lnTo>
                  <a:lnTo>
                    <a:pt x="913347" y="1433891"/>
                  </a:lnTo>
                  <a:lnTo>
                    <a:pt x="978586" y="1371312"/>
                  </a:lnTo>
                  <a:lnTo>
                    <a:pt x="1043826" y="1305083"/>
                  </a:lnTo>
                  <a:lnTo>
                    <a:pt x="1109065" y="1212890"/>
                  </a:lnTo>
                  <a:lnTo>
                    <a:pt x="1174304" y="1157457"/>
                  </a:lnTo>
                  <a:lnTo>
                    <a:pt x="1239543" y="1069584"/>
                  </a:lnTo>
                  <a:lnTo>
                    <a:pt x="1304782" y="996993"/>
                  </a:lnTo>
                  <a:lnTo>
                    <a:pt x="1370021" y="967280"/>
                  </a:lnTo>
                  <a:lnTo>
                    <a:pt x="1435260" y="921280"/>
                  </a:lnTo>
                  <a:lnTo>
                    <a:pt x="1500499" y="864871"/>
                  </a:lnTo>
                  <a:lnTo>
                    <a:pt x="1565739" y="805101"/>
                  </a:lnTo>
                  <a:lnTo>
                    <a:pt x="1630978" y="752112"/>
                  </a:lnTo>
                  <a:lnTo>
                    <a:pt x="1696217" y="657882"/>
                  </a:lnTo>
                  <a:lnTo>
                    <a:pt x="1761456" y="534422"/>
                  </a:lnTo>
                  <a:lnTo>
                    <a:pt x="1826695" y="407097"/>
                  </a:lnTo>
                  <a:lnTo>
                    <a:pt x="1891934" y="319040"/>
                  </a:lnTo>
                  <a:lnTo>
                    <a:pt x="1957173" y="243234"/>
                  </a:lnTo>
                  <a:lnTo>
                    <a:pt x="2022412" y="142248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717242" y="5549502"/>
              <a:ext cx="2087652" cy="1243554"/>
            </a:xfrm>
            <a:custGeom>
              <a:avLst/>
              <a:pathLst>
                <a:path w="2087652" h="1243554">
                  <a:moveTo>
                    <a:pt x="0" y="213410"/>
                  </a:moveTo>
                  <a:lnTo>
                    <a:pt x="65239" y="0"/>
                  </a:lnTo>
                  <a:lnTo>
                    <a:pt x="130478" y="174052"/>
                  </a:lnTo>
                  <a:lnTo>
                    <a:pt x="195717" y="449854"/>
                  </a:lnTo>
                  <a:lnTo>
                    <a:pt x="260956" y="625537"/>
                  </a:lnTo>
                  <a:lnTo>
                    <a:pt x="326195" y="775174"/>
                  </a:lnTo>
                  <a:lnTo>
                    <a:pt x="391434" y="667779"/>
                  </a:lnTo>
                  <a:lnTo>
                    <a:pt x="456673" y="815339"/>
                  </a:lnTo>
                  <a:lnTo>
                    <a:pt x="521913" y="889533"/>
                  </a:lnTo>
                  <a:lnTo>
                    <a:pt x="587152" y="1046298"/>
                  </a:lnTo>
                  <a:lnTo>
                    <a:pt x="652391" y="1049033"/>
                  </a:lnTo>
                  <a:lnTo>
                    <a:pt x="717630" y="1121522"/>
                  </a:lnTo>
                  <a:lnTo>
                    <a:pt x="782869" y="1158463"/>
                  </a:lnTo>
                  <a:lnTo>
                    <a:pt x="848108" y="1243554"/>
                  </a:lnTo>
                  <a:lnTo>
                    <a:pt x="913347" y="1184703"/>
                  </a:lnTo>
                  <a:lnTo>
                    <a:pt x="978586" y="914163"/>
                  </a:lnTo>
                  <a:lnTo>
                    <a:pt x="1043826" y="650507"/>
                  </a:lnTo>
                  <a:lnTo>
                    <a:pt x="1109065" y="664439"/>
                  </a:lnTo>
                  <a:lnTo>
                    <a:pt x="1174304" y="719197"/>
                  </a:lnTo>
                  <a:lnTo>
                    <a:pt x="1239543" y="675404"/>
                  </a:lnTo>
                  <a:lnTo>
                    <a:pt x="1304782" y="654275"/>
                  </a:lnTo>
                  <a:lnTo>
                    <a:pt x="1370021" y="705599"/>
                  </a:lnTo>
                  <a:lnTo>
                    <a:pt x="1435260" y="748201"/>
                  </a:lnTo>
                  <a:lnTo>
                    <a:pt x="1500499" y="764090"/>
                  </a:lnTo>
                  <a:lnTo>
                    <a:pt x="1565739" y="744415"/>
                  </a:lnTo>
                  <a:lnTo>
                    <a:pt x="1630978" y="751134"/>
                  </a:lnTo>
                  <a:lnTo>
                    <a:pt x="1696217" y="707558"/>
                  </a:lnTo>
                  <a:lnTo>
                    <a:pt x="1761456" y="650126"/>
                  </a:lnTo>
                  <a:lnTo>
                    <a:pt x="1826695" y="598496"/>
                  </a:lnTo>
                  <a:lnTo>
                    <a:pt x="1891934" y="601061"/>
                  </a:lnTo>
                  <a:lnTo>
                    <a:pt x="1957173" y="674837"/>
                  </a:lnTo>
                  <a:lnTo>
                    <a:pt x="2022412" y="731887"/>
                  </a:lnTo>
                  <a:lnTo>
                    <a:pt x="2087652" y="724714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092157" y="485381"/>
              <a:ext cx="22964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092157" y="341126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092157" y="275580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092157" y="210035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092157" y="144489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092157" y="78944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196540" y="821373"/>
              <a:ext cx="2087652" cy="1920555"/>
            </a:xfrm>
            <a:custGeom>
              <a:avLst/>
              <a:pathLst>
                <a:path w="2087652" h="1920555">
                  <a:moveTo>
                    <a:pt x="0" y="1227900"/>
                  </a:moveTo>
                  <a:lnTo>
                    <a:pt x="65239" y="1543153"/>
                  </a:lnTo>
                  <a:lnTo>
                    <a:pt x="130478" y="1461418"/>
                  </a:lnTo>
                  <a:lnTo>
                    <a:pt x="195717" y="1920555"/>
                  </a:lnTo>
                  <a:lnTo>
                    <a:pt x="260956" y="1689099"/>
                  </a:lnTo>
                  <a:lnTo>
                    <a:pt x="326195" y="988352"/>
                  </a:lnTo>
                  <a:lnTo>
                    <a:pt x="391434" y="1269652"/>
                  </a:lnTo>
                  <a:lnTo>
                    <a:pt x="456673" y="1302055"/>
                  </a:lnTo>
                  <a:lnTo>
                    <a:pt x="521913" y="334438"/>
                  </a:lnTo>
                  <a:lnTo>
                    <a:pt x="587152" y="338123"/>
                  </a:lnTo>
                  <a:lnTo>
                    <a:pt x="652391" y="621988"/>
                  </a:lnTo>
                  <a:lnTo>
                    <a:pt x="717630" y="855202"/>
                  </a:lnTo>
                  <a:lnTo>
                    <a:pt x="782869" y="1078336"/>
                  </a:lnTo>
                  <a:lnTo>
                    <a:pt x="848108" y="1116499"/>
                  </a:lnTo>
                  <a:lnTo>
                    <a:pt x="913347" y="880913"/>
                  </a:lnTo>
                  <a:lnTo>
                    <a:pt x="978586" y="750311"/>
                  </a:lnTo>
                  <a:lnTo>
                    <a:pt x="1043826" y="542307"/>
                  </a:lnTo>
                  <a:lnTo>
                    <a:pt x="1109065" y="356688"/>
                  </a:lnTo>
                  <a:lnTo>
                    <a:pt x="1174304" y="332209"/>
                  </a:lnTo>
                  <a:lnTo>
                    <a:pt x="1239543" y="601484"/>
                  </a:lnTo>
                  <a:lnTo>
                    <a:pt x="1304782" y="562144"/>
                  </a:lnTo>
                  <a:lnTo>
                    <a:pt x="1370021" y="537630"/>
                  </a:lnTo>
                  <a:lnTo>
                    <a:pt x="1435260" y="509862"/>
                  </a:lnTo>
                  <a:lnTo>
                    <a:pt x="1500499" y="479984"/>
                  </a:lnTo>
                  <a:lnTo>
                    <a:pt x="1565739" y="449938"/>
                  </a:lnTo>
                  <a:lnTo>
                    <a:pt x="1630978" y="350477"/>
                  </a:lnTo>
                  <a:lnTo>
                    <a:pt x="1696217" y="287930"/>
                  </a:lnTo>
                  <a:lnTo>
                    <a:pt x="1761456" y="311577"/>
                  </a:lnTo>
                  <a:lnTo>
                    <a:pt x="1826695" y="206368"/>
                  </a:lnTo>
                  <a:lnTo>
                    <a:pt x="1891934" y="58287"/>
                  </a:lnTo>
                  <a:lnTo>
                    <a:pt x="1957173" y="0"/>
                  </a:lnTo>
                  <a:lnTo>
                    <a:pt x="2022412" y="301885"/>
                  </a:lnTo>
                  <a:lnTo>
                    <a:pt x="2087652" y="25386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196540" y="610486"/>
              <a:ext cx="2087652" cy="2131442"/>
            </a:xfrm>
            <a:custGeom>
              <a:avLst/>
              <a:pathLst>
                <a:path w="2087652" h="2131442">
                  <a:moveTo>
                    <a:pt x="0" y="1438787"/>
                  </a:moveTo>
                  <a:lnTo>
                    <a:pt x="65239" y="1754040"/>
                  </a:lnTo>
                  <a:lnTo>
                    <a:pt x="130478" y="1672304"/>
                  </a:lnTo>
                  <a:lnTo>
                    <a:pt x="195717" y="2131442"/>
                  </a:lnTo>
                  <a:lnTo>
                    <a:pt x="260956" y="1899985"/>
                  </a:lnTo>
                  <a:lnTo>
                    <a:pt x="326195" y="1199238"/>
                  </a:lnTo>
                  <a:lnTo>
                    <a:pt x="391434" y="1480474"/>
                  </a:lnTo>
                  <a:lnTo>
                    <a:pt x="456673" y="1514718"/>
                  </a:lnTo>
                  <a:lnTo>
                    <a:pt x="521913" y="501402"/>
                  </a:lnTo>
                  <a:lnTo>
                    <a:pt x="587152" y="454087"/>
                  </a:lnTo>
                  <a:lnTo>
                    <a:pt x="652391" y="645261"/>
                  </a:lnTo>
                  <a:lnTo>
                    <a:pt x="717630" y="1208289"/>
                  </a:lnTo>
                  <a:lnTo>
                    <a:pt x="782869" y="1536833"/>
                  </a:lnTo>
                  <a:lnTo>
                    <a:pt x="848108" y="1255618"/>
                  </a:lnTo>
                  <a:lnTo>
                    <a:pt x="913347" y="1012565"/>
                  </a:lnTo>
                  <a:lnTo>
                    <a:pt x="978586" y="935425"/>
                  </a:lnTo>
                  <a:lnTo>
                    <a:pt x="1043826" y="838395"/>
                  </a:lnTo>
                  <a:lnTo>
                    <a:pt x="1109065" y="892184"/>
                  </a:lnTo>
                  <a:lnTo>
                    <a:pt x="1174304" y="1036217"/>
                  </a:lnTo>
                  <a:lnTo>
                    <a:pt x="1239543" y="1080454"/>
                  </a:lnTo>
                  <a:lnTo>
                    <a:pt x="1304782" y="1092366"/>
                  </a:lnTo>
                  <a:lnTo>
                    <a:pt x="1370021" y="1030346"/>
                  </a:lnTo>
                  <a:lnTo>
                    <a:pt x="1435260" y="951349"/>
                  </a:lnTo>
                  <a:lnTo>
                    <a:pt x="1500499" y="902350"/>
                  </a:lnTo>
                  <a:lnTo>
                    <a:pt x="1565739" y="845069"/>
                  </a:lnTo>
                  <a:lnTo>
                    <a:pt x="1630978" y="725369"/>
                  </a:lnTo>
                  <a:lnTo>
                    <a:pt x="1696217" y="635183"/>
                  </a:lnTo>
                  <a:lnTo>
                    <a:pt x="1761456" y="543062"/>
                  </a:lnTo>
                  <a:lnTo>
                    <a:pt x="1826695" y="446945"/>
                  </a:lnTo>
                  <a:lnTo>
                    <a:pt x="1891934" y="351744"/>
                  </a:lnTo>
                  <a:lnTo>
                    <a:pt x="1957173" y="246382"/>
                  </a:lnTo>
                  <a:lnTo>
                    <a:pt x="2022412" y="152653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196540" y="881735"/>
              <a:ext cx="2087652" cy="1860193"/>
            </a:xfrm>
            <a:custGeom>
              <a:avLst/>
              <a:pathLst>
                <a:path w="2087652" h="1860193">
                  <a:moveTo>
                    <a:pt x="0" y="1167538"/>
                  </a:moveTo>
                  <a:lnTo>
                    <a:pt x="65239" y="1482791"/>
                  </a:lnTo>
                  <a:lnTo>
                    <a:pt x="130478" y="1401056"/>
                  </a:lnTo>
                  <a:lnTo>
                    <a:pt x="195717" y="1860193"/>
                  </a:lnTo>
                  <a:lnTo>
                    <a:pt x="260956" y="1628737"/>
                  </a:lnTo>
                  <a:lnTo>
                    <a:pt x="326195" y="927990"/>
                  </a:lnTo>
                  <a:lnTo>
                    <a:pt x="391434" y="1209290"/>
                  </a:lnTo>
                  <a:lnTo>
                    <a:pt x="456673" y="1241693"/>
                  </a:lnTo>
                  <a:lnTo>
                    <a:pt x="521913" y="274073"/>
                  </a:lnTo>
                  <a:lnTo>
                    <a:pt x="587152" y="277744"/>
                  </a:lnTo>
                  <a:lnTo>
                    <a:pt x="652391" y="568029"/>
                  </a:lnTo>
                  <a:lnTo>
                    <a:pt x="717630" y="827965"/>
                  </a:lnTo>
                  <a:lnTo>
                    <a:pt x="782869" y="1051752"/>
                  </a:lnTo>
                  <a:lnTo>
                    <a:pt x="848108" y="867679"/>
                  </a:lnTo>
                  <a:lnTo>
                    <a:pt x="913347" y="0"/>
                  </a:lnTo>
                  <a:lnTo>
                    <a:pt x="978586" y="25101"/>
                  </a:lnTo>
                  <a:lnTo>
                    <a:pt x="1043826" y="517236"/>
                  </a:lnTo>
                  <a:lnTo>
                    <a:pt x="1109065" y="453511"/>
                  </a:lnTo>
                  <a:lnTo>
                    <a:pt x="1174304" y="280036"/>
                  </a:lnTo>
                  <a:lnTo>
                    <a:pt x="1239543" y="421867"/>
                  </a:lnTo>
                  <a:lnTo>
                    <a:pt x="1304782" y="516853"/>
                  </a:lnTo>
                  <a:lnTo>
                    <a:pt x="1370021" y="566583"/>
                  </a:lnTo>
                  <a:lnTo>
                    <a:pt x="1435260" y="471847"/>
                  </a:lnTo>
                  <a:lnTo>
                    <a:pt x="1500499" y="469122"/>
                  </a:lnTo>
                  <a:lnTo>
                    <a:pt x="1565739" y="499060"/>
                  </a:lnTo>
                  <a:lnTo>
                    <a:pt x="1630978" y="394200"/>
                  </a:lnTo>
                  <a:lnTo>
                    <a:pt x="1696217" y="321568"/>
                  </a:lnTo>
                  <a:lnTo>
                    <a:pt x="1761456" y="170891"/>
                  </a:lnTo>
                  <a:lnTo>
                    <a:pt x="1826695" y="173857"/>
                  </a:lnTo>
                  <a:lnTo>
                    <a:pt x="1891934" y="202026"/>
                  </a:lnTo>
                  <a:lnTo>
                    <a:pt x="1957173" y="208465"/>
                  </a:lnTo>
                  <a:lnTo>
                    <a:pt x="2022412" y="163066"/>
                  </a:lnTo>
                  <a:lnTo>
                    <a:pt x="2087652" y="11966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3092157" y="4219301"/>
              <a:ext cx="22964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092157" y="714518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092157" y="648972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092157" y="583427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092157" y="517881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092157" y="452336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196540" y="5626597"/>
              <a:ext cx="2087652" cy="1114762"/>
            </a:xfrm>
            <a:custGeom>
              <a:avLst/>
              <a:pathLst>
                <a:path w="2087652" h="1114762">
                  <a:moveTo>
                    <a:pt x="0" y="219086"/>
                  </a:moveTo>
                  <a:lnTo>
                    <a:pt x="65239" y="14815"/>
                  </a:lnTo>
                  <a:lnTo>
                    <a:pt x="130478" y="0"/>
                  </a:lnTo>
                  <a:lnTo>
                    <a:pt x="195717" y="561736"/>
                  </a:lnTo>
                  <a:lnTo>
                    <a:pt x="260956" y="723665"/>
                  </a:lnTo>
                  <a:lnTo>
                    <a:pt x="326195" y="339119"/>
                  </a:lnTo>
                  <a:lnTo>
                    <a:pt x="391434" y="364834"/>
                  </a:lnTo>
                  <a:lnTo>
                    <a:pt x="456673" y="388578"/>
                  </a:lnTo>
                  <a:lnTo>
                    <a:pt x="521913" y="439654"/>
                  </a:lnTo>
                  <a:lnTo>
                    <a:pt x="587152" y="347778"/>
                  </a:lnTo>
                  <a:lnTo>
                    <a:pt x="652391" y="479177"/>
                  </a:lnTo>
                  <a:lnTo>
                    <a:pt x="717630" y="601956"/>
                  </a:lnTo>
                  <a:lnTo>
                    <a:pt x="782869" y="654017"/>
                  </a:lnTo>
                  <a:lnTo>
                    <a:pt x="848108" y="1114762"/>
                  </a:lnTo>
                  <a:lnTo>
                    <a:pt x="913347" y="1018320"/>
                  </a:lnTo>
                  <a:lnTo>
                    <a:pt x="978586" y="915442"/>
                  </a:lnTo>
                  <a:lnTo>
                    <a:pt x="1043826" y="777945"/>
                  </a:lnTo>
                  <a:lnTo>
                    <a:pt x="1109065" y="730666"/>
                  </a:lnTo>
                  <a:lnTo>
                    <a:pt x="1174304" y="582948"/>
                  </a:lnTo>
                  <a:lnTo>
                    <a:pt x="1239543" y="508895"/>
                  </a:lnTo>
                  <a:lnTo>
                    <a:pt x="1304782" y="491689"/>
                  </a:lnTo>
                  <a:lnTo>
                    <a:pt x="1370021" y="546882"/>
                  </a:lnTo>
                  <a:lnTo>
                    <a:pt x="1435260" y="568322"/>
                  </a:lnTo>
                  <a:lnTo>
                    <a:pt x="1500499" y="538670"/>
                  </a:lnTo>
                  <a:lnTo>
                    <a:pt x="1565739" y="515293"/>
                  </a:lnTo>
                  <a:lnTo>
                    <a:pt x="1630978" y="480669"/>
                  </a:lnTo>
                  <a:lnTo>
                    <a:pt x="1696217" y="444349"/>
                  </a:lnTo>
                  <a:lnTo>
                    <a:pt x="1761456" y="422822"/>
                  </a:lnTo>
                  <a:lnTo>
                    <a:pt x="1826695" y="407094"/>
                  </a:lnTo>
                  <a:lnTo>
                    <a:pt x="1891934" y="424095"/>
                  </a:lnTo>
                  <a:lnTo>
                    <a:pt x="1957173" y="364709"/>
                  </a:lnTo>
                  <a:lnTo>
                    <a:pt x="2022412" y="362354"/>
                  </a:lnTo>
                  <a:lnTo>
                    <a:pt x="2087652" y="380341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196540" y="4784546"/>
              <a:ext cx="2087652" cy="1565717"/>
            </a:xfrm>
            <a:custGeom>
              <a:avLst/>
              <a:pathLst>
                <a:path w="2087652" h="1565717">
                  <a:moveTo>
                    <a:pt x="0" y="1061138"/>
                  </a:moveTo>
                  <a:lnTo>
                    <a:pt x="65239" y="856867"/>
                  </a:lnTo>
                  <a:lnTo>
                    <a:pt x="130478" y="842051"/>
                  </a:lnTo>
                  <a:lnTo>
                    <a:pt x="195717" y="1403787"/>
                  </a:lnTo>
                  <a:lnTo>
                    <a:pt x="260956" y="1565717"/>
                  </a:lnTo>
                  <a:lnTo>
                    <a:pt x="326195" y="1181171"/>
                  </a:lnTo>
                  <a:lnTo>
                    <a:pt x="391434" y="1206819"/>
                  </a:lnTo>
                  <a:lnTo>
                    <a:pt x="456673" y="1230569"/>
                  </a:lnTo>
                  <a:lnTo>
                    <a:pt x="521913" y="1234440"/>
                  </a:lnTo>
                  <a:lnTo>
                    <a:pt x="587152" y="1113567"/>
                  </a:lnTo>
                  <a:lnTo>
                    <a:pt x="652391" y="1211372"/>
                  </a:lnTo>
                  <a:lnTo>
                    <a:pt x="717630" y="1388048"/>
                  </a:lnTo>
                  <a:lnTo>
                    <a:pt x="782869" y="1475690"/>
                  </a:lnTo>
                  <a:lnTo>
                    <a:pt x="848108" y="1489067"/>
                  </a:lnTo>
                  <a:lnTo>
                    <a:pt x="913347" y="1391989"/>
                  </a:lnTo>
                  <a:lnTo>
                    <a:pt x="978586" y="1351099"/>
                  </a:lnTo>
                  <a:lnTo>
                    <a:pt x="1043826" y="1352315"/>
                  </a:lnTo>
                  <a:lnTo>
                    <a:pt x="1109065" y="1245000"/>
                  </a:lnTo>
                  <a:lnTo>
                    <a:pt x="1174304" y="1084837"/>
                  </a:lnTo>
                  <a:lnTo>
                    <a:pt x="1239543" y="1065061"/>
                  </a:lnTo>
                  <a:lnTo>
                    <a:pt x="1304782" y="1047448"/>
                  </a:lnTo>
                  <a:lnTo>
                    <a:pt x="1370021" y="989735"/>
                  </a:lnTo>
                  <a:lnTo>
                    <a:pt x="1435260" y="927299"/>
                  </a:lnTo>
                  <a:lnTo>
                    <a:pt x="1500499" y="894105"/>
                  </a:lnTo>
                  <a:lnTo>
                    <a:pt x="1565739" y="837626"/>
                  </a:lnTo>
                  <a:lnTo>
                    <a:pt x="1630978" y="738032"/>
                  </a:lnTo>
                  <a:lnTo>
                    <a:pt x="1696217" y="638541"/>
                  </a:lnTo>
                  <a:lnTo>
                    <a:pt x="1761456" y="521375"/>
                  </a:lnTo>
                  <a:lnTo>
                    <a:pt x="1826695" y="436925"/>
                  </a:lnTo>
                  <a:lnTo>
                    <a:pt x="1891934" y="377364"/>
                  </a:lnTo>
                  <a:lnTo>
                    <a:pt x="1957173" y="274406"/>
                  </a:lnTo>
                  <a:lnTo>
                    <a:pt x="2022412" y="146050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196540" y="5626597"/>
              <a:ext cx="2087652" cy="851838"/>
            </a:xfrm>
            <a:custGeom>
              <a:avLst/>
              <a:pathLst>
                <a:path w="2087652" h="851838">
                  <a:moveTo>
                    <a:pt x="0" y="219086"/>
                  </a:moveTo>
                  <a:lnTo>
                    <a:pt x="65239" y="14815"/>
                  </a:lnTo>
                  <a:lnTo>
                    <a:pt x="130478" y="0"/>
                  </a:lnTo>
                  <a:lnTo>
                    <a:pt x="195717" y="561736"/>
                  </a:lnTo>
                  <a:lnTo>
                    <a:pt x="260956" y="723665"/>
                  </a:lnTo>
                  <a:lnTo>
                    <a:pt x="326195" y="339119"/>
                  </a:lnTo>
                  <a:lnTo>
                    <a:pt x="391434" y="364834"/>
                  </a:lnTo>
                  <a:lnTo>
                    <a:pt x="456673" y="388578"/>
                  </a:lnTo>
                  <a:lnTo>
                    <a:pt x="521913" y="439654"/>
                  </a:lnTo>
                  <a:lnTo>
                    <a:pt x="587152" y="347764"/>
                  </a:lnTo>
                  <a:lnTo>
                    <a:pt x="652391" y="479154"/>
                  </a:lnTo>
                  <a:lnTo>
                    <a:pt x="717630" y="601778"/>
                  </a:lnTo>
                  <a:lnTo>
                    <a:pt x="782869" y="634384"/>
                  </a:lnTo>
                  <a:lnTo>
                    <a:pt x="848108" y="851838"/>
                  </a:lnTo>
                  <a:lnTo>
                    <a:pt x="913347" y="279700"/>
                  </a:lnTo>
                  <a:lnTo>
                    <a:pt x="978586" y="286098"/>
                  </a:lnTo>
                  <a:lnTo>
                    <a:pt x="1043826" y="440747"/>
                  </a:lnTo>
                  <a:lnTo>
                    <a:pt x="1109065" y="403722"/>
                  </a:lnTo>
                  <a:lnTo>
                    <a:pt x="1174304" y="276342"/>
                  </a:lnTo>
                  <a:lnTo>
                    <a:pt x="1239543" y="309930"/>
                  </a:lnTo>
                  <a:lnTo>
                    <a:pt x="1304782" y="388151"/>
                  </a:lnTo>
                  <a:lnTo>
                    <a:pt x="1370021" y="432774"/>
                  </a:lnTo>
                  <a:lnTo>
                    <a:pt x="1435260" y="380712"/>
                  </a:lnTo>
                  <a:lnTo>
                    <a:pt x="1500499" y="424499"/>
                  </a:lnTo>
                  <a:lnTo>
                    <a:pt x="1565739" y="392490"/>
                  </a:lnTo>
                  <a:lnTo>
                    <a:pt x="1630978" y="346507"/>
                  </a:lnTo>
                  <a:lnTo>
                    <a:pt x="1696217" y="314573"/>
                  </a:lnTo>
                  <a:lnTo>
                    <a:pt x="1761456" y="233447"/>
                  </a:lnTo>
                  <a:lnTo>
                    <a:pt x="1826695" y="265515"/>
                  </a:lnTo>
                  <a:lnTo>
                    <a:pt x="1891934" y="379791"/>
                  </a:lnTo>
                  <a:lnTo>
                    <a:pt x="1957173" y="417498"/>
                  </a:lnTo>
                  <a:lnTo>
                    <a:pt x="2022412" y="382406"/>
                  </a:lnTo>
                  <a:lnTo>
                    <a:pt x="2087652" y="37639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571454" y="485381"/>
              <a:ext cx="22964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5571454" y="341126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5571454" y="275580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571454" y="210035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571454" y="144489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571454" y="78944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675837" y="1498940"/>
              <a:ext cx="2087652" cy="1008713"/>
            </a:xfrm>
            <a:custGeom>
              <a:avLst/>
              <a:pathLst>
                <a:path w="2087652" h="1008713">
                  <a:moveTo>
                    <a:pt x="0" y="0"/>
                  </a:moveTo>
                  <a:lnTo>
                    <a:pt x="65239" y="84180"/>
                  </a:lnTo>
                  <a:lnTo>
                    <a:pt x="130478" y="41603"/>
                  </a:lnTo>
                  <a:lnTo>
                    <a:pt x="195717" y="855606"/>
                  </a:lnTo>
                  <a:lnTo>
                    <a:pt x="260956" y="893328"/>
                  </a:lnTo>
                  <a:lnTo>
                    <a:pt x="326195" y="371824"/>
                  </a:lnTo>
                  <a:lnTo>
                    <a:pt x="391434" y="335727"/>
                  </a:lnTo>
                  <a:lnTo>
                    <a:pt x="456673" y="419649"/>
                  </a:lnTo>
                  <a:lnTo>
                    <a:pt x="521913" y="412566"/>
                  </a:lnTo>
                  <a:lnTo>
                    <a:pt x="587152" y="454281"/>
                  </a:lnTo>
                  <a:lnTo>
                    <a:pt x="652391" y="515298"/>
                  </a:lnTo>
                  <a:lnTo>
                    <a:pt x="717630" y="683412"/>
                  </a:lnTo>
                  <a:lnTo>
                    <a:pt x="782869" y="854391"/>
                  </a:lnTo>
                  <a:lnTo>
                    <a:pt x="848108" y="1008713"/>
                  </a:lnTo>
                  <a:lnTo>
                    <a:pt x="913347" y="908024"/>
                  </a:lnTo>
                  <a:lnTo>
                    <a:pt x="978586" y="797501"/>
                  </a:lnTo>
                  <a:lnTo>
                    <a:pt x="1043826" y="698430"/>
                  </a:lnTo>
                  <a:lnTo>
                    <a:pt x="1109065" y="668416"/>
                  </a:lnTo>
                  <a:lnTo>
                    <a:pt x="1174304" y="539280"/>
                  </a:lnTo>
                  <a:lnTo>
                    <a:pt x="1239543" y="474170"/>
                  </a:lnTo>
                  <a:lnTo>
                    <a:pt x="1304782" y="450582"/>
                  </a:lnTo>
                  <a:lnTo>
                    <a:pt x="1370021" y="508449"/>
                  </a:lnTo>
                  <a:lnTo>
                    <a:pt x="1435260" y="533036"/>
                  </a:lnTo>
                  <a:lnTo>
                    <a:pt x="1500499" y="498380"/>
                  </a:lnTo>
                  <a:lnTo>
                    <a:pt x="1565739" y="454255"/>
                  </a:lnTo>
                  <a:lnTo>
                    <a:pt x="1630978" y="388363"/>
                  </a:lnTo>
                  <a:lnTo>
                    <a:pt x="1696217" y="388709"/>
                  </a:lnTo>
                  <a:lnTo>
                    <a:pt x="1761456" y="365126"/>
                  </a:lnTo>
                  <a:lnTo>
                    <a:pt x="1826695" y="353057"/>
                  </a:lnTo>
                  <a:lnTo>
                    <a:pt x="1891934" y="373440"/>
                  </a:lnTo>
                  <a:lnTo>
                    <a:pt x="1957173" y="321648"/>
                  </a:lnTo>
                  <a:lnTo>
                    <a:pt x="2022412" y="330815"/>
                  </a:lnTo>
                  <a:lnTo>
                    <a:pt x="2087652" y="35300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675837" y="645206"/>
              <a:ext cx="2087652" cy="1747062"/>
            </a:xfrm>
            <a:custGeom>
              <a:avLst/>
              <a:pathLst>
                <a:path w="2087652" h="1747062">
                  <a:moveTo>
                    <a:pt x="0" y="853734"/>
                  </a:moveTo>
                  <a:lnTo>
                    <a:pt x="65239" y="937914"/>
                  </a:lnTo>
                  <a:lnTo>
                    <a:pt x="130478" y="895337"/>
                  </a:lnTo>
                  <a:lnTo>
                    <a:pt x="195717" y="1709340"/>
                  </a:lnTo>
                  <a:lnTo>
                    <a:pt x="260956" y="1747062"/>
                  </a:lnTo>
                  <a:lnTo>
                    <a:pt x="326195" y="1225558"/>
                  </a:lnTo>
                  <a:lnTo>
                    <a:pt x="391434" y="1189394"/>
                  </a:lnTo>
                  <a:lnTo>
                    <a:pt x="456673" y="1273322"/>
                  </a:lnTo>
                  <a:lnTo>
                    <a:pt x="521913" y="1218856"/>
                  </a:lnTo>
                  <a:lnTo>
                    <a:pt x="587152" y="1236543"/>
                  </a:lnTo>
                  <a:lnTo>
                    <a:pt x="652391" y="1260862"/>
                  </a:lnTo>
                  <a:lnTo>
                    <a:pt x="717630" y="1537751"/>
                  </a:lnTo>
                  <a:lnTo>
                    <a:pt x="782869" y="1743612"/>
                  </a:lnTo>
                  <a:lnTo>
                    <a:pt x="848108" y="1443200"/>
                  </a:lnTo>
                  <a:lnTo>
                    <a:pt x="913347" y="1341232"/>
                  </a:lnTo>
                  <a:lnTo>
                    <a:pt x="978586" y="1308476"/>
                  </a:lnTo>
                  <a:lnTo>
                    <a:pt x="1043826" y="1322303"/>
                  </a:lnTo>
                  <a:lnTo>
                    <a:pt x="1109065" y="1233537"/>
                  </a:lnTo>
                  <a:lnTo>
                    <a:pt x="1174304" y="1091623"/>
                  </a:lnTo>
                  <a:lnTo>
                    <a:pt x="1239543" y="1078796"/>
                  </a:lnTo>
                  <a:lnTo>
                    <a:pt x="1304782" y="1061481"/>
                  </a:lnTo>
                  <a:lnTo>
                    <a:pt x="1370021" y="1001477"/>
                  </a:lnTo>
                  <a:lnTo>
                    <a:pt x="1435260" y="939441"/>
                  </a:lnTo>
                  <a:lnTo>
                    <a:pt x="1500499" y="905492"/>
                  </a:lnTo>
                  <a:lnTo>
                    <a:pt x="1565739" y="837999"/>
                  </a:lnTo>
                  <a:lnTo>
                    <a:pt x="1630978" y="735102"/>
                  </a:lnTo>
                  <a:lnTo>
                    <a:pt x="1696217" y="637649"/>
                  </a:lnTo>
                  <a:lnTo>
                    <a:pt x="1761456" y="518789"/>
                  </a:lnTo>
                  <a:lnTo>
                    <a:pt x="1826695" y="433929"/>
                  </a:lnTo>
                  <a:lnTo>
                    <a:pt x="1891934" y="377344"/>
                  </a:lnTo>
                  <a:lnTo>
                    <a:pt x="1957173" y="273997"/>
                  </a:lnTo>
                  <a:lnTo>
                    <a:pt x="2022412" y="146732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675837" y="1498940"/>
              <a:ext cx="2087652" cy="893328"/>
            </a:xfrm>
            <a:custGeom>
              <a:avLst/>
              <a:pathLst>
                <a:path w="2087652" h="893328">
                  <a:moveTo>
                    <a:pt x="0" y="0"/>
                  </a:moveTo>
                  <a:lnTo>
                    <a:pt x="65239" y="84180"/>
                  </a:lnTo>
                  <a:lnTo>
                    <a:pt x="130478" y="41603"/>
                  </a:lnTo>
                  <a:lnTo>
                    <a:pt x="195717" y="855606"/>
                  </a:lnTo>
                  <a:lnTo>
                    <a:pt x="260956" y="893328"/>
                  </a:lnTo>
                  <a:lnTo>
                    <a:pt x="326195" y="371824"/>
                  </a:lnTo>
                  <a:lnTo>
                    <a:pt x="391434" y="335727"/>
                  </a:lnTo>
                  <a:lnTo>
                    <a:pt x="456673" y="419649"/>
                  </a:lnTo>
                  <a:lnTo>
                    <a:pt x="521913" y="412566"/>
                  </a:lnTo>
                  <a:lnTo>
                    <a:pt x="587152" y="454266"/>
                  </a:lnTo>
                  <a:lnTo>
                    <a:pt x="652391" y="515309"/>
                  </a:lnTo>
                  <a:lnTo>
                    <a:pt x="717630" y="683302"/>
                  </a:lnTo>
                  <a:lnTo>
                    <a:pt x="782869" y="832997"/>
                  </a:lnTo>
                  <a:lnTo>
                    <a:pt x="848108" y="743638"/>
                  </a:lnTo>
                  <a:lnTo>
                    <a:pt x="913347" y="183779"/>
                  </a:lnTo>
                  <a:lnTo>
                    <a:pt x="978586" y="216159"/>
                  </a:lnTo>
                  <a:lnTo>
                    <a:pt x="1043826" y="400967"/>
                  </a:lnTo>
                  <a:lnTo>
                    <a:pt x="1109065" y="379525"/>
                  </a:lnTo>
                  <a:lnTo>
                    <a:pt x="1174304" y="251061"/>
                  </a:lnTo>
                  <a:lnTo>
                    <a:pt x="1239543" y="294786"/>
                  </a:lnTo>
                  <a:lnTo>
                    <a:pt x="1304782" y="363960"/>
                  </a:lnTo>
                  <a:lnTo>
                    <a:pt x="1370021" y="404921"/>
                  </a:lnTo>
                  <a:lnTo>
                    <a:pt x="1435260" y="353480"/>
                  </a:lnTo>
                  <a:lnTo>
                    <a:pt x="1500499" y="394293"/>
                  </a:lnTo>
                  <a:lnTo>
                    <a:pt x="1565739" y="348078"/>
                  </a:lnTo>
                  <a:lnTo>
                    <a:pt x="1630978" y="291649"/>
                  </a:lnTo>
                  <a:lnTo>
                    <a:pt x="1696217" y="273037"/>
                  </a:lnTo>
                  <a:lnTo>
                    <a:pt x="1761456" y="188385"/>
                  </a:lnTo>
                  <a:lnTo>
                    <a:pt x="1826695" y="210210"/>
                  </a:lnTo>
                  <a:lnTo>
                    <a:pt x="1891934" y="327761"/>
                  </a:lnTo>
                  <a:lnTo>
                    <a:pt x="1957173" y="371573"/>
                  </a:lnTo>
                  <a:lnTo>
                    <a:pt x="2022412" y="340032"/>
                  </a:lnTo>
                  <a:lnTo>
                    <a:pt x="2087652" y="339494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5571454" y="4219301"/>
              <a:ext cx="22964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571454" y="714518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571454" y="648972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5571454" y="583427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571454" y="517881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571454" y="452336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675837" y="4676668"/>
              <a:ext cx="2087652" cy="2699730"/>
            </a:xfrm>
            <a:custGeom>
              <a:avLst/>
              <a:pathLst>
                <a:path w="2087652" h="2699730">
                  <a:moveTo>
                    <a:pt x="0" y="2699730"/>
                  </a:moveTo>
                  <a:lnTo>
                    <a:pt x="65239" y="1602065"/>
                  </a:lnTo>
                  <a:lnTo>
                    <a:pt x="130478" y="1686290"/>
                  </a:lnTo>
                  <a:lnTo>
                    <a:pt x="195717" y="1892850"/>
                  </a:lnTo>
                  <a:lnTo>
                    <a:pt x="260956" y="1878076"/>
                  </a:lnTo>
                  <a:lnTo>
                    <a:pt x="326195" y="1851844"/>
                  </a:lnTo>
                  <a:lnTo>
                    <a:pt x="391434" y="1812248"/>
                  </a:lnTo>
                  <a:lnTo>
                    <a:pt x="456673" y="1395957"/>
                  </a:lnTo>
                  <a:lnTo>
                    <a:pt x="521913" y="477662"/>
                  </a:lnTo>
                  <a:lnTo>
                    <a:pt x="587152" y="714123"/>
                  </a:lnTo>
                  <a:lnTo>
                    <a:pt x="652391" y="767909"/>
                  </a:lnTo>
                  <a:lnTo>
                    <a:pt x="717630" y="637709"/>
                  </a:lnTo>
                  <a:lnTo>
                    <a:pt x="782869" y="418489"/>
                  </a:lnTo>
                  <a:lnTo>
                    <a:pt x="848108" y="526759"/>
                  </a:lnTo>
                  <a:lnTo>
                    <a:pt x="913347" y="529609"/>
                  </a:lnTo>
                  <a:lnTo>
                    <a:pt x="978586" y="523501"/>
                  </a:lnTo>
                  <a:lnTo>
                    <a:pt x="1043826" y="218548"/>
                  </a:lnTo>
                  <a:lnTo>
                    <a:pt x="1109065" y="63578"/>
                  </a:lnTo>
                  <a:lnTo>
                    <a:pt x="1174304" y="402307"/>
                  </a:lnTo>
                  <a:lnTo>
                    <a:pt x="1239543" y="330131"/>
                  </a:lnTo>
                  <a:lnTo>
                    <a:pt x="1304782" y="146022"/>
                  </a:lnTo>
                  <a:lnTo>
                    <a:pt x="1370021" y="508783"/>
                  </a:lnTo>
                  <a:lnTo>
                    <a:pt x="1435260" y="336295"/>
                  </a:lnTo>
                  <a:lnTo>
                    <a:pt x="1500499" y="195766"/>
                  </a:lnTo>
                  <a:lnTo>
                    <a:pt x="1565739" y="0"/>
                  </a:lnTo>
                  <a:lnTo>
                    <a:pt x="1630978" y="391546"/>
                  </a:lnTo>
                  <a:lnTo>
                    <a:pt x="1696217" y="259528"/>
                  </a:lnTo>
                  <a:lnTo>
                    <a:pt x="1761456" y="221543"/>
                  </a:lnTo>
                  <a:lnTo>
                    <a:pt x="1826695" y="472242"/>
                  </a:lnTo>
                  <a:lnTo>
                    <a:pt x="1891934" y="315784"/>
                  </a:lnTo>
                  <a:lnTo>
                    <a:pt x="1957173" y="181107"/>
                  </a:lnTo>
                  <a:lnTo>
                    <a:pt x="2022412" y="175970"/>
                  </a:lnTo>
                  <a:lnTo>
                    <a:pt x="2087652" y="448992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5675837" y="4265958"/>
              <a:ext cx="2087652" cy="3110441"/>
            </a:xfrm>
            <a:custGeom>
              <a:avLst/>
              <a:pathLst>
                <a:path w="2087652" h="3110441">
                  <a:moveTo>
                    <a:pt x="0" y="3110441"/>
                  </a:moveTo>
                  <a:lnTo>
                    <a:pt x="65239" y="2012775"/>
                  </a:lnTo>
                  <a:lnTo>
                    <a:pt x="130478" y="2097001"/>
                  </a:lnTo>
                  <a:lnTo>
                    <a:pt x="195717" y="2303560"/>
                  </a:lnTo>
                  <a:lnTo>
                    <a:pt x="260956" y="2288786"/>
                  </a:lnTo>
                  <a:lnTo>
                    <a:pt x="326195" y="2262555"/>
                  </a:lnTo>
                  <a:lnTo>
                    <a:pt x="391434" y="2224363"/>
                  </a:lnTo>
                  <a:lnTo>
                    <a:pt x="456673" y="1810346"/>
                  </a:lnTo>
                  <a:lnTo>
                    <a:pt x="521913" y="840647"/>
                  </a:lnTo>
                  <a:lnTo>
                    <a:pt x="587152" y="1077893"/>
                  </a:lnTo>
                  <a:lnTo>
                    <a:pt x="652391" y="1363443"/>
                  </a:lnTo>
                  <a:lnTo>
                    <a:pt x="717630" y="1414076"/>
                  </a:lnTo>
                  <a:lnTo>
                    <a:pt x="782869" y="1603535"/>
                  </a:lnTo>
                  <a:lnTo>
                    <a:pt x="848108" y="1353784"/>
                  </a:lnTo>
                  <a:lnTo>
                    <a:pt x="913347" y="1371935"/>
                  </a:lnTo>
                  <a:lnTo>
                    <a:pt x="978586" y="1296390"/>
                  </a:lnTo>
                  <a:lnTo>
                    <a:pt x="1043826" y="1282392"/>
                  </a:lnTo>
                  <a:lnTo>
                    <a:pt x="1109065" y="1259108"/>
                  </a:lnTo>
                  <a:lnTo>
                    <a:pt x="1174304" y="1185060"/>
                  </a:lnTo>
                  <a:lnTo>
                    <a:pt x="1239543" y="1136869"/>
                  </a:lnTo>
                  <a:lnTo>
                    <a:pt x="1304782" y="1092836"/>
                  </a:lnTo>
                  <a:lnTo>
                    <a:pt x="1370021" y="1057316"/>
                  </a:lnTo>
                  <a:lnTo>
                    <a:pt x="1435260" y="982797"/>
                  </a:lnTo>
                  <a:lnTo>
                    <a:pt x="1500499" y="950421"/>
                  </a:lnTo>
                  <a:lnTo>
                    <a:pt x="1565739" y="897399"/>
                  </a:lnTo>
                  <a:lnTo>
                    <a:pt x="1630978" y="800888"/>
                  </a:lnTo>
                  <a:lnTo>
                    <a:pt x="1696217" y="704851"/>
                  </a:lnTo>
                  <a:lnTo>
                    <a:pt x="1761456" y="631227"/>
                  </a:lnTo>
                  <a:lnTo>
                    <a:pt x="1826695" y="540906"/>
                  </a:lnTo>
                  <a:lnTo>
                    <a:pt x="1891934" y="421045"/>
                  </a:lnTo>
                  <a:lnTo>
                    <a:pt x="1957173" y="277408"/>
                  </a:lnTo>
                  <a:lnTo>
                    <a:pt x="2022412" y="148999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5675837" y="5154405"/>
              <a:ext cx="2087652" cy="2221993"/>
            </a:xfrm>
            <a:custGeom>
              <a:avLst/>
              <a:pathLst>
                <a:path w="2087652" h="2221993">
                  <a:moveTo>
                    <a:pt x="0" y="2221993"/>
                  </a:moveTo>
                  <a:lnTo>
                    <a:pt x="65239" y="1124328"/>
                  </a:lnTo>
                  <a:lnTo>
                    <a:pt x="130478" y="1208553"/>
                  </a:lnTo>
                  <a:lnTo>
                    <a:pt x="195717" y="1415113"/>
                  </a:lnTo>
                  <a:lnTo>
                    <a:pt x="260956" y="1400339"/>
                  </a:lnTo>
                  <a:lnTo>
                    <a:pt x="326195" y="1374107"/>
                  </a:lnTo>
                  <a:lnTo>
                    <a:pt x="391434" y="1334511"/>
                  </a:lnTo>
                  <a:lnTo>
                    <a:pt x="456673" y="918236"/>
                  </a:lnTo>
                  <a:lnTo>
                    <a:pt x="521913" y="0"/>
                  </a:lnTo>
                  <a:lnTo>
                    <a:pt x="587152" y="279249"/>
                  </a:lnTo>
                  <a:lnTo>
                    <a:pt x="652391" y="511328"/>
                  </a:lnTo>
                  <a:lnTo>
                    <a:pt x="717630" y="435019"/>
                  </a:lnTo>
                  <a:lnTo>
                    <a:pt x="782869" y="319038"/>
                  </a:lnTo>
                  <a:lnTo>
                    <a:pt x="848108" y="316093"/>
                  </a:lnTo>
                  <a:lnTo>
                    <a:pt x="913347" y="156761"/>
                  </a:lnTo>
                  <a:lnTo>
                    <a:pt x="978586" y="453545"/>
                  </a:lnTo>
                  <a:lnTo>
                    <a:pt x="1043826" y="797420"/>
                  </a:lnTo>
                  <a:lnTo>
                    <a:pt x="1109065" y="993624"/>
                  </a:lnTo>
                  <a:lnTo>
                    <a:pt x="1174304" y="992453"/>
                  </a:lnTo>
                  <a:lnTo>
                    <a:pt x="1239543" y="1189184"/>
                  </a:lnTo>
                  <a:lnTo>
                    <a:pt x="1304782" y="1175794"/>
                  </a:lnTo>
                  <a:lnTo>
                    <a:pt x="1370021" y="1080315"/>
                  </a:lnTo>
                  <a:lnTo>
                    <a:pt x="1435260" y="1030128"/>
                  </a:lnTo>
                  <a:lnTo>
                    <a:pt x="1500499" y="994441"/>
                  </a:lnTo>
                  <a:lnTo>
                    <a:pt x="1565739" y="945012"/>
                  </a:lnTo>
                  <a:lnTo>
                    <a:pt x="1630978" y="899869"/>
                  </a:lnTo>
                  <a:lnTo>
                    <a:pt x="1696217" y="834629"/>
                  </a:lnTo>
                  <a:lnTo>
                    <a:pt x="1761456" y="751373"/>
                  </a:lnTo>
                  <a:lnTo>
                    <a:pt x="1826695" y="695059"/>
                  </a:lnTo>
                  <a:lnTo>
                    <a:pt x="1891934" y="668350"/>
                  </a:lnTo>
                  <a:lnTo>
                    <a:pt x="1957173" y="540897"/>
                  </a:lnTo>
                  <a:lnTo>
                    <a:pt x="2022412" y="485331"/>
                  </a:lnTo>
                  <a:lnTo>
                    <a:pt x="2087652" y="39974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612860" y="382535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tx59"/>
            <p:cNvSpPr/>
            <p:nvPr/>
          </p:nvSpPr>
          <p:spPr>
            <a:xfrm>
              <a:off x="1570531" y="3937833"/>
              <a:ext cx="38107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Tas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3092157" y="382535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tx61"/>
            <p:cNvSpPr/>
            <p:nvPr/>
          </p:nvSpPr>
          <p:spPr>
            <a:xfrm>
              <a:off x="4081585" y="3937833"/>
              <a:ext cx="317562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  <p:sp>
          <p:nvSpPr>
            <p:cNvPr id="63" name="rc62"/>
            <p:cNvSpPr/>
            <p:nvPr/>
          </p:nvSpPr>
          <p:spPr>
            <a:xfrm>
              <a:off x="5571454" y="382535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6535544" y="3940512"/>
              <a:ext cx="368237" cy="1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</a:t>
              </a:r>
            </a:p>
          </p:txBody>
        </p:sp>
        <p:sp>
          <p:nvSpPr>
            <p:cNvPr id="65" name="rc64"/>
            <p:cNvSpPr/>
            <p:nvPr/>
          </p:nvSpPr>
          <p:spPr>
            <a:xfrm>
              <a:off x="612860" y="91440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1494406" y="201011"/>
              <a:ext cx="5333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NSW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3092157" y="91440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4062497" y="190965"/>
              <a:ext cx="355736" cy="17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69" name="rc68"/>
            <p:cNvSpPr/>
            <p:nvPr/>
          </p:nvSpPr>
          <p:spPr>
            <a:xfrm>
              <a:off x="5571454" y="91440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6567188" y="201011"/>
              <a:ext cx="3049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71" name="pl70"/>
            <p:cNvSpPr/>
            <p:nvPr/>
          </p:nvSpPr>
          <p:spPr>
            <a:xfrm>
              <a:off x="612860" y="737639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847721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500112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2152503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804894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5"/>
            <p:cNvSpPr/>
            <p:nvPr/>
          </p:nvSpPr>
          <p:spPr>
            <a:xfrm>
              <a:off x="593448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245839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1898230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2550621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0" name="pl79"/>
            <p:cNvSpPr/>
            <p:nvPr/>
          </p:nvSpPr>
          <p:spPr>
            <a:xfrm>
              <a:off x="3092157" y="737639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332701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3979409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463180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5284192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4"/>
            <p:cNvSpPr/>
            <p:nvPr/>
          </p:nvSpPr>
          <p:spPr>
            <a:xfrm>
              <a:off x="3072745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3725136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4377528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029919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9" name="pl88"/>
            <p:cNvSpPr/>
            <p:nvPr/>
          </p:nvSpPr>
          <p:spPr>
            <a:xfrm>
              <a:off x="5571454" y="737639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5806315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458706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711109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7763489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5552042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6204434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6856825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7509216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828" y="329082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1828" y="263536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1828" y="197991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1828" y="132445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1828" y="66900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1828" y="702474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1828" y="636928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1828" y="571383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1828" y="505837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1828" y="440292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4018016" y="7741874"/>
              <a:ext cx="444698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</p:grpSp>
      <p:sp>
        <p:nvSpPr>
          <p:cNvPr id="109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In most states, prices are higher under a carbon price, but the Safeguard option quickly converges with the reference case</a:t>
            </a:r>
          </a:p>
        </p:txBody>
      </p:sp>
      <p:sp>
        <p:nvSpPr>
          <p:cNvPr id="110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2025-07-17T13:03:22Z</dcterms:modified>
</cp:coreProperties>
</file>