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0" r:id="rId1"/>
  </p:sldMasterIdLst>
  <p:notesMasterIdLst>
    <p:notesMasterId r:id="rId8"/>
  </p:notesMasterIdLst>
  <p:sldIdLst>
    <p:sldId id="256" r:id="rId2"/>
    <p:sldId id="257" r:id="rId7"/>
  </p:sldIdLst>
  <p:sldSz cx="7977188" cy="52197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0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67"/>
    <p:restoredTop sz="94694"/>
  </p:normalViewPr>
  <p:slideViewPr>
    <p:cSldViewPr snapToGrid="0" snapToObjects="1">
      <p:cViewPr>
        <p:scale>
          <a:sx n="87" d="100"/>
          <a:sy n="87" d="100"/>
        </p:scale>
        <p:origin x="2200" y="1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presProps" Target="presProps.xml"/>
<Relationship Id="rId2" Type="http://schemas.openxmlformats.org/officeDocument/2006/relationships/slide" Target="slides/slide1.xml"/>
<Relationship Id="rId1" Type="http://schemas.openxmlformats.org/officeDocument/2006/relationships/slideMaster" Target="slideMasters/slideMaster1.xml"/>
<Relationship Id="rId6" Type="http://schemas.openxmlformats.org/officeDocument/2006/relationships/tableStyles" Target="tableStyles.xml"/>
<Relationship Id="rId5" Type="http://schemas.openxmlformats.org/officeDocument/2006/relationships/theme" Target="theme/theme1.xml"/>
<Relationship Id="rId4" Type="http://schemas.openxmlformats.org/officeDocument/2006/relationships/viewProps" Target="viewProps.xml"/>
<Relationship Id="rId7" Type="http://schemas.openxmlformats.org/officeDocument/2006/relationships/slide" Target="slides/slide2.xml"/>
<Relationship Id="rId8" Type="http://schemas.openxmlformats.org/officeDocument/2006/relationships/notesMaster" Target="notesMasters/notesMaster1.xml"/>
</Relationships>

</file>

<file path=ppt/notesMasters/_rels/notesMaster1.xml.rels><?xml version="1.0" encoding="UTF-8" standalone="yes"?>

<Relationships  xmlns="http://schemas.openxmlformats.org/package/2006/relationships">
<Relationship Id="rId1" Type="http://schemas.openxmlformats.org/officeDocument/2006/relationships/theme" Target="../theme/theme2.xml"/>
</Relationships>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171450" lvl="0" indent="-1714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0850" lvl="1" indent="-1714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719138" lvl="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987425" lvl="3" indent="-171450" defTabSz="11699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255713" lvl="4" indent="-1714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2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
Powerpoint file location: C:\Users\domijones\OneDrive - The University of Melbourne\Energy\Analysis\analysis_cp_dj_2025\retail prices first chart\retail prices first chart_normal.pptx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8289" y="854243"/>
            <a:ext cx="6780610" cy="1817229"/>
          </a:xfrm>
        </p:spPr>
        <p:txBody>
          <a:bodyPr anchor="b"/>
          <a:lstStyle>
            <a:lvl1pPr algn="ctr">
              <a:defRPr sz="456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7149" y="2741551"/>
            <a:ext cx="5982891" cy="1260219"/>
          </a:xfrm>
        </p:spPr>
        <p:txBody>
          <a:bodyPr/>
          <a:lstStyle>
            <a:lvl1pPr marL="0" indent="0" algn="ctr">
              <a:buNone/>
              <a:defRPr sz="1827"/>
            </a:lvl1pPr>
            <a:lvl2pPr marL="347975" indent="0" algn="ctr">
              <a:buNone/>
              <a:defRPr sz="1522"/>
            </a:lvl2pPr>
            <a:lvl3pPr marL="695950" indent="0" algn="ctr">
              <a:buNone/>
              <a:defRPr sz="1370"/>
            </a:lvl3pPr>
            <a:lvl4pPr marL="1043925" indent="0" algn="ctr">
              <a:buNone/>
              <a:defRPr sz="1218"/>
            </a:lvl4pPr>
            <a:lvl5pPr marL="1391900" indent="0" algn="ctr">
              <a:buNone/>
              <a:defRPr sz="1218"/>
            </a:lvl5pPr>
            <a:lvl6pPr marL="1739875" indent="0" algn="ctr">
              <a:buNone/>
              <a:defRPr sz="1218"/>
            </a:lvl6pPr>
            <a:lvl7pPr marL="2087850" indent="0" algn="ctr">
              <a:buNone/>
              <a:defRPr sz="1218"/>
            </a:lvl7pPr>
            <a:lvl8pPr marL="2435824" indent="0" algn="ctr">
              <a:buNone/>
              <a:defRPr sz="1218"/>
            </a:lvl8pPr>
            <a:lvl9pPr marL="2783799" indent="0" algn="ctr">
              <a:buNone/>
              <a:defRPr sz="1218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8432" y="4837890"/>
            <a:ext cx="1794867" cy="27790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2444" y="4837890"/>
            <a:ext cx="2692301" cy="2779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33889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3E7C0CC8-E12B-4B1E-958E-BC6C5916F6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808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8432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2444" y="4837890"/>
            <a:ext cx="2692301" cy="2779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33889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942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277" y="1301302"/>
            <a:ext cx="6880325" cy="2171250"/>
          </a:xfrm>
        </p:spPr>
        <p:txBody>
          <a:bodyPr anchor="b"/>
          <a:lstStyle>
            <a:lvl1pPr>
              <a:defRPr sz="456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277" y="3493092"/>
            <a:ext cx="6880325" cy="1141809"/>
          </a:xfrm>
        </p:spPr>
        <p:txBody>
          <a:bodyPr/>
          <a:lstStyle>
            <a:lvl1pPr marL="0" indent="0">
              <a:buNone/>
              <a:defRPr sz="1827">
                <a:solidFill>
                  <a:schemeClr val="tx1"/>
                </a:solidFill>
              </a:defRPr>
            </a:lvl1pPr>
            <a:lvl2pPr marL="347975" indent="0">
              <a:buNone/>
              <a:defRPr sz="1522">
                <a:solidFill>
                  <a:schemeClr val="tx1">
                    <a:tint val="75000"/>
                  </a:schemeClr>
                </a:solidFill>
              </a:defRPr>
            </a:lvl2pPr>
            <a:lvl3pPr marL="695950" indent="0">
              <a:buNone/>
              <a:defRPr sz="1370">
                <a:solidFill>
                  <a:schemeClr val="tx1">
                    <a:tint val="75000"/>
                  </a:schemeClr>
                </a:solidFill>
              </a:defRPr>
            </a:lvl3pPr>
            <a:lvl4pPr marL="1043925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4pPr>
            <a:lvl5pPr marL="1391900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5pPr>
            <a:lvl6pPr marL="1739875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6pPr>
            <a:lvl7pPr marL="2087850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7pPr>
            <a:lvl8pPr marL="2435824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8pPr>
            <a:lvl9pPr marL="2783799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8432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2444" y="4837890"/>
            <a:ext cx="2692301" cy="2779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33889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816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1608666"/>
            <a:ext cx="7977188" cy="667062"/>
          </a:xfrm>
        </p:spPr>
        <p:txBody>
          <a:bodyPr anchor="t"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" y="-923701"/>
            <a:ext cx="7977188" cy="67913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Content Placeholder 3"/>
          <p:cNvSpPr>
            <a:spLocks noGrp="1" noChangeAspect="1"/>
          </p:cNvSpPr>
          <p:nvPr>
            <p:ph sz="half" idx="2"/>
          </p:nvPr>
        </p:nvSpPr>
        <p:spPr>
          <a:xfrm>
            <a:off x="0" y="0"/>
            <a:ext cx="7977600" cy="5220000"/>
          </a:xfrm>
        </p:spPr>
        <p:txBody>
          <a:bodyPr lIns="0" tIns="0" rIns="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aption Placeholder 1">
            <a:extLst>
              <a:ext uri="{FF2B5EF4-FFF2-40B4-BE49-F238E27FC236}">
                <a16:creationId xmlns:a16="http://schemas.microsoft.com/office/drawing/2014/main" id="{AF5EA265-8F08-B40E-312A-1E8FD775E2B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62950" y="-1755775"/>
            <a:ext cx="2860675" cy="66516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584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7464-26F0-F70E-03FB-7D458DC1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0918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868C-2161-3F70-9E5A-5C38113B1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8575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ED932-2FE5-9703-B8AE-C45091E0F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163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432" y="277902"/>
            <a:ext cx="6880325" cy="1008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432" y="1389503"/>
            <a:ext cx="6880325" cy="3311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48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</p:sldLayoutIdLst>
  <p:txStyles>
    <p:titleStyle>
      <a:lvl1pPr algn="l" defTabSz="69595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3987" indent="-173987" algn="l" defTabSz="695950" rtl="0" eaLnBrk="1" latinLnBrk="0" hangingPunct="1">
        <a:lnSpc>
          <a:spcPct val="90000"/>
        </a:lnSpc>
        <a:spcBef>
          <a:spcPts val="76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2196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6993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1791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6588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91386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6pPr>
      <a:lvl7pPr marL="226183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7pPr>
      <a:lvl8pPr marL="260981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8pPr>
      <a:lvl9pPr marL="295778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1pPr>
      <a:lvl2pPr marL="34797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2pPr>
      <a:lvl3pPr marL="69595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3pPr>
      <a:lvl4pPr marL="104392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4pPr>
      <a:lvl5pPr marL="139190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5pPr>
      <a:lvl6pPr marL="173987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6pPr>
      <a:lvl7pPr marL="208785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7pPr>
      <a:lvl8pPr marL="2435824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8pPr>
      <a:lvl9pPr marL="2783799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notesSlide" Target="../notesSlides/notesSlide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555CA-0802-E447-A104-822E53E8C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394" y="303213"/>
            <a:ext cx="7772400" cy="2387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33E90-BBEB-3C4A-9B73-0D6D47AC3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1513" y="2854807"/>
            <a:ext cx="6858000" cy="165576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407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" y="-923701"/>
            <a:ext cx="7977188" cy="679139"/>
          </a:xfrm>
        </p:spPr>
        <p:txBody>
          <a:bodyPr/>
          <a:lstStyle/>
          <a:p>
            <a:r>
              <a:rPr/>
              <a:t>Dollars per MWh ($2024)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0" y="0"/>
            <a:ext cx="7977600" cy="5220000"/>
            <a:chOff x="0" y="0"/>
            <a:chExt cx="7977600" cy="5220000"/>
          </a:xfrm>
        </p:grpSpPr>
        <p:sp>
          <p:nvSpPr>
            <p:cNvPr id="4" name="rc3"/>
            <p:cNvSpPr/>
            <p:nvPr/>
          </p:nvSpPr>
          <p:spPr>
            <a:xfrm>
              <a:off x="7977600" y="0"/>
              <a:ext cx="0" cy="522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612860" y="485381"/>
              <a:ext cx="2296417" cy="17782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612860" y="2133442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612860" y="1764244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612860" y="1395046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612860" y="1025848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612860" y="656650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717242" y="1266254"/>
              <a:ext cx="2087652" cy="508940"/>
            </a:xfrm>
            <a:custGeom>
              <a:avLst/>
              <a:pathLst>
                <a:path w="2087652" h="508940">
                  <a:moveTo>
                    <a:pt x="0" y="174216"/>
                  </a:moveTo>
                  <a:lnTo>
                    <a:pt x="65239" y="210690"/>
                  </a:lnTo>
                  <a:lnTo>
                    <a:pt x="130478" y="291668"/>
                  </a:lnTo>
                  <a:lnTo>
                    <a:pt x="195717" y="479804"/>
                  </a:lnTo>
                  <a:lnTo>
                    <a:pt x="260956" y="451905"/>
                  </a:lnTo>
                  <a:lnTo>
                    <a:pt x="326195" y="0"/>
                  </a:lnTo>
                  <a:lnTo>
                    <a:pt x="391434" y="26249"/>
                  </a:lnTo>
                  <a:lnTo>
                    <a:pt x="456673" y="306338"/>
                  </a:lnTo>
                  <a:lnTo>
                    <a:pt x="521913" y="271432"/>
                  </a:lnTo>
                  <a:lnTo>
                    <a:pt x="587152" y="243037"/>
                  </a:lnTo>
                  <a:lnTo>
                    <a:pt x="652391" y="263199"/>
                  </a:lnTo>
                  <a:lnTo>
                    <a:pt x="717630" y="362135"/>
                  </a:lnTo>
                  <a:lnTo>
                    <a:pt x="782869" y="426605"/>
                  </a:lnTo>
                  <a:lnTo>
                    <a:pt x="848108" y="508940"/>
                  </a:lnTo>
                  <a:lnTo>
                    <a:pt x="913347" y="476863"/>
                  </a:lnTo>
                  <a:lnTo>
                    <a:pt x="978586" y="437620"/>
                  </a:lnTo>
                  <a:lnTo>
                    <a:pt x="1043826" y="356770"/>
                  </a:lnTo>
                  <a:lnTo>
                    <a:pt x="1109065" y="303784"/>
                  </a:lnTo>
                  <a:lnTo>
                    <a:pt x="1174304" y="252066"/>
                  </a:lnTo>
                  <a:lnTo>
                    <a:pt x="1239543" y="247995"/>
                  </a:lnTo>
                  <a:lnTo>
                    <a:pt x="1304782" y="235420"/>
                  </a:lnTo>
                  <a:lnTo>
                    <a:pt x="1370021" y="245466"/>
                  </a:lnTo>
                  <a:lnTo>
                    <a:pt x="1435260" y="264654"/>
                  </a:lnTo>
                  <a:lnTo>
                    <a:pt x="1500499" y="240322"/>
                  </a:lnTo>
                  <a:lnTo>
                    <a:pt x="1565739" y="244069"/>
                  </a:lnTo>
                  <a:lnTo>
                    <a:pt x="1630978" y="232254"/>
                  </a:lnTo>
                  <a:lnTo>
                    <a:pt x="1696217" y="234767"/>
                  </a:lnTo>
                  <a:lnTo>
                    <a:pt x="1761456" y="218412"/>
                  </a:lnTo>
                  <a:lnTo>
                    <a:pt x="1826695" y="210940"/>
                  </a:lnTo>
                  <a:lnTo>
                    <a:pt x="1891934" y="215112"/>
                  </a:lnTo>
                  <a:lnTo>
                    <a:pt x="1957173" y="209282"/>
                  </a:lnTo>
                  <a:lnTo>
                    <a:pt x="2022412" y="207418"/>
                  </a:lnTo>
                  <a:lnTo>
                    <a:pt x="2087652" y="215571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717242" y="789570"/>
              <a:ext cx="2087652" cy="972788"/>
            </a:xfrm>
            <a:custGeom>
              <a:avLst/>
              <a:pathLst>
                <a:path w="2087652" h="972788">
                  <a:moveTo>
                    <a:pt x="0" y="650900"/>
                  </a:moveTo>
                  <a:lnTo>
                    <a:pt x="65239" y="687375"/>
                  </a:lnTo>
                  <a:lnTo>
                    <a:pt x="130478" y="768353"/>
                  </a:lnTo>
                  <a:lnTo>
                    <a:pt x="195717" y="956489"/>
                  </a:lnTo>
                  <a:lnTo>
                    <a:pt x="260956" y="928590"/>
                  </a:lnTo>
                  <a:lnTo>
                    <a:pt x="326195" y="476684"/>
                  </a:lnTo>
                  <a:lnTo>
                    <a:pt x="391434" y="502896"/>
                  </a:lnTo>
                  <a:lnTo>
                    <a:pt x="456673" y="782988"/>
                  </a:lnTo>
                  <a:lnTo>
                    <a:pt x="521913" y="723582"/>
                  </a:lnTo>
                  <a:lnTo>
                    <a:pt x="587152" y="681860"/>
                  </a:lnTo>
                  <a:lnTo>
                    <a:pt x="652391" y="651045"/>
                  </a:lnTo>
                  <a:lnTo>
                    <a:pt x="717630" y="852034"/>
                  </a:lnTo>
                  <a:lnTo>
                    <a:pt x="782869" y="972788"/>
                  </a:lnTo>
                  <a:lnTo>
                    <a:pt x="848108" y="807750"/>
                  </a:lnTo>
                  <a:lnTo>
                    <a:pt x="913347" y="745550"/>
                  </a:lnTo>
                  <a:lnTo>
                    <a:pt x="978586" y="693196"/>
                  </a:lnTo>
                  <a:lnTo>
                    <a:pt x="1043826" y="682294"/>
                  </a:lnTo>
                  <a:lnTo>
                    <a:pt x="1109065" y="645079"/>
                  </a:lnTo>
                  <a:lnTo>
                    <a:pt x="1174304" y="558104"/>
                  </a:lnTo>
                  <a:lnTo>
                    <a:pt x="1239543" y="556795"/>
                  </a:lnTo>
                  <a:lnTo>
                    <a:pt x="1304782" y="554777"/>
                  </a:lnTo>
                  <a:lnTo>
                    <a:pt x="1370021" y="530414"/>
                  </a:lnTo>
                  <a:lnTo>
                    <a:pt x="1435260" y="496541"/>
                  </a:lnTo>
                  <a:lnTo>
                    <a:pt x="1500499" y="481401"/>
                  </a:lnTo>
                  <a:lnTo>
                    <a:pt x="1565739" y="455556"/>
                  </a:lnTo>
                  <a:lnTo>
                    <a:pt x="1630978" y="402375"/>
                  </a:lnTo>
                  <a:lnTo>
                    <a:pt x="1696217" y="347824"/>
                  </a:lnTo>
                  <a:lnTo>
                    <a:pt x="1761456" y="286019"/>
                  </a:lnTo>
                  <a:lnTo>
                    <a:pt x="1826695" y="242812"/>
                  </a:lnTo>
                  <a:lnTo>
                    <a:pt x="1891934" y="202838"/>
                  </a:lnTo>
                  <a:lnTo>
                    <a:pt x="1957173" y="148352"/>
                  </a:lnTo>
                  <a:lnTo>
                    <a:pt x="2022412" y="81188"/>
                  </a:lnTo>
                  <a:lnTo>
                    <a:pt x="2087652" y="0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717242" y="1266254"/>
              <a:ext cx="2087652" cy="479804"/>
            </a:xfrm>
            <a:custGeom>
              <a:avLst/>
              <a:pathLst>
                <a:path w="2087652" h="479804">
                  <a:moveTo>
                    <a:pt x="0" y="174216"/>
                  </a:moveTo>
                  <a:lnTo>
                    <a:pt x="65239" y="210690"/>
                  </a:lnTo>
                  <a:lnTo>
                    <a:pt x="130478" y="291668"/>
                  </a:lnTo>
                  <a:lnTo>
                    <a:pt x="195717" y="479804"/>
                  </a:lnTo>
                  <a:lnTo>
                    <a:pt x="260956" y="451905"/>
                  </a:lnTo>
                  <a:lnTo>
                    <a:pt x="326195" y="0"/>
                  </a:lnTo>
                  <a:lnTo>
                    <a:pt x="391434" y="26249"/>
                  </a:lnTo>
                  <a:lnTo>
                    <a:pt x="456673" y="306338"/>
                  </a:lnTo>
                  <a:lnTo>
                    <a:pt x="521913" y="271432"/>
                  </a:lnTo>
                  <a:lnTo>
                    <a:pt x="587152" y="243029"/>
                  </a:lnTo>
                  <a:lnTo>
                    <a:pt x="652391" y="263196"/>
                  </a:lnTo>
                  <a:lnTo>
                    <a:pt x="717630" y="362106"/>
                  </a:lnTo>
                  <a:lnTo>
                    <a:pt x="782869" y="435401"/>
                  </a:lnTo>
                  <a:lnTo>
                    <a:pt x="848108" y="458513"/>
                  </a:lnTo>
                  <a:lnTo>
                    <a:pt x="913347" y="163491"/>
                  </a:lnTo>
                  <a:lnTo>
                    <a:pt x="978586" y="163659"/>
                  </a:lnTo>
                  <a:lnTo>
                    <a:pt x="1043826" y="250798"/>
                  </a:lnTo>
                  <a:lnTo>
                    <a:pt x="1109065" y="247155"/>
                  </a:lnTo>
                  <a:lnTo>
                    <a:pt x="1174304" y="148239"/>
                  </a:lnTo>
                  <a:lnTo>
                    <a:pt x="1239543" y="166454"/>
                  </a:lnTo>
                  <a:lnTo>
                    <a:pt x="1304782" y="210187"/>
                  </a:lnTo>
                  <a:lnTo>
                    <a:pt x="1370021" y="242689"/>
                  </a:lnTo>
                  <a:lnTo>
                    <a:pt x="1435260" y="204893"/>
                  </a:lnTo>
                  <a:lnTo>
                    <a:pt x="1500499" y="210068"/>
                  </a:lnTo>
                  <a:lnTo>
                    <a:pt x="1565739" y="232811"/>
                  </a:lnTo>
                  <a:lnTo>
                    <a:pt x="1630978" y="205399"/>
                  </a:lnTo>
                  <a:lnTo>
                    <a:pt x="1696217" y="198091"/>
                  </a:lnTo>
                  <a:lnTo>
                    <a:pt x="1761456" y="142094"/>
                  </a:lnTo>
                  <a:lnTo>
                    <a:pt x="1826695" y="160756"/>
                  </a:lnTo>
                  <a:lnTo>
                    <a:pt x="1891934" y="220539"/>
                  </a:lnTo>
                  <a:lnTo>
                    <a:pt x="1957173" y="252238"/>
                  </a:lnTo>
                  <a:lnTo>
                    <a:pt x="2022412" y="228953"/>
                  </a:lnTo>
                  <a:lnTo>
                    <a:pt x="2087652" y="224250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612860" y="2840501"/>
              <a:ext cx="2296417" cy="17782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612860" y="4488561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612860" y="4119363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612860" y="3750165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612860" y="3380967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612860" y="3011769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717242" y="3589763"/>
              <a:ext cx="2087652" cy="776075"/>
            </a:xfrm>
            <a:custGeom>
              <a:avLst/>
              <a:pathLst>
                <a:path w="2087652" h="776075">
                  <a:moveTo>
                    <a:pt x="0" y="120207"/>
                  </a:moveTo>
                  <a:lnTo>
                    <a:pt x="65239" y="0"/>
                  </a:lnTo>
                  <a:lnTo>
                    <a:pt x="130478" y="98038"/>
                  </a:lnTo>
                  <a:lnTo>
                    <a:pt x="195717" y="253389"/>
                  </a:lnTo>
                  <a:lnTo>
                    <a:pt x="260956" y="352346"/>
                  </a:lnTo>
                  <a:lnTo>
                    <a:pt x="326195" y="436632"/>
                  </a:lnTo>
                  <a:lnTo>
                    <a:pt x="391434" y="376140"/>
                  </a:lnTo>
                  <a:lnTo>
                    <a:pt x="456673" y="459256"/>
                  </a:lnTo>
                  <a:lnTo>
                    <a:pt x="521913" y="501047"/>
                  </a:lnTo>
                  <a:lnTo>
                    <a:pt x="587152" y="589356"/>
                  </a:lnTo>
                  <a:lnTo>
                    <a:pt x="652391" y="590895"/>
                  </a:lnTo>
                  <a:lnTo>
                    <a:pt x="717630" y="631735"/>
                  </a:lnTo>
                  <a:lnTo>
                    <a:pt x="782869" y="652580"/>
                  </a:lnTo>
                  <a:lnTo>
                    <a:pt x="848108" y="730722"/>
                  </a:lnTo>
                  <a:lnTo>
                    <a:pt x="913347" y="771081"/>
                  </a:lnTo>
                  <a:lnTo>
                    <a:pt x="978586" y="776075"/>
                  </a:lnTo>
                  <a:lnTo>
                    <a:pt x="1043826" y="719161"/>
                  </a:lnTo>
                  <a:lnTo>
                    <a:pt x="1109065" y="636110"/>
                  </a:lnTo>
                  <a:lnTo>
                    <a:pt x="1174304" y="591491"/>
                  </a:lnTo>
                  <a:lnTo>
                    <a:pt x="1239543" y="552973"/>
                  </a:lnTo>
                  <a:lnTo>
                    <a:pt x="1304782" y="504136"/>
                  </a:lnTo>
                  <a:lnTo>
                    <a:pt x="1370021" y="481957"/>
                  </a:lnTo>
                  <a:lnTo>
                    <a:pt x="1435260" y="489555"/>
                  </a:lnTo>
                  <a:lnTo>
                    <a:pt x="1500499" y="510650"/>
                  </a:lnTo>
                  <a:lnTo>
                    <a:pt x="1565739" y="505288"/>
                  </a:lnTo>
                  <a:lnTo>
                    <a:pt x="1630978" y="491392"/>
                  </a:lnTo>
                  <a:lnTo>
                    <a:pt x="1696217" y="469653"/>
                  </a:lnTo>
                  <a:lnTo>
                    <a:pt x="1761456" y="445597"/>
                  </a:lnTo>
                  <a:lnTo>
                    <a:pt x="1826695" y="425006"/>
                  </a:lnTo>
                  <a:lnTo>
                    <a:pt x="1891934" y="425845"/>
                  </a:lnTo>
                  <a:lnTo>
                    <a:pt x="1957173" y="424661"/>
                  </a:lnTo>
                  <a:lnTo>
                    <a:pt x="2022412" y="412123"/>
                  </a:lnTo>
                  <a:lnTo>
                    <a:pt x="2087652" y="390440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717242" y="3319060"/>
              <a:ext cx="2087652" cy="895429"/>
            </a:xfrm>
            <a:custGeom>
              <a:avLst/>
              <a:pathLst>
                <a:path w="2087652" h="895429">
                  <a:moveTo>
                    <a:pt x="0" y="390910"/>
                  </a:moveTo>
                  <a:lnTo>
                    <a:pt x="65239" y="270702"/>
                  </a:lnTo>
                  <a:lnTo>
                    <a:pt x="130478" y="368741"/>
                  </a:lnTo>
                  <a:lnTo>
                    <a:pt x="195717" y="524092"/>
                  </a:lnTo>
                  <a:lnTo>
                    <a:pt x="260956" y="623049"/>
                  </a:lnTo>
                  <a:lnTo>
                    <a:pt x="326195" y="707335"/>
                  </a:lnTo>
                  <a:lnTo>
                    <a:pt x="391434" y="646805"/>
                  </a:lnTo>
                  <a:lnTo>
                    <a:pt x="456673" y="729925"/>
                  </a:lnTo>
                  <a:lnTo>
                    <a:pt x="521913" y="745177"/>
                  </a:lnTo>
                  <a:lnTo>
                    <a:pt x="587152" y="827205"/>
                  </a:lnTo>
                  <a:lnTo>
                    <a:pt x="652391" y="816319"/>
                  </a:lnTo>
                  <a:lnTo>
                    <a:pt x="717630" y="855209"/>
                  </a:lnTo>
                  <a:lnTo>
                    <a:pt x="782869" y="895429"/>
                  </a:lnTo>
                  <a:lnTo>
                    <a:pt x="848108" y="806825"/>
                  </a:lnTo>
                  <a:lnTo>
                    <a:pt x="913347" y="807667"/>
                  </a:lnTo>
                  <a:lnTo>
                    <a:pt x="978586" y="772418"/>
                  </a:lnTo>
                  <a:lnTo>
                    <a:pt x="1043826" y="735114"/>
                  </a:lnTo>
                  <a:lnTo>
                    <a:pt x="1109065" y="683184"/>
                  </a:lnTo>
                  <a:lnTo>
                    <a:pt x="1174304" y="651961"/>
                  </a:lnTo>
                  <a:lnTo>
                    <a:pt x="1239543" y="602464"/>
                  </a:lnTo>
                  <a:lnTo>
                    <a:pt x="1304782" y="561576"/>
                  </a:lnTo>
                  <a:lnTo>
                    <a:pt x="1370021" y="544839"/>
                  </a:lnTo>
                  <a:lnTo>
                    <a:pt x="1435260" y="518929"/>
                  </a:lnTo>
                  <a:lnTo>
                    <a:pt x="1500499" y="487156"/>
                  </a:lnTo>
                  <a:lnTo>
                    <a:pt x="1565739" y="453489"/>
                  </a:lnTo>
                  <a:lnTo>
                    <a:pt x="1630978" y="423642"/>
                  </a:lnTo>
                  <a:lnTo>
                    <a:pt x="1696217" y="370565"/>
                  </a:lnTo>
                  <a:lnTo>
                    <a:pt x="1761456" y="301024"/>
                  </a:lnTo>
                  <a:lnTo>
                    <a:pt x="1826695" y="229305"/>
                  </a:lnTo>
                  <a:lnTo>
                    <a:pt x="1891934" y="179706"/>
                  </a:lnTo>
                  <a:lnTo>
                    <a:pt x="1957173" y="137006"/>
                  </a:lnTo>
                  <a:lnTo>
                    <a:pt x="2022412" y="80124"/>
                  </a:lnTo>
                  <a:lnTo>
                    <a:pt x="2087652" y="0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717242" y="3589763"/>
              <a:ext cx="2087652" cy="700456"/>
            </a:xfrm>
            <a:custGeom>
              <a:avLst/>
              <a:pathLst>
                <a:path w="2087652" h="700456">
                  <a:moveTo>
                    <a:pt x="0" y="120207"/>
                  </a:moveTo>
                  <a:lnTo>
                    <a:pt x="65239" y="0"/>
                  </a:lnTo>
                  <a:lnTo>
                    <a:pt x="130478" y="98038"/>
                  </a:lnTo>
                  <a:lnTo>
                    <a:pt x="195717" y="253389"/>
                  </a:lnTo>
                  <a:lnTo>
                    <a:pt x="260956" y="352346"/>
                  </a:lnTo>
                  <a:lnTo>
                    <a:pt x="326195" y="436632"/>
                  </a:lnTo>
                  <a:lnTo>
                    <a:pt x="391434" y="376140"/>
                  </a:lnTo>
                  <a:lnTo>
                    <a:pt x="456673" y="459256"/>
                  </a:lnTo>
                  <a:lnTo>
                    <a:pt x="521913" y="501047"/>
                  </a:lnTo>
                  <a:lnTo>
                    <a:pt x="587152" y="589348"/>
                  </a:lnTo>
                  <a:lnTo>
                    <a:pt x="652391" y="590889"/>
                  </a:lnTo>
                  <a:lnTo>
                    <a:pt x="717630" y="631719"/>
                  </a:lnTo>
                  <a:lnTo>
                    <a:pt x="782869" y="652527"/>
                  </a:lnTo>
                  <a:lnTo>
                    <a:pt x="848108" y="700456"/>
                  </a:lnTo>
                  <a:lnTo>
                    <a:pt x="913347" y="667307"/>
                  </a:lnTo>
                  <a:lnTo>
                    <a:pt x="978586" y="514920"/>
                  </a:lnTo>
                  <a:lnTo>
                    <a:pt x="1043826" y="366411"/>
                  </a:lnTo>
                  <a:lnTo>
                    <a:pt x="1109065" y="374258"/>
                  </a:lnTo>
                  <a:lnTo>
                    <a:pt x="1174304" y="405102"/>
                  </a:lnTo>
                  <a:lnTo>
                    <a:pt x="1239543" y="380435"/>
                  </a:lnTo>
                  <a:lnTo>
                    <a:pt x="1304782" y="368533"/>
                  </a:lnTo>
                  <a:lnTo>
                    <a:pt x="1370021" y="397442"/>
                  </a:lnTo>
                  <a:lnTo>
                    <a:pt x="1435260" y="421439"/>
                  </a:lnTo>
                  <a:lnTo>
                    <a:pt x="1500499" y="430388"/>
                  </a:lnTo>
                  <a:lnTo>
                    <a:pt x="1565739" y="419306"/>
                  </a:lnTo>
                  <a:lnTo>
                    <a:pt x="1630978" y="423091"/>
                  </a:lnTo>
                  <a:lnTo>
                    <a:pt x="1696217" y="398546"/>
                  </a:lnTo>
                  <a:lnTo>
                    <a:pt x="1761456" y="366196"/>
                  </a:lnTo>
                  <a:lnTo>
                    <a:pt x="1826695" y="337115"/>
                  </a:lnTo>
                  <a:lnTo>
                    <a:pt x="1891934" y="338559"/>
                  </a:lnTo>
                  <a:lnTo>
                    <a:pt x="1957173" y="380115"/>
                  </a:lnTo>
                  <a:lnTo>
                    <a:pt x="2022412" y="412250"/>
                  </a:lnTo>
                  <a:lnTo>
                    <a:pt x="2087652" y="408209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rc22"/>
            <p:cNvSpPr/>
            <p:nvPr/>
          </p:nvSpPr>
          <p:spPr>
            <a:xfrm>
              <a:off x="3092157" y="485381"/>
              <a:ext cx="2296417" cy="17782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3092157" y="2133442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3092157" y="1764244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3092157" y="1395046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3092157" y="1025848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3092157" y="656650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3196540" y="674635"/>
              <a:ext cx="2087652" cy="1081791"/>
            </a:xfrm>
            <a:custGeom>
              <a:avLst/>
              <a:pathLst>
                <a:path w="2087652" h="1081791">
                  <a:moveTo>
                    <a:pt x="0" y="691639"/>
                  </a:moveTo>
                  <a:lnTo>
                    <a:pt x="65239" y="869211"/>
                  </a:lnTo>
                  <a:lnTo>
                    <a:pt x="130478" y="823172"/>
                  </a:lnTo>
                  <a:lnTo>
                    <a:pt x="195717" y="1081791"/>
                  </a:lnTo>
                  <a:lnTo>
                    <a:pt x="260956" y="951418"/>
                  </a:lnTo>
                  <a:lnTo>
                    <a:pt x="326195" y="556708"/>
                  </a:lnTo>
                  <a:lnTo>
                    <a:pt x="391434" y="715156"/>
                  </a:lnTo>
                  <a:lnTo>
                    <a:pt x="456673" y="733408"/>
                  </a:lnTo>
                  <a:lnTo>
                    <a:pt x="521913" y="188378"/>
                  </a:lnTo>
                  <a:lnTo>
                    <a:pt x="587152" y="190454"/>
                  </a:lnTo>
                  <a:lnTo>
                    <a:pt x="652391" y="350347"/>
                  </a:lnTo>
                  <a:lnTo>
                    <a:pt x="717630" y="481709"/>
                  </a:lnTo>
                  <a:lnTo>
                    <a:pt x="782869" y="607394"/>
                  </a:lnTo>
                  <a:lnTo>
                    <a:pt x="848108" y="628890"/>
                  </a:lnTo>
                  <a:lnTo>
                    <a:pt x="913347" y="496191"/>
                  </a:lnTo>
                  <a:lnTo>
                    <a:pt x="978586" y="422627"/>
                  </a:lnTo>
                  <a:lnTo>
                    <a:pt x="1043826" y="305465"/>
                  </a:lnTo>
                  <a:lnTo>
                    <a:pt x="1109065" y="200911"/>
                  </a:lnTo>
                  <a:lnTo>
                    <a:pt x="1174304" y="187123"/>
                  </a:lnTo>
                  <a:lnTo>
                    <a:pt x="1239543" y="338797"/>
                  </a:lnTo>
                  <a:lnTo>
                    <a:pt x="1304782" y="316638"/>
                  </a:lnTo>
                  <a:lnTo>
                    <a:pt x="1370021" y="302831"/>
                  </a:lnTo>
                  <a:lnTo>
                    <a:pt x="1435260" y="287190"/>
                  </a:lnTo>
                  <a:lnTo>
                    <a:pt x="1500499" y="270360"/>
                  </a:lnTo>
                  <a:lnTo>
                    <a:pt x="1565739" y="253436"/>
                  </a:lnTo>
                  <a:lnTo>
                    <a:pt x="1630978" y="197413"/>
                  </a:lnTo>
                  <a:lnTo>
                    <a:pt x="1696217" y="162182"/>
                  </a:lnTo>
                  <a:lnTo>
                    <a:pt x="1761456" y="175502"/>
                  </a:lnTo>
                  <a:lnTo>
                    <a:pt x="1826695" y="116241"/>
                  </a:lnTo>
                  <a:lnTo>
                    <a:pt x="1891934" y="32831"/>
                  </a:lnTo>
                  <a:lnTo>
                    <a:pt x="1957173" y="0"/>
                  </a:lnTo>
                  <a:lnTo>
                    <a:pt x="2022412" y="170042"/>
                  </a:lnTo>
                  <a:lnTo>
                    <a:pt x="2087652" y="142993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3196540" y="555849"/>
              <a:ext cx="2087652" cy="1200576"/>
            </a:xfrm>
            <a:custGeom>
              <a:avLst/>
              <a:pathLst>
                <a:path w="2087652" h="1200576">
                  <a:moveTo>
                    <a:pt x="0" y="810425"/>
                  </a:moveTo>
                  <a:lnTo>
                    <a:pt x="65239" y="987997"/>
                  </a:lnTo>
                  <a:lnTo>
                    <a:pt x="130478" y="941958"/>
                  </a:lnTo>
                  <a:lnTo>
                    <a:pt x="195717" y="1200576"/>
                  </a:lnTo>
                  <a:lnTo>
                    <a:pt x="260956" y="1070204"/>
                  </a:lnTo>
                  <a:lnTo>
                    <a:pt x="326195" y="675494"/>
                  </a:lnTo>
                  <a:lnTo>
                    <a:pt x="391434" y="833906"/>
                  </a:lnTo>
                  <a:lnTo>
                    <a:pt x="456673" y="853195"/>
                  </a:lnTo>
                  <a:lnTo>
                    <a:pt x="521913" y="282424"/>
                  </a:lnTo>
                  <a:lnTo>
                    <a:pt x="587152" y="255773"/>
                  </a:lnTo>
                  <a:lnTo>
                    <a:pt x="652391" y="363456"/>
                  </a:lnTo>
                  <a:lnTo>
                    <a:pt x="717630" y="680592"/>
                  </a:lnTo>
                  <a:lnTo>
                    <a:pt x="782869" y="865651"/>
                  </a:lnTo>
                  <a:lnTo>
                    <a:pt x="848108" y="707252"/>
                  </a:lnTo>
                  <a:lnTo>
                    <a:pt x="913347" y="570347"/>
                  </a:lnTo>
                  <a:lnTo>
                    <a:pt x="978586" y="526896"/>
                  </a:lnTo>
                  <a:lnTo>
                    <a:pt x="1043826" y="472242"/>
                  </a:lnTo>
                  <a:lnTo>
                    <a:pt x="1109065" y="502540"/>
                  </a:lnTo>
                  <a:lnTo>
                    <a:pt x="1174304" y="583670"/>
                  </a:lnTo>
                  <a:lnTo>
                    <a:pt x="1239543" y="608587"/>
                  </a:lnTo>
                  <a:lnTo>
                    <a:pt x="1304782" y="615297"/>
                  </a:lnTo>
                  <a:lnTo>
                    <a:pt x="1370021" y="580362"/>
                  </a:lnTo>
                  <a:lnTo>
                    <a:pt x="1435260" y="535866"/>
                  </a:lnTo>
                  <a:lnTo>
                    <a:pt x="1500499" y="508267"/>
                  </a:lnTo>
                  <a:lnTo>
                    <a:pt x="1565739" y="476001"/>
                  </a:lnTo>
                  <a:lnTo>
                    <a:pt x="1630978" y="408578"/>
                  </a:lnTo>
                  <a:lnTo>
                    <a:pt x="1696217" y="357779"/>
                  </a:lnTo>
                  <a:lnTo>
                    <a:pt x="1761456" y="305890"/>
                  </a:lnTo>
                  <a:lnTo>
                    <a:pt x="1826695" y="251750"/>
                  </a:lnTo>
                  <a:lnTo>
                    <a:pt x="1891934" y="198126"/>
                  </a:lnTo>
                  <a:lnTo>
                    <a:pt x="1957173" y="138779"/>
                  </a:lnTo>
                  <a:lnTo>
                    <a:pt x="2022412" y="85984"/>
                  </a:lnTo>
                  <a:lnTo>
                    <a:pt x="2087652" y="0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3196540" y="708635"/>
              <a:ext cx="2087652" cy="1047791"/>
            </a:xfrm>
            <a:custGeom>
              <a:avLst/>
              <a:pathLst>
                <a:path w="2087652" h="1047791">
                  <a:moveTo>
                    <a:pt x="0" y="657639"/>
                  </a:moveTo>
                  <a:lnTo>
                    <a:pt x="65239" y="835211"/>
                  </a:lnTo>
                  <a:lnTo>
                    <a:pt x="130478" y="789172"/>
                  </a:lnTo>
                  <a:lnTo>
                    <a:pt x="195717" y="1047791"/>
                  </a:lnTo>
                  <a:lnTo>
                    <a:pt x="260956" y="917418"/>
                  </a:lnTo>
                  <a:lnTo>
                    <a:pt x="326195" y="522708"/>
                  </a:lnTo>
                  <a:lnTo>
                    <a:pt x="391434" y="681156"/>
                  </a:lnTo>
                  <a:lnTo>
                    <a:pt x="456673" y="699408"/>
                  </a:lnTo>
                  <a:lnTo>
                    <a:pt x="521913" y="154377"/>
                  </a:lnTo>
                  <a:lnTo>
                    <a:pt x="587152" y="156445"/>
                  </a:lnTo>
                  <a:lnTo>
                    <a:pt x="652391" y="319953"/>
                  </a:lnTo>
                  <a:lnTo>
                    <a:pt x="717630" y="466368"/>
                  </a:lnTo>
                  <a:lnTo>
                    <a:pt x="782869" y="592420"/>
                  </a:lnTo>
                  <a:lnTo>
                    <a:pt x="848108" y="488737"/>
                  </a:lnTo>
                  <a:lnTo>
                    <a:pt x="913347" y="0"/>
                  </a:lnTo>
                  <a:lnTo>
                    <a:pt x="978586" y="14138"/>
                  </a:lnTo>
                  <a:lnTo>
                    <a:pt x="1043826" y="291343"/>
                  </a:lnTo>
                  <a:lnTo>
                    <a:pt x="1109065" y="255449"/>
                  </a:lnTo>
                  <a:lnTo>
                    <a:pt x="1174304" y="157736"/>
                  </a:lnTo>
                  <a:lnTo>
                    <a:pt x="1239543" y="237624"/>
                  </a:lnTo>
                  <a:lnTo>
                    <a:pt x="1304782" y="291127"/>
                  </a:lnTo>
                  <a:lnTo>
                    <a:pt x="1370021" y="319139"/>
                  </a:lnTo>
                  <a:lnTo>
                    <a:pt x="1435260" y="265777"/>
                  </a:lnTo>
                  <a:lnTo>
                    <a:pt x="1500499" y="264242"/>
                  </a:lnTo>
                  <a:lnTo>
                    <a:pt x="1565739" y="281105"/>
                  </a:lnTo>
                  <a:lnTo>
                    <a:pt x="1630978" y="222041"/>
                  </a:lnTo>
                  <a:lnTo>
                    <a:pt x="1696217" y="181129"/>
                  </a:lnTo>
                  <a:lnTo>
                    <a:pt x="1761456" y="96258"/>
                  </a:lnTo>
                  <a:lnTo>
                    <a:pt x="1826695" y="97928"/>
                  </a:lnTo>
                  <a:lnTo>
                    <a:pt x="1891934" y="113795"/>
                  </a:lnTo>
                  <a:lnTo>
                    <a:pt x="1957173" y="117422"/>
                  </a:lnTo>
                  <a:lnTo>
                    <a:pt x="2022412" y="91850"/>
                  </a:lnTo>
                  <a:lnTo>
                    <a:pt x="2087652" y="67402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rc31"/>
            <p:cNvSpPr/>
            <p:nvPr/>
          </p:nvSpPr>
          <p:spPr>
            <a:xfrm>
              <a:off x="3092157" y="2840501"/>
              <a:ext cx="2296417" cy="17782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3092157" y="4488561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3092157" y="4119363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092157" y="3750165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3092157" y="3380967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3092157" y="3011769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3196540" y="3633189"/>
              <a:ext cx="2087652" cy="627912"/>
            </a:xfrm>
            <a:custGeom>
              <a:avLst/>
              <a:pathLst>
                <a:path w="2087652" h="627912">
                  <a:moveTo>
                    <a:pt x="0" y="123405"/>
                  </a:moveTo>
                  <a:lnTo>
                    <a:pt x="65239" y="8345"/>
                  </a:lnTo>
                  <a:lnTo>
                    <a:pt x="130478" y="0"/>
                  </a:lnTo>
                  <a:lnTo>
                    <a:pt x="195717" y="316409"/>
                  </a:lnTo>
                  <a:lnTo>
                    <a:pt x="260956" y="407618"/>
                  </a:lnTo>
                  <a:lnTo>
                    <a:pt x="326195" y="191015"/>
                  </a:lnTo>
                  <a:lnTo>
                    <a:pt x="391434" y="205500"/>
                  </a:lnTo>
                  <a:lnTo>
                    <a:pt x="456673" y="218874"/>
                  </a:lnTo>
                  <a:lnTo>
                    <a:pt x="521913" y="247644"/>
                  </a:lnTo>
                  <a:lnTo>
                    <a:pt x="587152" y="195893"/>
                  </a:lnTo>
                  <a:lnTo>
                    <a:pt x="652391" y="269906"/>
                  </a:lnTo>
                  <a:lnTo>
                    <a:pt x="717630" y="339064"/>
                  </a:lnTo>
                  <a:lnTo>
                    <a:pt x="782869" y="368388"/>
                  </a:lnTo>
                  <a:lnTo>
                    <a:pt x="848108" y="627912"/>
                  </a:lnTo>
                  <a:lnTo>
                    <a:pt x="913347" y="573588"/>
                  </a:lnTo>
                  <a:lnTo>
                    <a:pt x="978586" y="515640"/>
                  </a:lnTo>
                  <a:lnTo>
                    <a:pt x="1043826" y="438193"/>
                  </a:lnTo>
                  <a:lnTo>
                    <a:pt x="1109065" y="411562"/>
                  </a:lnTo>
                  <a:lnTo>
                    <a:pt x="1174304" y="328357"/>
                  </a:lnTo>
                  <a:lnTo>
                    <a:pt x="1239543" y="286645"/>
                  </a:lnTo>
                  <a:lnTo>
                    <a:pt x="1304782" y="276953"/>
                  </a:lnTo>
                  <a:lnTo>
                    <a:pt x="1370021" y="308042"/>
                  </a:lnTo>
                  <a:lnTo>
                    <a:pt x="1435260" y="320118"/>
                  </a:lnTo>
                  <a:lnTo>
                    <a:pt x="1500499" y="303416"/>
                  </a:lnTo>
                  <a:lnTo>
                    <a:pt x="1565739" y="290249"/>
                  </a:lnTo>
                  <a:lnTo>
                    <a:pt x="1630978" y="270746"/>
                  </a:lnTo>
                  <a:lnTo>
                    <a:pt x="1696217" y="250288"/>
                  </a:lnTo>
                  <a:lnTo>
                    <a:pt x="1761456" y="238163"/>
                  </a:lnTo>
                  <a:lnTo>
                    <a:pt x="1826695" y="229303"/>
                  </a:lnTo>
                  <a:lnTo>
                    <a:pt x="1891934" y="238880"/>
                  </a:lnTo>
                  <a:lnTo>
                    <a:pt x="1957173" y="205429"/>
                  </a:lnTo>
                  <a:lnTo>
                    <a:pt x="2022412" y="204103"/>
                  </a:lnTo>
                  <a:lnTo>
                    <a:pt x="2087652" y="214234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3196540" y="3158886"/>
              <a:ext cx="2087652" cy="881921"/>
            </a:xfrm>
            <a:custGeom>
              <a:avLst/>
              <a:pathLst>
                <a:path w="2087652" h="881921">
                  <a:moveTo>
                    <a:pt x="0" y="597707"/>
                  </a:moveTo>
                  <a:lnTo>
                    <a:pt x="65239" y="482647"/>
                  </a:lnTo>
                  <a:lnTo>
                    <a:pt x="130478" y="474302"/>
                  </a:lnTo>
                  <a:lnTo>
                    <a:pt x="195717" y="790711"/>
                  </a:lnTo>
                  <a:lnTo>
                    <a:pt x="260956" y="881921"/>
                  </a:lnTo>
                  <a:lnTo>
                    <a:pt x="326195" y="665317"/>
                  </a:lnTo>
                  <a:lnTo>
                    <a:pt x="391434" y="679764"/>
                  </a:lnTo>
                  <a:lnTo>
                    <a:pt x="456673" y="693142"/>
                  </a:lnTo>
                  <a:lnTo>
                    <a:pt x="521913" y="695323"/>
                  </a:lnTo>
                  <a:lnTo>
                    <a:pt x="587152" y="627238"/>
                  </a:lnTo>
                  <a:lnTo>
                    <a:pt x="652391" y="682329"/>
                  </a:lnTo>
                  <a:lnTo>
                    <a:pt x="717630" y="781846"/>
                  </a:lnTo>
                  <a:lnTo>
                    <a:pt x="782869" y="831212"/>
                  </a:lnTo>
                  <a:lnTo>
                    <a:pt x="848108" y="838746"/>
                  </a:lnTo>
                  <a:lnTo>
                    <a:pt x="913347" y="784065"/>
                  </a:lnTo>
                  <a:lnTo>
                    <a:pt x="978586" y="761033"/>
                  </a:lnTo>
                  <a:lnTo>
                    <a:pt x="1043826" y="761718"/>
                  </a:lnTo>
                  <a:lnTo>
                    <a:pt x="1109065" y="701270"/>
                  </a:lnTo>
                  <a:lnTo>
                    <a:pt x="1174304" y="611056"/>
                  </a:lnTo>
                  <a:lnTo>
                    <a:pt x="1239543" y="599917"/>
                  </a:lnTo>
                  <a:lnTo>
                    <a:pt x="1304782" y="589995"/>
                  </a:lnTo>
                  <a:lnTo>
                    <a:pt x="1370021" y="557487"/>
                  </a:lnTo>
                  <a:lnTo>
                    <a:pt x="1435260" y="522320"/>
                  </a:lnTo>
                  <a:lnTo>
                    <a:pt x="1500499" y="503622"/>
                  </a:lnTo>
                  <a:lnTo>
                    <a:pt x="1565739" y="471809"/>
                  </a:lnTo>
                  <a:lnTo>
                    <a:pt x="1630978" y="415711"/>
                  </a:lnTo>
                  <a:lnTo>
                    <a:pt x="1696217" y="359671"/>
                  </a:lnTo>
                  <a:lnTo>
                    <a:pt x="1761456" y="293675"/>
                  </a:lnTo>
                  <a:lnTo>
                    <a:pt x="1826695" y="246106"/>
                  </a:lnTo>
                  <a:lnTo>
                    <a:pt x="1891934" y="212558"/>
                  </a:lnTo>
                  <a:lnTo>
                    <a:pt x="1957173" y="154565"/>
                  </a:lnTo>
                  <a:lnTo>
                    <a:pt x="2022412" y="82265"/>
                  </a:lnTo>
                  <a:lnTo>
                    <a:pt x="2087652" y="0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3196540" y="3633189"/>
              <a:ext cx="2087652" cy="479814"/>
            </a:xfrm>
            <a:custGeom>
              <a:avLst/>
              <a:pathLst>
                <a:path w="2087652" h="479814">
                  <a:moveTo>
                    <a:pt x="0" y="123405"/>
                  </a:moveTo>
                  <a:lnTo>
                    <a:pt x="65239" y="8345"/>
                  </a:lnTo>
                  <a:lnTo>
                    <a:pt x="130478" y="0"/>
                  </a:lnTo>
                  <a:lnTo>
                    <a:pt x="195717" y="316409"/>
                  </a:lnTo>
                  <a:lnTo>
                    <a:pt x="260956" y="407618"/>
                  </a:lnTo>
                  <a:lnTo>
                    <a:pt x="326195" y="191015"/>
                  </a:lnTo>
                  <a:lnTo>
                    <a:pt x="391434" y="205500"/>
                  </a:lnTo>
                  <a:lnTo>
                    <a:pt x="456673" y="218874"/>
                  </a:lnTo>
                  <a:lnTo>
                    <a:pt x="521913" y="247644"/>
                  </a:lnTo>
                  <a:lnTo>
                    <a:pt x="587152" y="195885"/>
                  </a:lnTo>
                  <a:lnTo>
                    <a:pt x="652391" y="269892"/>
                  </a:lnTo>
                  <a:lnTo>
                    <a:pt x="717630" y="338963"/>
                  </a:lnTo>
                  <a:lnTo>
                    <a:pt x="782869" y="357329"/>
                  </a:lnTo>
                  <a:lnTo>
                    <a:pt x="848108" y="479814"/>
                  </a:lnTo>
                  <a:lnTo>
                    <a:pt x="913347" y="157546"/>
                  </a:lnTo>
                  <a:lnTo>
                    <a:pt x="978586" y="161150"/>
                  </a:lnTo>
                  <a:lnTo>
                    <a:pt x="1043826" y="248259"/>
                  </a:lnTo>
                  <a:lnTo>
                    <a:pt x="1109065" y="227404"/>
                  </a:lnTo>
                  <a:lnTo>
                    <a:pt x="1174304" y="155655"/>
                  </a:lnTo>
                  <a:lnTo>
                    <a:pt x="1239543" y="174574"/>
                  </a:lnTo>
                  <a:lnTo>
                    <a:pt x="1304782" y="218633"/>
                  </a:lnTo>
                  <a:lnTo>
                    <a:pt x="1370021" y="243768"/>
                  </a:lnTo>
                  <a:lnTo>
                    <a:pt x="1435260" y="214443"/>
                  </a:lnTo>
                  <a:lnTo>
                    <a:pt x="1500499" y="239108"/>
                  </a:lnTo>
                  <a:lnTo>
                    <a:pt x="1565739" y="221077"/>
                  </a:lnTo>
                  <a:lnTo>
                    <a:pt x="1630978" y="195177"/>
                  </a:lnTo>
                  <a:lnTo>
                    <a:pt x="1696217" y="177189"/>
                  </a:lnTo>
                  <a:lnTo>
                    <a:pt x="1761456" y="131494"/>
                  </a:lnTo>
                  <a:lnTo>
                    <a:pt x="1826695" y="149556"/>
                  </a:lnTo>
                  <a:lnTo>
                    <a:pt x="1891934" y="213925"/>
                  </a:lnTo>
                  <a:lnTo>
                    <a:pt x="1957173" y="235164"/>
                  </a:lnTo>
                  <a:lnTo>
                    <a:pt x="2022412" y="215397"/>
                  </a:lnTo>
                  <a:lnTo>
                    <a:pt x="2087652" y="212013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5571454" y="485381"/>
              <a:ext cx="2296417" cy="17782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5571454" y="2133442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5571454" y="1764244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5571454" y="1395046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5571454" y="1025848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5571454" y="656650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5675837" y="1056288"/>
              <a:ext cx="2087652" cy="568178"/>
            </a:xfrm>
            <a:custGeom>
              <a:avLst/>
              <a:pathLst>
                <a:path w="2087652" h="568178">
                  <a:moveTo>
                    <a:pt x="0" y="0"/>
                  </a:moveTo>
                  <a:lnTo>
                    <a:pt x="65239" y="47416"/>
                  </a:lnTo>
                  <a:lnTo>
                    <a:pt x="130478" y="23433"/>
                  </a:lnTo>
                  <a:lnTo>
                    <a:pt x="195717" y="481937"/>
                  </a:lnTo>
                  <a:lnTo>
                    <a:pt x="260956" y="503185"/>
                  </a:lnTo>
                  <a:lnTo>
                    <a:pt x="326195" y="209437"/>
                  </a:lnTo>
                  <a:lnTo>
                    <a:pt x="391434" y="189105"/>
                  </a:lnTo>
                  <a:lnTo>
                    <a:pt x="456673" y="236375"/>
                  </a:lnTo>
                  <a:lnTo>
                    <a:pt x="521913" y="232386"/>
                  </a:lnTo>
                  <a:lnTo>
                    <a:pt x="587152" y="255882"/>
                  </a:lnTo>
                  <a:lnTo>
                    <a:pt x="652391" y="290252"/>
                  </a:lnTo>
                  <a:lnTo>
                    <a:pt x="717630" y="384945"/>
                  </a:lnTo>
                  <a:lnTo>
                    <a:pt x="782869" y="481252"/>
                  </a:lnTo>
                  <a:lnTo>
                    <a:pt x="848108" y="568178"/>
                  </a:lnTo>
                  <a:lnTo>
                    <a:pt x="913347" y="511462"/>
                  </a:lnTo>
                  <a:lnTo>
                    <a:pt x="978586" y="449208"/>
                  </a:lnTo>
                  <a:lnTo>
                    <a:pt x="1043826" y="393404"/>
                  </a:lnTo>
                  <a:lnTo>
                    <a:pt x="1109065" y="376498"/>
                  </a:lnTo>
                  <a:lnTo>
                    <a:pt x="1174304" y="303760"/>
                  </a:lnTo>
                  <a:lnTo>
                    <a:pt x="1239543" y="267085"/>
                  </a:lnTo>
                  <a:lnTo>
                    <a:pt x="1304782" y="253799"/>
                  </a:lnTo>
                  <a:lnTo>
                    <a:pt x="1370021" y="286394"/>
                  </a:lnTo>
                  <a:lnTo>
                    <a:pt x="1435260" y="300243"/>
                  </a:lnTo>
                  <a:lnTo>
                    <a:pt x="1500499" y="280722"/>
                  </a:lnTo>
                  <a:lnTo>
                    <a:pt x="1565739" y="255868"/>
                  </a:lnTo>
                  <a:lnTo>
                    <a:pt x="1630978" y="218753"/>
                  </a:lnTo>
                  <a:lnTo>
                    <a:pt x="1696217" y="218948"/>
                  </a:lnTo>
                  <a:lnTo>
                    <a:pt x="1761456" y="205664"/>
                  </a:lnTo>
                  <a:lnTo>
                    <a:pt x="1826695" y="198866"/>
                  </a:lnTo>
                  <a:lnTo>
                    <a:pt x="1891934" y="210347"/>
                  </a:lnTo>
                  <a:lnTo>
                    <a:pt x="1957173" y="181174"/>
                  </a:lnTo>
                  <a:lnTo>
                    <a:pt x="2022412" y="186338"/>
                  </a:lnTo>
                  <a:lnTo>
                    <a:pt x="2087652" y="198835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5675837" y="575406"/>
              <a:ext cx="2087652" cy="984067"/>
            </a:xfrm>
            <a:custGeom>
              <a:avLst/>
              <a:pathLst>
                <a:path w="2087652" h="984067">
                  <a:moveTo>
                    <a:pt x="0" y="480882"/>
                  </a:moveTo>
                  <a:lnTo>
                    <a:pt x="65239" y="528299"/>
                  </a:lnTo>
                  <a:lnTo>
                    <a:pt x="130478" y="504316"/>
                  </a:lnTo>
                  <a:lnTo>
                    <a:pt x="195717" y="962819"/>
                  </a:lnTo>
                  <a:lnTo>
                    <a:pt x="260956" y="984067"/>
                  </a:lnTo>
                  <a:lnTo>
                    <a:pt x="326195" y="690319"/>
                  </a:lnTo>
                  <a:lnTo>
                    <a:pt x="391434" y="669949"/>
                  </a:lnTo>
                  <a:lnTo>
                    <a:pt x="456673" y="717224"/>
                  </a:lnTo>
                  <a:lnTo>
                    <a:pt x="521913" y="686544"/>
                  </a:lnTo>
                  <a:lnTo>
                    <a:pt x="587152" y="696507"/>
                  </a:lnTo>
                  <a:lnTo>
                    <a:pt x="652391" y="710205"/>
                  </a:lnTo>
                  <a:lnTo>
                    <a:pt x="717630" y="866168"/>
                  </a:lnTo>
                  <a:lnTo>
                    <a:pt x="782869" y="982124"/>
                  </a:lnTo>
                  <a:lnTo>
                    <a:pt x="848108" y="812911"/>
                  </a:lnTo>
                  <a:lnTo>
                    <a:pt x="913347" y="755475"/>
                  </a:lnTo>
                  <a:lnTo>
                    <a:pt x="978586" y="737025"/>
                  </a:lnTo>
                  <a:lnTo>
                    <a:pt x="1043826" y="744813"/>
                  </a:lnTo>
                  <a:lnTo>
                    <a:pt x="1109065" y="694814"/>
                  </a:lnTo>
                  <a:lnTo>
                    <a:pt x="1174304" y="614878"/>
                  </a:lnTo>
                  <a:lnTo>
                    <a:pt x="1239543" y="607653"/>
                  </a:lnTo>
                  <a:lnTo>
                    <a:pt x="1304782" y="597900"/>
                  </a:lnTo>
                  <a:lnTo>
                    <a:pt x="1370021" y="564101"/>
                  </a:lnTo>
                  <a:lnTo>
                    <a:pt x="1435260" y="529158"/>
                  </a:lnTo>
                  <a:lnTo>
                    <a:pt x="1500499" y="510036"/>
                  </a:lnTo>
                  <a:lnTo>
                    <a:pt x="1565739" y="472019"/>
                  </a:lnTo>
                  <a:lnTo>
                    <a:pt x="1630978" y="414060"/>
                  </a:lnTo>
                  <a:lnTo>
                    <a:pt x="1696217" y="359168"/>
                  </a:lnTo>
                  <a:lnTo>
                    <a:pt x="1761456" y="292218"/>
                  </a:lnTo>
                  <a:lnTo>
                    <a:pt x="1826695" y="244419"/>
                  </a:lnTo>
                  <a:lnTo>
                    <a:pt x="1891934" y="212546"/>
                  </a:lnTo>
                  <a:lnTo>
                    <a:pt x="1957173" y="154334"/>
                  </a:lnTo>
                  <a:lnTo>
                    <a:pt x="2022412" y="82649"/>
                  </a:lnTo>
                  <a:lnTo>
                    <a:pt x="2087652" y="0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5675837" y="1056288"/>
              <a:ext cx="2087652" cy="503185"/>
            </a:xfrm>
            <a:custGeom>
              <a:avLst/>
              <a:pathLst>
                <a:path w="2087652" h="503185">
                  <a:moveTo>
                    <a:pt x="0" y="0"/>
                  </a:moveTo>
                  <a:lnTo>
                    <a:pt x="65239" y="47416"/>
                  </a:lnTo>
                  <a:lnTo>
                    <a:pt x="130478" y="23433"/>
                  </a:lnTo>
                  <a:lnTo>
                    <a:pt x="195717" y="481937"/>
                  </a:lnTo>
                  <a:lnTo>
                    <a:pt x="260956" y="503185"/>
                  </a:lnTo>
                  <a:lnTo>
                    <a:pt x="326195" y="209437"/>
                  </a:lnTo>
                  <a:lnTo>
                    <a:pt x="391434" y="189105"/>
                  </a:lnTo>
                  <a:lnTo>
                    <a:pt x="456673" y="236375"/>
                  </a:lnTo>
                  <a:lnTo>
                    <a:pt x="521913" y="232386"/>
                  </a:lnTo>
                  <a:lnTo>
                    <a:pt x="587152" y="255874"/>
                  </a:lnTo>
                  <a:lnTo>
                    <a:pt x="652391" y="290258"/>
                  </a:lnTo>
                  <a:lnTo>
                    <a:pt x="717630" y="384883"/>
                  </a:lnTo>
                  <a:lnTo>
                    <a:pt x="782869" y="469202"/>
                  </a:lnTo>
                  <a:lnTo>
                    <a:pt x="848108" y="418869"/>
                  </a:lnTo>
                  <a:lnTo>
                    <a:pt x="913347" y="103517"/>
                  </a:lnTo>
                  <a:lnTo>
                    <a:pt x="978586" y="121756"/>
                  </a:lnTo>
                  <a:lnTo>
                    <a:pt x="1043826" y="225852"/>
                  </a:lnTo>
                  <a:lnTo>
                    <a:pt x="1109065" y="213775"/>
                  </a:lnTo>
                  <a:lnTo>
                    <a:pt x="1174304" y="141415"/>
                  </a:lnTo>
                  <a:lnTo>
                    <a:pt x="1239543" y="166044"/>
                  </a:lnTo>
                  <a:lnTo>
                    <a:pt x="1304782" y="205007"/>
                  </a:lnTo>
                  <a:lnTo>
                    <a:pt x="1370021" y="228079"/>
                  </a:lnTo>
                  <a:lnTo>
                    <a:pt x="1435260" y="199104"/>
                  </a:lnTo>
                  <a:lnTo>
                    <a:pt x="1500499" y="222093"/>
                  </a:lnTo>
                  <a:lnTo>
                    <a:pt x="1565739" y="196062"/>
                  </a:lnTo>
                  <a:lnTo>
                    <a:pt x="1630978" y="164277"/>
                  </a:lnTo>
                  <a:lnTo>
                    <a:pt x="1696217" y="153793"/>
                  </a:lnTo>
                  <a:lnTo>
                    <a:pt x="1761456" y="106111"/>
                  </a:lnTo>
                  <a:lnTo>
                    <a:pt x="1826695" y="118405"/>
                  </a:lnTo>
                  <a:lnTo>
                    <a:pt x="1891934" y="184618"/>
                  </a:lnTo>
                  <a:lnTo>
                    <a:pt x="1957173" y="209295"/>
                  </a:lnTo>
                  <a:lnTo>
                    <a:pt x="2022412" y="191530"/>
                  </a:lnTo>
                  <a:lnTo>
                    <a:pt x="2087652" y="191227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rc49"/>
            <p:cNvSpPr/>
            <p:nvPr/>
          </p:nvSpPr>
          <p:spPr>
            <a:xfrm>
              <a:off x="5571454" y="2840501"/>
              <a:ext cx="2296417" cy="17782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5571454" y="4488561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5571454" y="4119363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5571454" y="3750165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5571454" y="3380967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5571454" y="3011769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  <a:lnTo>
                    <a:pt x="2296417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5675837" y="3098122"/>
              <a:ext cx="2087652" cy="1520676"/>
            </a:xfrm>
            <a:custGeom>
              <a:avLst/>
              <a:pathLst>
                <a:path w="2087652" h="1520676">
                  <a:moveTo>
                    <a:pt x="0" y="1520676"/>
                  </a:moveTo>
                  <a:lnTo>
                    <a:pt x="65239" y="902395"/>
                  </a:lnTo>
                  <a:lnTo>
                    <a:pt x="130478" y="949836"/>
                  </a:lnTo>
                  <a:lnTo>
                    <a:pt x="195717" y="1066185"/>
                  </a:lnTo>
                  <a:lnTo>
                    <a:pt x="260956" y="1057863"/>
                  </a:lnTo>
                  <a:lnTo>
                    <a:pt x="326195" y="1043088"/>
                  </a:lnTo>
                  <a:lnTo>
                    <a:pt x="391434" y="1020784"/>
                  </a:lnTo>
                  <a:lnTo>
                    <a:pt x="456673" y="786300"/>
                  </a:lnTo>
                  <a:lnTo>
                    <a:pt x="521913" y="269052"/>
                  </a:lnTo>
                  <a:lnTo>
                    <a:pt x="587152" y="402244"/>
                  </a:lnTo>
                  <a:lnTo>
                    <a:pt x="652391" y="432540"/>
                  </a:lnTo>
                  <a:lnTo>
                    <a:pt x="717630" y="359202"/>
                  </a:lnTo>
                  <a:lnTo>
                    <a:pt x="782869" y="235722"/>
                  </a:lnTo>
                  <a:lnTo>
                    <a:pt x="848108" y="296707"/>
                  </a:lnTo>
                  <a:lnTo>
                    <a:pt x="913347" y="298313"/>
                  </a:lnTo>
                  <a:lnTo>
                    <a:pt x="978586" y="294872"/>
                  </a:lnTo>
                  <a:lnTo>
                    <a:pt x="1043826" y="123101"/>
                  </a:lnTo>
                  <a:lnTo>
                    <a:pt x="1109065" y="35811"/>
                  </a:lnTo>
                  <a:lnTo>
                    <a:pt x="1174304" y="226607"/>
                  </a:lnTo>
                  <a:lnTo>
                    <a:pt x="1239543" y="185952"/>
                  </a:lnTo>
                  <a:lnTo>
                    <a:pt x="1304782" y="82250"/>
                  </a:lnTo>
                  <a:lnTo>
                    <a:pt x="1370021" y="286582"/>
                  </a:lnTo>
                  <a:lnTo>
                    <a:pt x="1435260" y="189425"/>
                  </a:lnTo>
                  <a:lnTo>
                    <a:pt x="1500499" y="110269"/>
                  </a:lnTo>
                  <a:lnTo>
                    <a:pt x="1565739" y="0"/>
                  </a:lnTo>
                  <a:lnTo>
                    <a:pt x="1630978" y="220546"/>
                  </a:lnTo>
                  <a:lnTo>
                    <a:pt x="1696217" y="146184"/>
                  </a:lnTo>
                  <a:lnTo>
                    <a:pt x="1761456" y="124788"/>
                  </a:lnTo>
                  <a:lnTo>
                    <a:pt x="1826695" y="266000"/>
                  </a:lnTo>
                  <a:lnTo>
                    <a:pt x="1891934" y="177871"/>
                  </a:lnTo>
                  <a:lnTo>
                    <a:pt x="1957173" y="102012"/>
                  </a:lnTo>
                  <a:lnTo>
                    <a:pt x="2022412" y="99119"/>
                  </a:lnTo>
                  <a:lnTo>
                    <a:pt x="2087652" y="252903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5675837" y="2866781"/>
              <a:ext cx="2087652" cy="1752017"/>
            </a:xfrm>
            <a:custGeom>
              <a:avLst/>
              <a:pathLst>
                <a:path w="2087652" h="1752017">
                  <a:moveTo>
                    <a:pt x="0" y="1752017"/>
                  </a:moveTo>
                  <a:lnTo>
                    <a:pt x="65239" y="1133735"/>
                  </a:lnTo>
                  <a:lnTo>
                    <a:pt x="130478" y="1181177"/>
                  </a:lnTo>
                  <a:lnTo>
                    <a:pt x="195717" y="1297526"/>
                  </a:lnTo>
                  <a:lnTo>
                    <a:pt x="260956" y="1289204"/>
                  </a:lnTo>
                  <a:lnTo>
                    <a:pt x="326195" y="1274428"/>
                  </a:lnTo>
                  <a:lnTo>
                    <a:pt x="391434" y="1252916"/>
                  </a:lnTo>
                  <a:lnTo>
                    <a:pt x="456673" y="1019713"/>
                  </a:lnTo>
                  <a:lnTo>
                    <a:pt x="521913" y="473511"/>
                  </a:lnTo>
                  <a:lnTo>
                    <a:pt x="587152" y="607144"/>
                  </a:lnTo>
                  <a:lnTo>
                    <a:pt x="652391" y="767986"/>
                  </a:lnTo>
                  <a:lnTo>
                    <a:pt x="717630" y="796506"/>
                  </a:lnTo>
                  <a:lnTo>
                    <a:pt x="782869" y="903223"/>
                  </a:lnTo>
                  <a:lnTo>
                    <a:pt x="848108" y="762545"/>
                  </a:lnTo>
                  <a:lnTo>
                    <a:pt x="913347" y="772770"/>
                  </a:lnTo>
                  <a:lnTo>
                    <a:pt x="978586" y="730217"/>
                  </a:lnTo>
                  <a:lnTo>
                    <a:pt x="1043826" y="722332"/>
                  </a:lnTo>
                  <a:lnTo>
                    <a:pt x="1109065" y="709217"/>
                  </a:lnTo>
                  <a:lnTo>
                    <a:pt x="1174304" y="667508"/>
                  </a:lnTo>
                  <a:lnTo>
                    <a:pt x="1239543" y="640364"/>
                  </a:lnTo>
                  <a:lnTo>
                    <a:pt x="1304782" y="615561"/>
                  </a:lnTo>
                  <a:lnTo>
                    <a:pt x="1370021" y="595554"/>
                  </a:lnTo>
                  <a:lnTo>
                    <a:pt x="1435260" y="553580"/>
                  </a:lnTo>
                  <a:lnTo>
                    <a:pt x="1500499" y="535343"/>
                  </a:lnTo>
                  <a:lnTo>
                    <a:pt x="1565739" y="505477"/>
                  </a:lnTo>
                  <a:lnTo>
                    <a:pt x="1630978" y="451116"/>
                  </a:lnTo>
                  <a:lnTo>
                    <a:pt x="1696217" y="397021"/>
                  </a:lnTo>
                  <a:lnTo>
                    <a:pt x="1761456" y="355551"/>
                  </a:lnTo>
                  <a:lnTo>
                    <a:pt x="1826695" y="304676"/>
                  </a:lnTo>
                  <a:lnTo>
                    <a:pt x="1891934" y="237162"/>
                  </a:lnTo>
                  <a:lnTo>
                    <a:pt x="1957173" y="156255"/>
                  </a:lnTo>
                  <a:lnTo>
                    <a:pt x="2022412" y="83926"/>
                  </a:lnTo>
                  <a:lnTo>
                    <a:pt x="2087652" y="0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5675837" y="3367217"/>
              <a:ext cx="2087652" cy="1251581"/>
            </a:xfrm>
            <a:custGeom>
              <a:avLst/>
              <a:pathLst>
                <a:path w="2087652" h="1251581">
                  <a:moveTo>
                    <a:pt x="0" y="1251581"/>
                  </a:moveTo>
                  <a:lnTo>
                    <a:pt x="65239" y="633300"/>
                  </a:lnTo>
                  <a:lnTo>
                    <a:pt x="130478" y="680741"/>
                  </a:lnTo>
                  <a:lnTo>
                    <a:pt x="195717" y="797090"/>
                  </a:lnTo>
                  <a:lnTo>
                    <a:pt x="260956" y="788768"/>
                  </a:lnTo>
                  <a:lnTo>
                    <a:pt x="326195" y="773993"/>
                  </a:lnTo>
                  <a:lnTo>
                    <a:pt x="391434" y="751690"/>
                  </a:lnTo>
                  <a:lnTo>
                    <a:pt x="456673" y="517215"/>
                  </a:lnTo>
                  <a:lnTo>
                    <a:pt x="521913" y="0"/>
                  </a:lnTo>
                  <a:lnTo>
                    <a:pt x="587152" y="157292"/>
                  </a:lnTo>
                  <a:lnTo>
                    <a:pt x="652391" y="288016"/>
                  </a:lnTo>
                  <a:lnTo>
                    <a:pt x="717630" y="245033"/>
                  </a:lnTo>
                  <a:lnTo>
                    <a:pt x="782869" y="179704"/>
                  </a:lnTo>
                  <a:lnTo>
                    <a:pt x="848108" y="178045"/>
                  </a:lnTo>
                  <a:lnTo>
                    <a:pt x="913347" y="88298"/>
                  </a:lnTo>
                  <a:lnTo>
                    <a:pt x="978586" y="255468"/>
                  </a:lnTo>
                  <a:lnTo>
                    <a:pt x="1043826" y="449162"/>
                  </a:lnTo>
                  <a:lnTo>
                    <a:pt x="1109065" y="559678"/>
                  </a:lnTo>
                  <a:lnTo>
                    <a:pt x="1174304" y="559019"/>
                  </a:lnTo>
                  <a:lnTo>
                    <a:pt x="1239543" y="669831"/>
                  </a:lnTo>
                  <a:lnTo>
                    <a:pt x="1304782" y="662289"/>
                  </a:lnTo>
                  <a:lnTo>
                    <a:pt x="1370021" y="608509"/>
                  </a:lnTo>
                  <a:lnTo>
                    <a:pt x="1435260" y="580240"/>
                  </a:lnTo>
                  <a:lnTo>
                    <a:pt x="1500499" y="560138"/>
                  </a:lnTo>
                  <a:lnTo>
                    <a:pt x="1565739" y="532297"/>
                  </a:lnTo>
                  <a:lnTo>
                    <a:pt x="1630978" y="506869"/>
                  </a:lnTo>
                  <a:lnTo>
                    <a:pt x="1696217" y="470121"/>
                  </a:lnTo>
                  <a:lnTo>
                    <a:pt x="1761456" y="423225"/>
                  </a:lnTo>
                  <a:lnTo>
                    <a:pt x="1826695" y="391505"/>
                  </a:lnTo>
                  <a:lnTo>
                    <a:pt x="1891934" y="376461"/>
                  </a:lnTo>
                  <a:lnTo>
                    <a:pt x="1957173" y="304670"/>
                  </a:lnTo>
                  <a:lnTo>
                    <a:pt x="2022412" y="273372"/>
                  </a:lnTo>
                  <a:lnTo>
                    <a:pt x="2087652" y="225162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rc58"/>
            <p:cNvSpPr/>
            <p:nvPr/>
          </p:nvSpPr>
          <p:spPr>
            <a:xfrm>
              <a:off x="612860" y="2446559"/>
              <a:ext cx="2296417" cy="393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tx59"/>
            <p:cNvSpPr/>
            <p:nvPr/>
          </p:nvSpPr>
          <p:spPr>
            <a:xfrm>
              <a:off x="1570531" y="2559033"/>
              <a:ext cx="381074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Tas</a:t>
              </a:r>
            </a:p>
          </p:txBody>
        </p:sp>
        <p:sp>
          <p:nvSpPr>
            <p:cNvPr id="61" name="rc60"/>
            <p:cNvSpPr/>
            <p:nvPr/>
          </p:nvSpPr>
          <p:spPr>
            <a:xfrm>
              <a:off x="3092157" y="2446559"/>
              <a:ext cx="2296417" cy="393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tx61"/>
            <p:cNvSpPr/>
            <p:nvPr/>
          </p:nvSpPr>
          <p:spPr>
            <a:xfrm>
              <a:off x="4081585" y="2559033"/>
              <a:ext cx="317562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Vic</a:t>
              </a:r>
            </a:p>
          </p:txBody>
        </p:sp>
        <p:sp>
          <p:nvSpPr>
            <p:cNvPr id="63" name="rc62"/>
            <p:cNvSpPr/>
            <p:nvPr/>
          </p:nvSpPr>
          <p:spPr>
            <a:xfrm>
              <a:off x="5571454" y="2446559"/>
              <a:ext cx="2296417" cy="393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tx63"/>
            <p:cNvSpPr/>
            <p:nvPr/>
          </p:nvSpPr>
          <p:spPr>
            <a:xfrm>
              <a:off x="6535544" y="2561712"/>
              <a:ext cx="368237" cy="1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WA</a:t>
              </a:r>
            </a:p>
          </p:txBody>
        </p:sp>
        <p:sp>
          <p:nvSpPr>
            <p:cNvPr id="65" name="rc64"/>
            <p:cNvSpPr/>
            <p:nvPr/>
          </p:nvSpPr>
          <p:spPr>
            <a:xfrm>
              <a:off x="612860" y="91439"/>
              <a:ext cx="2296417" cy="393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tx65"/>
            <p:cNvSpPr/>
            <p:nvPr/>
          </p:nvSpPr>
          <p:spPr>
            <a:xfrm>
              <a:off x="1494406" y="201011"/>
              <a:ext cx="533325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NSW</a:t>
              </a:r>
            </a:p>
          </p:txBody>
        </p:sp>
        <p:sp>
          <p:nvSpPr>
            <p:cNvPr id="67" name="rc66"/>
            <p:cNvSpPr/>
            <p:nvPr/>
          </p:nvSpPr>
          <p:spPr>
            <a:xfrm>
              <a:off x="3092157" y="91439"/>
              <a:ext cx="2296417" cy="393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tx67"/>
            <p:cNvSpPr/>
            <p:nvPr/>
          </p:nvSpPr>
          <p:spPr>
            <a:xfrm>
              <a:off x="4062497" y="190965"/>
              <a:ext cx="355736" cy="1792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Qld</a:t>
              </a:r>
            </a:p>
          </p:txBody>
        </p:sp>
        <p:sp>
          <p:nvSpPr>
            <p:cNvPr id="69" name="rc68"/>
            <p:cNvSpPr/>
            <p:nvPr/>
          </p:nvSpPr>
          <p:spPr>
            <a:xfrm>
              <a:off x="5571454" y="91439"/>
              <a:ext cx="2296417" cy="393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tx69"/>
            <p:cNvSpPr/>
            <p:nvPr/>
          </p:nvSpPr>
          <p:spPr>
            <a:xfrm>
              <a:off x="6567188" y="201011"/>
              <a:ext cx="304948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SA</a:t>
              </a:r>
            </a:p>
          </p:txBody>
        </p:sp>
        <p:sp>
          <p:nvSpPr>
            <p:cNvPr id="71" name="pl70"/>
            <p:cNvSpPr/>
            <p:nvPr/>
          </p:nvSpPr>
          <p:spPr>
            <a:xfrm>
              <a:off x="612860" y="4618799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847721" y="46187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1500112" y="46187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3"/>
            <p:cNvSpPr/>
            <p:nvPr/>
          </p:nvSpPr>
          <p:spPr>
            <a:xfrm>
              <a:off x="2152503" y="46187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4"/>
            <p:cNvSpPr/>
            <p:nvPr/>
          </p:nvSpPr>
          <p:spPr>
            <a:xfrm>
              <a:off x="2804894" y="46187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tx75"/>
            <p:cNvSpPr/>
            <p:nvPr/>
          </p:nvSpPr>
          <p:spPr>
            <a:xfrm>
              <a:off x="593448" y="47178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</a:t>
              </a:r>
            </a:p>
          </p:txBody>
        </p:sp>
        <p:sp>
          <p:nvSpPr>
            <p:cNvPr id="77" name="tx76"/>
            <p:cNvSpPr/>
            <p:nvPr/>
          </p:nvSpPr>
          <p:spPr>
            <a:xfrm>
              <a:off x="1245839" y="4717713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2030</a:t>
              </a:r>
            </a:p>
          </p:txBody>
        </p:sp>
        <p:sp>
          <p:nvSpPr>
            <p:cNvPr id="78" name="tx77"/>
            <p:cNvSpPr/>
            <p:nvPr/>
          </p:nvSpPr>
          <p:spPr>
            <a:xfrm>
              <a:off x="1898230" y="47178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2040</a:t>
              </a:r>
            </a:p>
          </p:txBody>
        </p:sp>
        <p:sp>
          <p:nvSpPr>
            <p:cNvPr id="79" name="tx78"/>
            <p:cNvSpPr/>
            <p:nvPr/>
          </p:nvSpPr>
          <p:spPr>
            <a:xfrm>
              <a:off x="2550621" y="47178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2050</a:t>
              </a:r>
            </a:p>
          </p:txBody>
        </p:sp>
        <p:sp>
          <p:nvSpPr>
            <p:cNvPr id="80" name="pl79"/>
            <p:cNvSpPr/>
            <p:nvPr/>
          </p:nvSpPr>
          <p:spPr>
            <a:xfrm>
              <a:off x="3092157" y="4618799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0"/>
            <p:cNvSpPr/>
            <p:nvPr/>
          </p:nvSpPr>
          <p:spPr>
            <a:xfrm>
              <a:off x="3327018" y="46187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1"/>
            <p:cNvSpPr/>
            <p:nvPr/>
          </p:nvSpPr>
          <p:spPr>
            <a:xfrm>
              <a:off x="3979409" y="46187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2"/>
            <p:cNvSpPr/>
            <p:nvPr/>
          </p:nvSpPr>
          <p:spPr>
            <a:xfrm>
              <a:off x="4631800" y="46187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3"/>
            <p:cNvSpPr/>
            <p:nvPr/>
          </p:nvSpPr>
          <p:spPr>
            <a:xfrm>
              <a:off x="5284192" y="46187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tx84"/>
            <p:cNvSpPr/>
            <p:nvPr/>
          </p:nvSpPr>
          <p:spPr>
            <a:xfrm>
              <a:off x="3072745" y="47178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</a:t>
              </a:r>
            </a:p>
          </p:txBody>
        </p:sp>
        <p:sp>
          <p:nvSpPr>
            <p:cNvPr id="86" name="tx85"/>
            <p:cNvSpPr/>
            <p:nvPr/>
          </p:nvSpPr>
          <p:spPr>
            <a:xfrm>
              <a:off x="3725136" y="4717713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2030</a:t>
              </a:r>
            </a:p>
          </p:txBody>
        </p:sp>
        <p:sp>
          <p:nvSpPr>
            <p:cNvPr id="87" name="tx86"/>
            <p:cNvSpPr/>
            <p:nvPr/>
          </p:nvSpPr>
          <p:spPr>
            <a:xfrm>
              <a:off x="4377528" y="47178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2040</a:t>
              </a:r>
            </a:p>
          </p:txBody>
        </p:sp>
        <p:sp>
          <p:nvSpPr>
            <p:cNvPr id="88" name="tx87"/>
            <p:cNvSpPr/>
            <p:nvPr/>
          </p:nvSpPr>
          <p:spPr>
            <a:xfrm>
              <a:off x="5029919" y="47178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2050</a:t>
              </a:r>
            </a:p>
          </p:txBody>
        </p:sp>
        <p:sp>
          <p:nvSpPr>
            <p:cNvPr id="89" name="pl88"/>
            <p:cNvSpPr/>
            <p:nvPr/>
          </p:nvSpPr>
          <p:spPr>
            <a:xfrm>
              <a:off x="5571454" y="4618799"/>
              <a:ext cx="2296417" cy="0"/>
            </a:xfrm>
            <a:custGeom>
              <a:avLst/>
              <a:pathLst>
                <a:path w="2296417" h="0">
                  <a:moveTo>
                    <a:pt x="0" y="0"/>
                  </a:moveTo>
                  <a:lnTo>
                    <a:pt x="2296417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89"/>
            <p:cNvSpPr/>
            <p:nvPr/>
          </p:nvSpPr>
          <p:spPr>
            <a:xfrm>
              <a:off x="5806315" y="46187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0"/>
            <p:cNvSpPr/>
            <p:nvPr/>
          </p:nvSpPr>
          <p:spPr>
            <a:xfrm>
              <a:off x="6458706" y="46187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1"/>
            <p:cNvSpPr/>
            <p:nvPr/>
          </p:nvSpPr>
          <p:spPr>
            <a:xfrm>
              <a:off x="7111098" y="46187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2"/>
            <p:cNvSpPr/>
            <p:nvPr/>
          </p:nvSpPr>
          <p:spPr>
            <a:xfrm>
              <a:off x="7763489" y="46187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tx93"/>
            <p:cNvSpPr/>
            <p:nvPr/>
          </p:nvSpPr>
          <p:spPr>
            <a:xfrm>
              <a:off x="5552042" y="47178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</a:t>
              </a:r>
            </a:p>
          </p:txBody>
        </p:sp>
        <p:sp>
          <p:nvSpPr>
            <p:cNvPr id="95" name="tx94"/>
            <p:cNvSpPr/>
            <p:nvPr/>
          </p:nvSpPr>
          <p:spPr>
            <a:xfrm>
              <a:off x="6204434" y="4717713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2030</a:t>
              </a:r>
            </a:p>
          </p:txBody>
        </p:sp>
        <p:sp>
          <p:nvSpPr>
            <p:cNvPr id="96" name="tx95"/>
            <p:cNvSpPr/>
            <p:nvPr/>
          </p:nvSpPr>
          <p:spPr>
            <a:xfrm>
              <a:off x="6856825" y="47178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2040</a:t>
              </a:r>
            </a:p>
          </p:txBody>
        </p:sp>
        <p:sp>
          <p:nvSpPr>
            <p:cNvPr id="97" name="tx96"/>
            <p:cNvSpPr/>
            <p:nvPr/>
          </p:nvSpPr>
          <p:spPr>
            <a:xfrm>
              <a:off x="7509216" y="47178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2050</a:t>
              </a:r>
            </a:p>
          </p:txBody>
        </p:sp>
        <p:sp>
          <p:nvSpPr>
            <p:cNvPr id="98" name="tx97"/>
            <p:cNvSpPr/>
            <p:nvPr/>
          </p:nvSpPr>
          <p:spPr>
            <a:xfrm>
              <a:off x="1828" y="2013003"/>
              <a:ext cx="508545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$200</a:t>
              </a:r>
            </a:p>
          </p:txBody>
        </p:sp>
        <p:sp>
          <p:nvSpPr>
            <p:cNvPr id="99" name="tx98"/>
            <p:cNvSpPr/>
            <p:nvPr/>
          </p:nvSpPr>
          <p:spPr>
            <a:xfrm>
              <a:off x="1828" y="1643804"/>
              <a:ext cx="508545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$300</a:t>
              </a:r>
            </a:p>
          </p:txBody>
        </p:sp>
        <p:sp>
          <p:nvSpPr>
            <p:cNvPr id="100" name="tx99"/>
            <p:cNvSpPr/>
            <p:nvPr/>
          </p:nvSpPr>
          <p:spPr>
            <a:xfrm>
              <a:off x="1828" y="1274606"/>
              <a:ext cx="508545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$400</a:t>
              </a:r>
            </a:p>
          </p:txBody>
        </p:sp>
        <p:sp>
          <p:nvSpPr>
            <p:cNvPr id="101" name="tx100"/>
            <p:cNvSpPr/>
            <p:nvPr/>
          </p:nvSpPr>
          <p:spPr>
            <a:xfrm>
              <a:off x="1828" y="905408"/>
              <a:ext cx="508545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$500</a:t>
              </a:r>
            </a:p>
          </p:txBody>
        </p:sp>
        <p:sp>
          <p:nvSpPr>
            <p:cNvPr id="102" name="tx101"/>
            <p:cNvSpPr/>
            <p:nvPr/>
          </p:nvSpPr>
          <p:spPr>
            <a:xfrm>
              <a:off x="1828" y="536210"/>
              <a:ext cx="508545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$600</a:t>
              </a:r>
            </a:p>
          </p:txBody>
        </p:sp>
        <p:sp>
          <p:nvSpPr>
            <p:cNvPr id="103" name="tx102"/>
            <p:cNvSpPr/>
            <p:nvPr/>
          </p:nvSpPr>
          <p:spPr>
            <a:xfrm>
              <a:off x="1828" y="4368122"/>
              <a:ext cx="508545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$200</a:t>
              </a:r>
            </a:p>
          </p:txBody>
        </p:sp>
        <p:sp>
          <p:nvSpPr>
            <p:cNvPr id="104" name="tx103"/>
            <p:cNvSpPr/>
            <p:nvPr/>
          </p:nvSpPr>
          <p:spPr>
            <a:xfrm>
              <a:off x="1828" y="3998924"/>
              <a:ext cx="508545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$300</a:t>
              </a:r>
            </a:p>
          </p:txBody>
        </p:sp>
        <p:sp>
          <p:nvSpPr>
            <p:cNvPr id="105" name="tx104"/>
            <p:cNvSpPr/>
            <p:nvPr/>
          </p:nvSpPr>
          <p:spPr>
            <a:xfrm>
              <a:off x="1828" y="3629726"/>
              <a:ext cx="508545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$400</a:t>
              </a:r>
            </a:p>
          </p:txBody>
        </p:sp>
        <p:sp>
          <p:nvSpPr>
            <p:cNvPr id="106" name="tx105"/>
            <p:cNvSpPr/>
            <p:nvPr/>
          </p:nvSpPr>
          <p:spPr>
            <a:xfrm>
              <a:off x="1828" y="3260528"/>
              <a:ext cx="508545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$500</a:t>
              </a:r>
            </a:p>
          </p:txBody>
        </p:sp>
        <p:sp>
          <p:nvSpPr>
            <p:cNvPr id="107" name="tx106"/>
            <p:cNvSpPr/>
            <p:nvPr/>
          </p:nvSpPr>
          <p:spPr>
            <a:xfrm>
              <a:off x="1828" y="2891330"/>
              <a:ext cx="508545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$600</a:t>
              </a:r>
            </a:p>
          </p:txBody>
        </p:sp>
        <p:sp>
          <p:nvSpPr>
            <p:cNvPr id="108" name="tx107"/>
            <p:cNvSpPr/>
            <p:nvPr/>
          </p:nvSpPr>
          <p:spPr>
            <a:xfrm>
              <a:off x="4018016" y="4984274"/>
              <a:ext cx="444698" cy="169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</a:t>
              </a:r>
            </a:p>
          </p:txBody>
        </p:sp>
      </p:grpSp>
      <p:sp>
        <p:nvSpPr>
          <p:cNvPr id="109" name="Title 1"/>
          <p:cNvSpPr>
            <a:spLocks noGrp="1"/>
          </p:cNvSpPr>
          <p:nvPr>
            <p:ph type="title" hasCustomPrompt="1"/>
          </p:nvPr>
        </p:nvSpPr>
        <p:spPr>
          <a:xfrm>
            <a:off x="0" y="-1608666"/>
            <a:ext cx="7977188" cy="667062"/>
          </a:xfrm>
        </p:spPr>
        <p:txBody>
          <a:bodyPr/>
          <a:lstStyle/>
          <a:p>
            <a:r>
              <a:rPr/>
              <a:t>In most states, prices are higher under a carbon price, but the Safeguard option quickly converges with the reference case</a:t>
            </a:r>
          </a:p>
        </p:txBody>
      </p:sp>
      <p:sp>
        <p:nvSpPr>
          <p:cNvPr id="110" name="Caption Placeholder 1"/>
          <p:cNvSpPr>
            <a:spLocks noGrp="1"/>
          </p:cNvSpPr>
          <p:nvPr>
            <p:ph sz="quarter" idx="10"/>
          </p:nvPr>
        </p:nvSpPr>
        <p:spPr>
          <a:xfrm>
            <a:off x="8362950" y="-1755775"/>
            <a:ext cx="2860675" cy="665162"/>
          </a:xfrm>
        </p:spPr>
        <p:txBody>
          <a:bodyPr/>
          <a:lstStyle/>
          <a:p>
            <a:r>
              <a:rPr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Matt Cowgill</dc:creator>
  <cp:lastModifiedBy/>
  <cp:revision>37</cp:revision>
  <dcterms:created xsi:type="dcterms:W3CDTF">2019-02-12T04:35:04Z</dcterms:created>
  <dcterms:modified xsi:type="dcterms:W3CDTF">2025-07-17T13:02:20Z</dcterms:modified>
</cp:coreProperties>
</file>