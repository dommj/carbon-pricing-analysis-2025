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1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C027A25-491E-F020-8D4D-24B2035FFD33}" name="Kat Clay" initials="KC" userId="S::kat.clay@grattaninstitute.edu.au::98d84789-129b-4d4d-9a75-a87bac8c8fd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7900"/>
    <a:srgbClr val="F5B50C"/>
    <a:srgbClr val="A1253E"/>
    <a:srgbClr val="C06C7D"/>
    <a:srgbClr val="FFF4E6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E26471-C4A4-4708-A47C-F404F4D76953}" v="2" dt="2025-07-17T03:08:46.4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41"/>
    <p:restoredTop sz="94653"/>
  </p:normalViewPr>
  <p:slideViewPr>
    <p:cSldViewPr snapToGrid="0" snapToObjects="1">
      <p:cViewPr>
        <p:scale>
          <a:sx n="120" d="100"/>
          <a:sy n="120" d="100"/>
        </p:scale>
        <p:origin x="10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06" d="100"/>
          <a:sy n="106" d="100"/>
        </p:scale>
        <p:origin x="3620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375376-077A-8F42-9E71-155E70FB596E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E9419A-B53B-B044-8F99-D2573F3A8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388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
Powerpoint file location: C:\Users\domijones\OneDrive - The University of Melbourne\Energy\Analysis\analysis_cp_dj_2025\retail prices first chart\retail prices first chart_fullslide.pptx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ECBC2DE-EA68-5645-6DC4-19921CEEB0B0}"/>
              </a:ext>
            </a:extLst>
          </p:cNvPr>
          <p:cNvSpPr txBox="1"/>
          <p:nvPr userDrawn="1"/>
        </p:nvSpPr>
        <p:spPr>
          <a:xfrm>
            <a:off x="116541" y="12909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72C78F-E40D-3A6B-24C2-906FA20E603F}"/>
              </a:ext>
            </a:extLst>
          </p:cNvPr>
          <p:cNvSpPr/>
          <p:nvPr userDrawn="1"/>
        </p:nvSpPr>
        <p:spPr>
          <a:xfrm>
            <a:off x="-11575" y="0"/>
            <a:ext cx="12203575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DD39A8-9F28-D01B-F290-1C31B5FA8F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0" y="5905970"/>
            <a:ext cx="1933575" cy="532929"/>
          </a:xfrm>
          <a:prstGeom prst="rect">
            <a:avLst/>
          </a:prstGeom>
        </p:spPr>
      </p:pic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9AC38636-A519-1DAA-F186-6178D64B122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1575" y="0"/>
            <a:ext cx="4181474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picture here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F0A3FD-BE2F-A94A-0A45-53E6C58A00E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043488" y="5091113"/>
            <a:ext cx="1306512" cy="12065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AU" dirty="0"/>
              <a:t>Insert headshot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74C6B55-78E8-9DB5-56FA-E4A3B5705F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64300" y="5141913"/>
            <a:ext cx="2335213" cy="339725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Name and title</a:t>
            </a:r>
            <a:endParaRPr lang="en-AU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F4E9AF8-FC9F-0A5C-B569-D51DA3E363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64300" y="5732462"/>
            <a:ext cx="2276475" cy="268287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  <a:endParaRPr lang="en-A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0FC04F8-DC87-4C48-7442-FA72D1647E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14913" y="2014538"/>
            <a:ext cx="5573712" cy="1206500"/>
          </a:xfrm>
        </p:spPr>
        <p:txBody>
          <a:bodyPr/>
          <a:lstStyle>
            <a:lvl1pPr marL="0" indent="0">
              <a:buNone/>
              <a:defRPr sz="40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</a:t>
            </a:r>
            <a:endParaRPr lang="en-AU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DCF6FB1-F9E4-A648-B189-9DD172BB1E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14913" y="3429000"/>
            <a:ext cx="5573712" cy="652463"/>
          </a:xfrm>
        </p:spPr>
        <p:txBody>
          <a:bodyPr>
            <a:normAutofit/>
          </a:bodyPr>
          <a:lstStyle>
            <a:lvl1pPr marL="0" indent="0">
              <a:buNone/>
              <a:defRPr sz="24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Subheading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31635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0FF13B-17DE-B58E-23D0-863404B8498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4C34C6-D93D-964F-98F1-8B05274CB5BF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D1C777A-97BF-664C-98A5-2907D0932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062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B1789E7-BA20-0780-FB52-B02484AC77D3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2B8918E-1EDB-7F60-9A99-7D4A0E14AB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7BE69A9-24E9-418A-68B9-AAE233480B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7/17/2025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B216488-F6B2-C054-EB55-0F9A57D9C0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EECB45-057A-1EA2-2F6E-7C55F9459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A2F51-0C2E-D1D9-EFED-E3A2276D7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BAC65C7-BF2B-A350-909C-35D42AF84D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906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+ orang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CF076BF-B4D2-731F-A8C4-B4C0523DA8D6}"/>
              </a:ext>
            </a:extLst>
          </p:cNvPr>
          <p:cNvSpPr/>
          <p:nvPr userDrawn="1"/>
        </p:nvSpPr>
        <p:spPr>
          <a:xfrm>
            <a:off x="0" y="-1"/>
            <a:ext cx="12192000" cy="13295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CC0B9F51-D432-89C3-BAF5-11132AE404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7/17/2025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E482CF5D-DEBD-DB20-7858-2A857E71D9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6015322-31D2-917E-375B-3379430E14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3A11B26-D536-E55C-FEA5-61BBE902E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535906"/>
            <a:ext cx="11398531" cy="4615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E6EC27F-20CE-4CCF-3D5C-A051E0347B27}"/>
              </a:ext>
            </a:extLst>
          </p:cNvPr>
          <p:cNvSpPr txBox="1">
            <a:spLocks/>
          </p:cNvSpPr>
          <p:nvPr userDrawn="1"/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1C777A-97BF-664C-98A5-2907D09321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C22FC4E-C0DC-E3DE-BD6B-D5CA591803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5612" y="879474"/>
            <a:ext cx="6230937" cy="29210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AU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2EE96F9-3E03-A2B8-1CAD-49604615B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668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74C90D1F-6BBA-97AB-88AA-507E0C7ADB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7/17/2025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721463F-DE73-8A1C-4B1D-EC5523146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AB2FF0-4955-916C-E396-EBC8532A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8836AB3-6799-2DF5-B516-EDC045CE4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831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EC5B233-B10D-77D4-13F6-C9B4EACA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add slide title</a:t>
            </a:r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C09E446-08E7-FD8F-80D1-1B02D15A69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33794" y="6356350"/>
            <a:ext cx="7189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5DDA1B1-E990-1373-D6AB-EF6EEB4045CA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71475" y="1808163"/>
            <a:ext cx="11412538" cy="4284662"/>
          </a:xfrm>
        </p:spPr>
        <p:txBody>
          <a:bodyPr/>
          <a:lstStyle/>
          <a:p>
            <a:r>
              <a:rPr lang="en-GB"/>
              <a:t>Click icon to add chart</a:t>
            </a:r>
            <a:endParaRPr lang="en-AU"/>
          </a:p>
        </p:txBody>
      </p:sp>
      <p:sp>
        <p:nvSpPr>
          <p:cNvPr id="7" name="Caption Placeholder 1">
            <a:extLst>
              <a:ext uri="{FF2B5EF4-FFF2-40B4-BE49-F238E27FC236}">
                <a16:creationId xmlns:a16="http://schemas.microsoft.com/office/drawing/2014/main" id="{0B68B2F7-35DA-8DD2-1D07-9D280795C28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239781"/>
            <a:ext cx="10662320" cy="455613"/>
          </a:xfrm>
        </p:spPr>
        <p:txBody>
          <a:bodyPr anchor="t">
            <a:normAutofit/>
          </a:bodyPr>
          <a:lstStyle>
            <a:lvl1pPr marL="0" indent="0">
              <a:spcBef>
                <a:spcPts val="200"/>
              </a:spcBef>
              <a:buNone/>
              <a:defRPr sz="800"/>
            </a:lvl1pPr>
          </a:lstStyle>
          <a:p>
            <a:pPr lvl="0"/>
            <a:r>
              <a:rPr lang="en-GB" dirty="0"/>
              <a:t>Insert source and notes here</a:t>
            </a:r>
            <a:endParaRPr lang="en-AU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B2EC199-2580-9D84-9E72-CE7324DB7A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8478" y="1312069"/>
            <a:ext cx="11398531" cy="335156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GB" dirty="0"/>
              <a:t>Insert unit title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54036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23" userDrawn="1">
          <p15:clr>
            <a:srgbClr val="FBAE40"/>
          </p15:clr>
        </p15:guide>
        <p15:guide id="3" pos="234" userDrawn="1">
          <p15:clr>
            <a:srgbClr val="FBAE40"/>
          </p15:clr>
        </p15:guide>
        <p15:guide id="4" orient="horz" pos="3838" userDrawn="1">
          <p15:clr>
            <a:srgbClr val="FBAE40"/>
          </p15:clr>
        </p15:guide>
        <p15:guide id="5" orient="horz" pos="3929" userDrawn="1">
          <p15:clr>
            <a:srgbClr val="FBAE40"/>
          </p15:clr>
        </p15:guide>
        <p15:guide id="6" orient="horz" pos="1139" userDrawn="1">
          <p15:clr>
            <a:srgbClr val="FBAE40"/>
          </p15:clr>
        </p15:guide>
        <p15:guide id="7" orient="horz" pos="104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AU" noProof="0" smtClean="0"/>
              <a:t>17/07/2025</a:t>
            </a:fld>
            <a:endParaRPr lang="en-AU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263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4" r:id="rId2"/>
    <p:sldLayoutId id="2147483833" r:id="rId3"/>
    <p:sldLayoutId id="2147483844" r:id="rId4"/>
    <p:sldLayoutId id="2147483837" r:id="rId5"/>
    <p:sldLayoutId id="214748385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DM Serif Display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 userDrawn="1">
          <p15:clr>
            <a:srgbClr val="F26B43"/>
          </p15:clr>
        </p15:guide>
        <p15:guide id="2" pos="7423" userDrawn="1">
          <p15:clr>
            <a:srgbClr val="F26B43"/>
          </p15:clr>
        </p15:guide>
        <p15:guide id="3" orient="horz" pos="210" userDrawn="1">
          <p15:clr>
            <a:srgbClr val="F26B43"/>
          </p15:clr>
        </p15:guide>
        <p15:guide id="4" orient="horz" pos="572" userDrawn="1">
          <p15:clr>
            <a:srgbClr val="F26B43"/>
          </p15:clr>
        </p15:guide>
        <p15:guide id="5" orient="horz" pos="82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78478" y="1312069"/>
            <a:ext cx="11398531" cy="335156"/>
          </a:xfrm>
        </p:spPr>
        <p:txBody>
          <a:bodyPr/>
          <a:lstStyle/>
          <a:p>
            <a:r>
              <a:t>Dollars per MWh ($2024)</a:t>
            </a:r>
          </a:p>
        </p:txBody>
      </p:sp>
      <p:grpSp>
        <p:nvGrpSpPr>
          <p:cNvPr id="3" name="Content Placeholder 3"/>
          <p:cNvGrpSpPr/>
          <p:nvPr/>
        </p:nvGrpSpPr>
        <p:grpSpPr>
          <a:xfrm>
            <a:off x="373303" y="1808162"/>
            <a:ext cx="11410710" cy="4284662"/>
            <a:chOff x="373303" y="1808162"/>
            <a:chExt cx="11410710" cy="4284662"/>
          </a:xfrm>
        </p:grpSpPr>
        <p:sp>
          <p:nvSpPr>
            <p:cNvPr id="4" name="rc3"/>
            <p:cNvSpPr/>
            <p:nvPr/>
          </p:nvSpPr>
          <p:spPr>
            <a:xfrm>
              <a:off x="11784013" y="1808162"/>
              <a:ext cx="0" cy="42846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l5"/>
            <p:cNvSpPr/>
            <p:nvPr/>
          </p:nvSpPr>
          <p:spPr>
            <a:xfrm>
              <a:off x="984335" y="3508186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  <a:lnTo>
                    <a:pt x="344139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6"/>
            <p:cNvSpPr/>
            <p:nvPr/>
          </p:nvSpPr>
          <p:spPr>
            <a:xfrm>
              <a:off x="984335" y="3236083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  <a:lnTo>
                    <a:pt x="344139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7"/>
            <p:cNvSpPr/>
            <p:nvPr/>
          </p:nvSpPr>
          <p:spPr>
            <a:xfrm>
              <a:off x="984335" y="2963979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  <a:lnTo>
                    <a:pt x="344139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8"/>
            <p:cNvSpPr/>
            <p:nvPr/>
          </p:nvSpPr>
          <p:spPr>
            <a:xfrm>
              <a:off x="984335" y="2691875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  <a:lnTo>
                    <a:pt x="344139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9"/>
            <p:cNvSpPr/>
            <p:nvPr/>
          </p:nvSpPr>
          <p:spPr>
            <a:xfrm>
              <a:off x="984335" y="2419771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  <a:lnTo>
                    <a:pt x="344139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0"/>
            <p:cNvSpPr/>
            <p:nvPr/>
          </p:nvSpPr>
          <p:spPr>
            <a:xfrm>
              <a:off x="1140762" y="2869058"/>
              <a:ext cx="3128542" cy="375095"/>
            </a:xfrm>
            <a:custGeom>
              <a:avLst/>
              <a:gdLst/>
              <a:ahLst/>
              <a:cxnLst/>
              <a:rect l="0" t="0" r="0" b="0"/>
              <a:pathLst>
                <a:path w="3128542" h="375095">
                  <a:moveTo>
                    <a:pt x="0" y="128399"/>
                  </a:moveTo>
                  <a:lnTo>
                    <a:pt x="97766" y="155281"/>
                  </a:lnTo>
                  <a:lnTo>
                    <a:pt x="195533" y="214963"/>
                  </a:lnTo>
                  <a:lnTo>
                    <a:pt x="293300" y="353622"/>
                  </a:lnTo>
                  <a:lnTo>
                    <a:pt x="391067" y="333060"/>
                  </a:lnTo>
                  <a:lnTo>
                    <a:pt x="488834" y="0"/>
                  </a:lnTo>
                  <a:lnTo>
                    <a:pt x="586601" y="19345"/>
                  </a:lnTo>
                  <a:lnTo>
                    <a:pt x="684368" y="225775"/>
                  </a:lnTo>
                  <a:lnTo>
                    <a:pt x="782135" y="200049"/>
                  </a:lnTo>
                  <a:lnTo>
                    <a:pt x="879902" y="179121"/>
                  </a:lnTo>
                  <a:lnTo>
                    <a:pt x="977669" y="193981"/>
                  </a:lnTo>
                  <a:lnTo>
                    <a:pt x="1075436" y="266898"/>
                  </a:lnTo>
                  <a:lnTo>
                    <a:pt x="1173203" y="314414"/>
                  </a:lnTo>
                  <a:lnTo>
                    <a:pt x="1270970" y="375095"/>
                  </a:lnTo>
                  <a:lnTo>
                    <a:pt x="1368737" y="351454"/>
                  </a:lnTo>
                  <a:lnTo>
                    <a:pt x="1466504" y="322531"/>
                  </a:lnTo>
                  <a:lnTo>
                    <a:pt x="1564271" y="262944"/>
                  </a:lnTo>
                  <a:lnTo>
                    <a:pt x="1662038" y="223892"/>
                  </a:lnTo>
                  <a:lnTo>
                    <a:pt x="1759805" y="185776"/>
                  </a:lnTo>
                  <a:lnTo>
                    <a:pt x="1857572" y="182775"/>
                  </a:lnTo>
                  <a:lnTo>
                    <a:pt x="1955338" y="173507"/>
                  </a:lnTo>
                  <a:lnTo>
                    <a:pt x="2053105" y="180912"/>
                  </a:lnTo>
                  <a:lnTo>
                    <a:pt x="2150872" y="195054"/>
                  </a:lnTo>
                  <a:lnTo>
                    <a:pt x="2248639" y="177120"/>
                  </a:lnTo>
                  <a:lnTo>
                    <a:pt x="2346406" y="179882"/>
                  </a:lnTo>
                  <a:lnTo>
                    <a:pt x="2444173" y="171174"/>
                  </a:lnTo>
                  <a:lnTo>
                    <a:pt x="2541940" y="173026"/>
                  </a:lnTo>
                  <a:lnTo>
                    <a:pt x="2639707" y="160972"/>
                  </a:lnTo>
                  <a:lnTo>
                    <a:pt x="2737474" y="155465"/>
                  </a:lnTo>
                  <a:lnTo>
                    <a:pt x="2835241" y="158540"/>
                  </a:lnTo>
                  <a:lnTo>
                    <a:pt x="2933008" y="154244"/>
                  </a:lnTo>
                  <a:lnTo>
                    <a:pt x="3030775" y="152870"/>
                  </a:lnTo>
                  <a:lnTo>
                    <a:pt x="3128542" y="158879"/>
                  </a:lnTo>
                </a:path>
              </a:pathLst>
            </a:custGeom>
            <a:ln w="13550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1"/>
            <p:cNvSpPr/>
            <p:nvPr/>
          </p:nvSpPr>
          <p:spPr>
            <a:xfrm>
              <a:off x="1140762" y="2517735"/>
              <a:ext cx="3128542" cy="716957"/>
            </a:xfrm>
            <a:custGeom>
              <a:avLst/>
              <a:gdLst/>
              <a:ahLst/>
              <a:cxnLst/>
              <a:rect l="0" t="0" r="0" b="0"/>
              <a:pathLst>
                <a:path w="3128542" h="716957">
                  <a:moveTo>
                    <a:pt x="0" y="479722"/>
                  </a:moveTo>
                  <a:lnTo>
                    <a:pt x="97766" y="506604"/>
                  </a:lnTo>
                  <a:lnTo>
                    <a:pt x="195533" y="566286"/>
                  </a:lnTo>
                  <a:lnTo>
                    <a:pt x="293300" y="704945"/>
                  </a:lnTo>
                  <a:lnTo>
                    <a:pt x="391067" y="684383"/>
                  </a:lnTo>
                  <a:lnTo>
                    <a:pt x="488834" y="351322"/>
                  </a:lnTo>
                  <a:lnTo>
                    <a:pt x="586601" y="370641"/>
                  </a:lnTo>
                  <a:lnTo>
                    <a:pt x="684368" y="577073"/>
                  </a:lnTo>
                  <a:lnTo>
                    <a:pt x="782135" y="533290"/>
                  </a:lnTo>
                  <a:lnTo>
                    <a:pt x="879902" y="502540"/>
                  </a:lnTo>
                  <a:lnTo>
                    <a:pt x="977669" y="479829"/>
                  </a:lnTo>
                  <a:lnTo>
                    <a:pt x="1075436" y="627960"/>
                  </a:lnTo>
                  <a:lnTo>
                    <a:pt x="1173203" y="716957"/>
                  </a:lnTo>
                  <a:lnTo>
                    <a:pt x="1270970" y="595322"/>
                  </a:lnTo>
                  <a:lnTo>
                    <a:pt x="1368737" y="549480"/>
                  </a:lnTo>
                  <a:lnTo>
                    <a:pt x="1466504" y="510894"/>
                  </a:lnTo>
                  <a:lnTo>
                    <a:pt x="1564271" y="502859"/>
                  </a:lnTo>
                  <a:lnTo>
                    <a:pt x="1662038" y="475432"/>
                  </a:lnTo>
                  <a:lnTo>
                    <a:pt x="1759805" y="411330"/>
                  </a:lnTo>
                  <a:lnTo>
                    <a:pt x="1857572" y="410365"/>
                  </a:lnTo>
                  <a:lnTo>
                    <a:pt x="1955338" y="408877"/>
                  </a:lnTo>
                  <a:lnTo>
                    <a:pt x="2053105" y="390922"/>
                  </a:lnTo>
                  <a:lnTo>
                    <a:pt x="2150872" y="365957"/>
                  </a:lnTo>
                  <a:lnTo>
                    <a:pt x="2248639" y="354799"/>
                  </a:lnTo>
                  <a:lnTo>
                    <a:pt x="2346406" y="335750"/>
                  </a:lnTo>
                  <a:lnTo>
                    <a:pt x="2444173" y="296556"/>
                  </a:lnTo>
                  <a:lnTo>
                    <a:pt x="2541940" y="256350"/>
                  </a:lnTo>
                  <a:lnTo>
                    <a:pt x="2639707" y="210799"/>
                  </a:lnTo>
                  <a:lnTo>
                    <a:pt x="2737474" y="178955"/>
                  </a:lnTo>
                  <a:lnTo>
                    <a:pt x="2835241" y="149494"/>
                  </a:lnTo>
                  <a:lnTo>
                    <a:pt x="2933008" y="109337"/>
                  </a:lnTo>
                  <a:lnTo>
                    <a:pt x="3030775" y="59836"/>
                  </a:lnTo>
                  <a:lnTo>
                    <a:pt x="3128542" y="0"/>
                  </a:lnTo>
                </a:path>
              </a:pathLst>
            </a:custGeom>
            <a:ln w="13550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2"/>
            <p:cNvSpPr/>
            <p:nvPr/>
          </p:nvSpPr>
          <p:spPr>
            <a:xfrm>
              <a:off x="1140762" y="2869058"/>
              <a:ext cx="3128542" cy="353622"/>
            </a:xfrm>
            <a:custGeom>
              <a:avLst/>
              <a:gdLst/>
              <a:ahLst/>
              <a:cxnLst/>
              <a:rect l="0" t="0" r="0" b="0"/>
              <a:pathLst>
                <a:path w="3128542" h="353622">
                  <a:moveTo>
                    <a:pt x="0" y="128399"/>
                  </a:moveTo>
                  <a:lnTo>
                    <a:pt x="97766" y="155281"/>
                  </a:lnTo>
                  <a:lnTo>
                    <a:pt x="195533" y="214963"/>
                  </a:lnTo>
                  <a:lnTo>
                    <a:pt x="293300" y="353622"/>
                  </a:lnTo>
                  <a:lnTo>
                    <a:pt x="391067" y="333060"/>
                  </a:lnTo>
                  <a:lnTo>
                    <a:pt x="488834" y="0"/>
                  </a:lnTo>
                  <a:lnTo>
                    <a:pt x="586601" y="19345"/>
                  </a:lnTo>
                  <a:lnTo>
                    <a:pt x="684368" y="225775"/>
                  </a:lnTo>
                  <a:lnTo>
                    <a:pt x="782135" y="200049"/>
                  </a:lnTo>
                  <a:lnTo>
                    <a:pt x="879902" y="179115"/>
                  </a:lnTo>
                  <a:lnTo>
                    <a:pt x="977669" y="193979"/>
                  </a:lnTo>
                  <a:lnTo>
                    <a:pt x="1075436" y="266877"/>
                  </a:lnTo>
                  <a:lnTo>
                    <a:pt x="1173203" y="320896"/>
                  </a:lnTo>
                  <a:lnTo>
                    <a:pt x="1270970" y="337930"/>
                  </a:lnTo>
                  <a:lnTo>
                    <a:pt x="1368737" y="120495"/>
                  </a:lnTo>
                  <a:lnTo>
                    <a:pt x="1466504" y="120618"/>
                  </a:lnTo>
                  <a:lnTo>
                    <a:pt x="1564271" y="184841"/>
                  </a:lnTo>
                  <a:lnTo>
                    <a:pt x="1662038" y="182156"/>
                  </a:lnTo>
                  <a:lnTo>
                    <a:pt x="1759805" y="109254"/>
                  </a:lnTo>
                  <a:lnTo>
                    <a:pt x="1857572" y="122679"/>
                  </a:lnTo>
                  <a:lnTo>
                    <a:pt x="1955338" y="154910"/>
                  </a:lnTo>
                  <a:lnTo>
                    <a:pt x="2053105" y="178865"/>
                  </a:lnTo>
                  <a:lnTo>
                    <a:pt x="2150872" y="151009"/>
                  </a:lnTo>
                  <a:lnTo>
                    <a:pt x="2248639" y="154823"/>
                  </a:lnTo>
                  <a:lnTo>
                    <a:pt x="2346406" y="171585"/>
                  </a:lnTo>
                  <a:lnTo>
                    <a:pt x="2444173" y="151381"/>
                  </a:lnTo>
                  <a:lnTo>
                    <a:pt x="2541940" y="145996"/>
                  </a:lnTo>
                  <a:lnTo>
                    <a:pt x="2639707" y="104725"/>
                  </a:lnTo>
                  <a:lnTo>
                    <a:pt x="2737474" y="118479"/>
                  </a:lnTo>
                  <a:lnTo>
                    <a:pt x="2835241" y="162540"/>
                  </a:lnTo>
                  <a:lnTo>
                    <a:pt x="2933008" y="185903"/>
                  </a:lnTo>
                  <a:lnTo>
                    <a:pt x="3030775" y="168741"/>
                  </a:lnTo>
                  <a:lnTo>
                    <a:pt x="3128542" y="165275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rc13"/>
            <p:cNvSpPr/>
            <p:nvPr/>
          </p:nvSpPr>
          <p:spPr>
            <a:xfrm>
              <a:off x="984335" y="4180995"/>
              <a:ext cx="3441396" cy="131062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5" name="pl14"/>
            <p:cNvSpPr/>
            <p:nvPr/>
          </p:nvSpPr>
          <p:spPr>
            <a:xfrm>
              <a:off x="984335" y="5395637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  <a:lnTo>
                    <a:pt x="344139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5"/>
            <p:cNvSpPr/>
            <p:nvPr/>
          </p:nvSpPr>
          <p:spPr>
            <a:xfrm>
              <a:off x="984335" y="5123533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  <a:lnTo>
                    <a:pt x="344139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6"/>
            <p:cNvSpPr/>
            <p:nvPr/>
          </p:nvSpPr>
          <p:spPr>
            <a:xfrm>
              <a:off x="984335" y="4851430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  <a:lnTo>
                    <a:pt x="344139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l17"/>
            <p:cNvSpPr/>
            <p:nvPr/>
          </p:nvSpPr>
          <p:spPr>
            <a:xfrm>
              <a:off x="984335" y="4579326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  <a:lnTo>
                    <a:pt x="344139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l18"/>
            <p:cNvSpPr/>
            <p:nvPr/>
          </p:nvSpPr>
          <p:spPr>
            <a:xfrm>
              <a:off x="984335" y="4307222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  <a:lnTo>
                    <a:pt x="344139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l19"/>
            <p:cNvSpPr/>
            <p:nvPr/>
          </p:nvSpPr>
          <p:spPr>
            <a:xfrm>
              <a:off x="1140762" y="4733211"/>
              <a:ext cx="3128542" cy="571977"/>
            </a:xfrm>
            <a:custGeom>
              <a:avLst/>
              <a:gdLst/>
              <a:ahLst/>
              <a:cxnLst/>
              <a:rect l="0" t="0" r="0" b="0"/>
              <a:pathLst>
                <a:path w="3128542" h="571977">
                  <a:moveTo>
                    <a:pt x="0" y="88594"/>
                  </a:moveTo>
                  <a:lnTo>
                    <a:pt x="97766" y="0"/>
                  </a:lnTo>
                  <a:lnTo>
                    <a:pt x="195533" y="72255"/>
                  </a:lnTo>
                  <a:lnTo>
                    <a:pt x="293300" y="186751"/>
                  </a:lnTo>
                  <a:lnTo>
                    <a:pt x="391067" y="259683"/>
                  </a:lnTo>
                  <a:lnTo>
                    <a:pt x="488834" y="321803"/>
                  </a:lnTo>
                  <a:lnTo>
                    <a:pt x="586601" y="277220"/>
                  </a:lnTo>
                  <a:lnTo>
                    <a:pt x="684368" y="338477"/>
                  </a:lnTo>
                  <a:lnTo>
                    <a:pt x="782135" y="369278"/>
                  </a:lnTo>
                  <a:lnTo>
                    <a:pt x="879902" y="434363"/>
                  </a:lnTo>
                  <a:lnTo>
                    <a:pt x="977669" y="435497"/>
                  </a:lnTo>
                  <a:lnTo>
                    <a:pt x="1075436" y="465597"/>
                  </a:lnTo>
                  <a:lnTo>
                    <a:pt x="1173203" y="480960"/>
                  </a:lnTo>
                  <a:lnTo>
                    <a:pt x="1270970" y="538551"/>
                  </a:lnTo>
                  <a:lnTo>
                    <a:pt x="1368737" y="568297"/>
                  </a:lnTo>
                  <a:lnTo>
                    <a:pt x="1466504" y="571977"/>
                  </a:lnTo>
                  <a:lnTo>
                    <a:pt x="1564271" y="530031"/>
                  </a:lnTo>
                  <a:lnTo>
                    <a:pt x="1662038" y="468822"/>
                  </a:lnTo>
                  <a:lnTo>
                    <a:pt x="1759805" y="435936"/>
                  </a:lnTo>
                  <a:lnTo>
                    <a:pt x="1857572" y="407548"/>
                  </a:lnTo>
                  <a:lnTo>
                    <a:pt x="1955338" y="371555"/>
                  </a:lnTo>
                  <a:lnTo>
                    <a:pt x="2053105" y="355209"/>
                  </a:lnTo>
                  <a:lnTo>
                    <a:pt x="2150872" y="360809"/>
                  </a:lnTo>
                  <a:lnTo>
                    <a:pt x="2248639" y="376355"/>
                  </a:lnTo>
                  <a:lnTo>
                    <a:pt x="2346406" y="372404"/>
                  </a:lnTo>
                  <a:lnTo>
                    <a:pt x="2444173" y="362162"/>
                  </a:lnTo>
                  <a:lnTo>
                    <a:pt x="2541940" y="346140"/>
                  </a:lnTo>
                  <a:lnTo>
                    <a:pt x="2639707" y="328411"/>
                  </a:lnTo>
                  <a:lnTo>
                    <a:pt x="2737474" y="313235"/>
                  </a:lnTo>
                  <a:lnTo>
                    <a:pt x="2835241" y="313854"/>
                  </a:lnTo>
                  <a:lnTo>
                    <a:pt x="2933008" y="312981"/>
                  </a:lnTo>
                  <a:lnTo>
                    <a:pt x="3030775" y="303740"/>
                  </a:lnTo>
                  <a:lnTo>
                    <a:pt x="3128542" y="287759"/>
                  </a:lnTo>
                </a:path>
              </a:pathLst>
            </a:custGeom>
            <a:ln w="13550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l20"/>
            <p:cNvSpPr/>
            <p:nvPr/>
          </p:nvSpPr>
          <p:spPr>
            <a:xfrm>
              <a:off x="1140762" y="4533699"/>
              <a:ext cx="3128542" cy="659943"/>
            </a:xfrm>
            <a:custGeom>
              <a:avLst/>
              <a:gdLst/>
              <a:ahLst/>
              <a:cxnLst/>
              <a:rect l="0" t="0" r="0" b="0"/>
              <a:pathLst>
                <a:path w="3128542" h="659943">
                  <a:moveTo>
                    <a:pt x="0" y="288106"/>
                  </a:moveTo>
                  <a:lnTo>
                    <a:pt x="97766" y="199511"/>
                  </a:lnTo>
                  <a:lnTo>
                    <a:pt x="195533" y="271767"/>
                  </a:lnTo>
                  <a:lnTo>
                    <a:pt x="293300" y="386262"/>
                  </a:lnTo>
                  <a:lnTo>
                    <a:pt x="391067" y="459195"/>
                  </a:lnTo>
                  <a:lnTo>
                    <a:pt x="488834" y="521315"/>
                  </a:lnTo>
                  <a:lnTo>
                    <a:pt x="586601" y="476704"/>
                  </a:lnTo>
                  <a:lnTo>
                    <a:pt x="684368" y="537964"/>
                  </a:lnTo>
                  <a:lnTo>
                    <a:pt x="782135" y="549205"/>
                  </a:lnTo>
                  <a:lnTo>
                    <a:pt x="879902" y="609661"/>
                  </a:lnTo>
                  <a:lnTo>
                    <a:pt x="977669" y="601637"/>
                  </a:lnTo>
                  <a:lnTo>
                    <a:pt x="1075436" y="630300"/>
                  </a:lnTo>
                  <a:lnTo>
                    <a:pt x="1173203" y="659943"/>
                  </a:lnTo>
                  <a:lnTo>
                    <a:pt x="1270970" y="594640"/>
                  </a:lnTo>
                  <a:lnTo>
                    <a:pt x="1368737" y="595261"/>
                  </a:lnTo>
                  <a:lnTo>
                    <a:pt x="1466504" y="569282"/>
                  </a:lnTo>
                  <a:lnTo>
                    <a:pt x="1564271" y="541788"/>
                  </a:lnTo>
                  <a:lnTo>
                    <a:pt x="1662038" y="503516"/>
                  </a:lnTo>
                  <a:lnTo>
                    <a:pt x="1759805" y="480503"/>
                  </a:lnTo>
                  <a:lnTo>
                    <a:pt x="1857572" y="444024"/>
                  </a:lnTo>
                  <a:lnTo>
                    <a:pt x="1955338" y="413889"/>
                  </a:lnTo>
                  <a:lnTo>
                    <a:pt x="2053105" y="401554"/>
                  </a:lnTo>
                  <a:lnTo>
                    <a:pt x="2150872" y="382457"/>
                  </a:lnTo>
                  <a:lnTo>
                    <a:pt x="2248639" y="359040"/>
                  </a:lnTo>
                  <a:lnTo>
                    <a:pt x="2346406" y="334227"/>
                  </a:lnTo>
                  <a:lnTo>
                    <a:pt x="2444173" y="312230"/>
                  </a:lnTo>
                  <a:lnTo>
                    <a:pt x="2541940" y="273111"/>
                  </a:lnTo>
                  <a:lnTo>
                    <a:pt x="2639707" y="221858"/>
                  </a:lnTo>
                  <a:lnTo>
                    <a:pt x="2737474" y="169001"/>
                  </a:lnTo>
                  <a:lnTo>
                    <a:pt x="2835241" y="132445"/>
                  </a:lnTo>
                  <a:lnTo>
                    <a:pt x="2933008" y="100975"/>
                  </a:lnTo>
                  <a:lnTo>
                    <a:pt x="3030775" y="59052"/>
                  </a:lnTo>
                  <a:lnTo>
                    <a:pt x="3128542" y="0"/>
                  </a:lnTo>
                </a:path>
              </a:pathLst>
            </a:custGeom>
            <a:ln w="13550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l21"/>
            <p:cNvSpPr/>
            <p:nvPr/>
          </p:nvSpPr>
          <p:spPr>
            <a:xfrm>
              <a:off x="1140762" y="4733211"/>
              <a:ext cx="3128542" cy="516245"/>
            </a:xfrm>
            <a:custGeom>
              <a:avLst/>
              <a:gdLst/>
              <a:ahLst/>
              <a:cxnLst/>
              <a:rect l="0" t="0" r="0" b="0"/>
              <a:pathLst>
                <a:path w="3128542" h="516245">
                  <a:moveTo>
                    <a:pt x="0" y="88594"/>
                  </a:moveTo>
                  <a:lnTo>
                    <a:pt x="97766" y="0"/>
                  </a:lnTo>
                  <a:lnTo>
                    <a:pt x="195533" y="72255"/>
                  </a:lnTo>
                  <a:lnTo>
                    <a:pt x="293300" y="186751"/>
                  </a:lnTo>
                  <a:lnTo>
                    <a:pt x="391067" y="259683"/>
                  </a:lnTo>
                  <a:lnTo>
                    <a:pt x="488834" y="321803"/>
                  </a:lnTo>
                  <a:lnTo>
                    <a:pt x="586601" y="277220"/>
                  </a:lnTo>
                  <a:lnTo>
                    <a:pt x="684368" y="338477"/>
                  </a:lnTo>
                  <a:lnTo>
                    <a:pt x="782135" y="369278"/>
                  </a:lnTo>
                  <a:lnTo>
                    <a:pt x="879902" y="434357"/>
                  </a:lnTo>
                  <a:lnTo>
                    <a:pt x="977669" y="435493"/>
                  </a:lnTo>
                  <a:lnTo>
                    <a:pt x="1075436" y="465585"/>
                  </a:lnTo>
                  <a:lnTo>
                    <a:pt x="1173203" y="480921"/>
                  </a:lnTo>
                  <a:lnTo>
                    <a:pt x="1270970" y="516245"/>
                  </a:lnTo>
                  <a:lnTo>
                    <a:pt x="1368737" y="491814"/>
                  </a:lnTo>
                  <a:lnTo>
                    <a:pt x="1466504" y="379503"/>
                  </a:lnTo>
                  <a:lnTo>
                    <a:pt x="1564271" y="270050"/>
                  </a:lnTo>
                  <a:lnTo>
                    <a:pt x="1662038" y="275833"/>
                  </a:lnTo>
                  <a:lnTo>
                    <a:pt x="1759805" y="298565"/>
                  </a:lnTo>
                  <a:lnTo>
                    <a:pt x="1857572" y="280385"/>
                  </a:lnTo>
                  <a:lnTo>
                    <a:pt x="1955338" y="271614"/>
                  </a:lnTo>
                  <a:lnTo>
                    <a:pt x="2053105" y="292920"/>
                  </a:lnTo>
                  <a:lnTo>
                    <a:pt x="2150872" y="310606"/>
                  </a:lnTo>
                  <a:lnTo>
                    <a:pt x="2248639" y="317202"/>
                  </a:lnTo>
                  <a:lnTo>
                    <a:pt x="2346406" y="309034"/>
                  </a:lnTo>
                  <a:lnTo>
                    <a:pt x="2444173" y="311824"/>
                  </a:lnTo>
                  <a:lnTo>
                    <a:pt x="2541940" y="293733"/>
                  </a:lnTo>
                  <a:lnTo>
                    <a:pt x="2639707" y="269891"/>
                  </a:lnTo>
                  <a:lnTo>
                    <a:pt x="2737474" y="248458"/>
                  </a:lnTo>
                  <a:lnTo>
                    <a:pt x="2835241" y="249523"/>
                  </a:lnTo>
                  <a:lnTo>
                    <a:pt x="2933008" y="280150"/>
                  </a:lnTo>
                  <a:lnTo>
                    <a:pt x="3030775" y="303833"/>
                  </a:lnTo>
                  <a:lnTo>
                    <a:pt x="3128542" y="300855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rc22"/>
            <p:cNvSpPr/>
            <p:nvPr/>
          </p:nvSpPr>
          <p:spPr>
            <a:xfrm>
              <a:off x="4608611" y="2293544"/>
              <a:ext cx="3441396" cy="131062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4" name="pl23"/>
            <p:cNvSpPr/>
            <p:nvPr/>
          </p:nvSpPr>
          <p:spPr>
            <a:xfrm>
              <a:off x="4608611" y="3508186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  <a:lnTo>
                    <a:pt x="344139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l24"/>
            <p:cNvSpPr/>
            <p:nvPr/>
          </p:nvSpPr>
          <p:spPr>
            <a:xfrm>
              <a:off x="4608611" y="3236083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  <a:lnTo>
                    <a:pt x="344139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l25"/>
            <p:cNvSpPr/>
            <p:nvPr/>
          </p:nvSpPr>
          <p:spPr>
            <a:xfrm>
              <a:off x="4608611" y="2963979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  <a:lnTo>
                    <a:pt x="344139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l26"/>
            <p:cNvSpPr/>
            <p:nvPr/>
          </p:nvSpPr>
          <p:spPr>
            <a:xfrm>
              <a:off x="4608611" y="2691875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  <a:lnTo>
                    <a:pt x="344139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l27"/>
            <p:cNvSpPr/>
            <p:nvPr/>
          </p:nvSpPr>
          <p:spPr>
            <a:xfrm>
              <a:off x="4608611" y="2419771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  <a:lnTo>
                    <a:pt x="344139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l28"/>
            <p:cNvSpPr/>
            <p:nvPr/>
          </p:nvSpPr>
          <p:spPr>
            <a:xfrm>
              <a:off x="4765038" y="2433027"/>
              <a:ext cx="3128542" cy="797294"/>
            </a:xfrm>
            <a:custGeom>
              <a:avLst/>
              <a:gdLst/>
              <a:ahLst/>
              <a:cxnLst/>
              <a:rect l="0" t="0" r="0" b="0"/>
              <a:pathLst>
                <a:path w="3128542" h="797294">
                  <a:moveTo>
                    <a:pt x="0" y="509747"/>
                  </a:moveTo>
                  <a:lnTo>
                    <a:pt x="97766" y="640620"/>
                  </a:lnTo>
                  <a:lnTo>
                    <a:pt x="195533" y="606689"/>
                  </a:lnTo>
                  <a:lnTo>
                    <a:pt x="293300" y="797294"/>
                  </a:lnTo>
                  <a:lnTo>
                    <a:pt x="391067" y="701207"/>
                  </a:lnTo>
                  <a:lnTo>
                    <a:pt x="488834" y="410301"/>
                  </a:lnTo>
                  <a:lnTo>
                    <a:pt x="586601" y="527079"/>
                  </a:lnTo>
                  <a:lnTo>
                    <a:pt x="684368" y="540531"/>
                  </a:lnTo>
                  <a:lnTo>
                    <a:pt x="782135" y="138837"/>
                  </a:lnTo>
                  <a:lnTo>
                    <a:pt x="879902" y="140367"/>
                  </a:lnTo>
                  <a:lnTo>
                    <a:pt x="977669" y="258210"/>
                  </a:lnTo>
                  <a:lnTo>
                    <a:pt x="1075436" y="355026"/>
                  </a:lnTo>
                  <a:lnTo>
                    <a:pt x="1173203" y="447657"/>
                  </a:lnTo>
                  <a:lnTo>
                    <a:pt x="1270970" y="463500"/>
                  </a:lnTo>
                  <a:lnTo>
                    <a:pt x="1368737" y="365699"/>
                  </a:lnTo>
                  <a:lnTo>
                    <a:pt x="1466504" y="311482"/>
                  </a:lnTo>
                  <a:lnTo>
                    <a:pt x="1564271" y="225132"/>
                  </a:lnTo>
                  <a:lnTo>
                    <a:pt x="1662038" y="148074"/>
                  </a:lnTo>
                  <a:lnTo>
                    <a:pt x="1759805" y="137912"/>
                  </a:lnTo>
                  <a:lnTo>
                    <a:pt x="1857572" y="249698"/>
                  </a:lnTo>
                  <a:lnTo>
                    <a:pt x="1955338" y="233366"/>
                  </a:lnTo>
                  <a:lnTo>
                    <a:pt x="2053105" y="223190"/>
                  </a:lnTo>
                  <a:lnTo>
                    <a:pt x="2150872" y="211662"/>
                  </a:lnTo>
                  <a:lnTo>
                    <a:pt x="2248639" y="199259"/>
                  </a:lnTo>
                  <a:lnTo>
                    <a:pt x="2346406" y="186786"/>
                  </a:lnTo>
                  <a:lnTo>
                    <a:pt x="2444173" y="145496"/>
                  </a:lnTo>
                  <a:lnTo>
                    <a:pt x="2541940" y="119530"/>
                  </a:lnTo>
                  <a:lnTo>
                    <a:pt x="2639707" y="129347"/>
                  </a:lnTo>
                  <a:lnTo>
                    <a:pt x="2737474" y="85671"/>
                  </a:lnTo>
                  <a:lnTo>
                    <a:pt x="2835241" y="24197"/>
                  </a:lnTo>
                  <a:lnTo>
                    <a:pt x="2933008" y="0"/>
                  </a:lnTo>
                  <a:lnTo>
                    <a:pt x="3030775" y="125323"/>
                  </a:lnTo>
                  <a:lnTo>
                    <a:pt x="3128542" y="105388"/>
                  </a:lnTo>
                </a:path>
              </a:pathLst>
            </a:custGeom>
            <a:ln w="13550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l29"/>
            <p:cNvSpPr/>
            <p:nvPr/>
          </p:nvSpPr>
          <p:spPr>
            <a:xfrm>
              <a:off x="4765038" y="2345480"/>
              <a:ext cx="3128542" cy="884840"/>
            </a:xfrm>
            <a:custGeom>
              <a:avLst/>
              <a:gdLst/>
              <a:ahLst/>
              <a:cxnLst/>
              <a:rect l="0" t="0" r="0" b="0"/>
              <a:pathLst>
                <a:path w="3128542" h="884840">
                  <a:moveTo>
                    <a:pt x="0" y="597294"/>
                  </a:moveTo>
                  <a:lnTo>
                    <a:pt x="97766" y="728167"/>
                  </a:lnTo>
                  <a:lnTo>
                    <a:pt x="195533" y="694235"/>
                  </a:lnTo>
                  <a:lnTo>
                    <a:pt x="293300" y="884840"/>
                  </a:lnTo>
                  <a:lnTo>
                    <a:pt x="391067" y="788754"/>
                  </a:lnTo>
                  <a:lnTo>
                    <a:pt x="488834" y="497848"/>
                  </a:lnTo>
                  <a:lnTo>
                    <a:pt x="586601" y="614599"/>
                  </a:lnTo>
                  <a:lnTo>
                    <a:pt x="684368" y="628816"/>
                  </a:lnTo>
                  <a:lnTo>
                    <a:pt x="782135" y="208150"/>
                  </a:lnTo>
                  <a:lnTo>
                    <a:pt x="879902" y="188508"/>
                  </a:lnTo>
                  <a:lnTo>
                    <a:pt x="977669" y="267872"/>
                  </a:lnTo>
                  <a:lnTo>
                    <a:pt x="1075436" y="501605"/>
                  </a:lnTo>
                  <a:lnTo>
                    <a:pt x="1173203" y="637996"/>
                  </a:lnTo>
                  <a:lnTo>
                    <a:pt x="1270970" y="521254"/>
                  </a:lnTo>
                  <a:lnTo>
                    <a:pt x="1368737" y="420353"/>
                  </a:lnTo>
                  <a:lnTo>
                    <a:pt x="1466504" y="388329"/>
                  </a:lnTo>
                  <a:lnTo>
                    <a:pt x="1564271" y="348049"/>
                  </a:lnTo>
                  <a:lnTo>
                    <a:pt x="1662038" y="370379"/>
                  </a:lnTo>
                  <a:lnTo>
                    <a:pt x="1759805" y="430172"/>
                  </a:lnTo>
                  <a:lnTo>
                    <a:pt x="1857572" y="448536"/>
                  </a:lnTo>
                  <a:lnTo>
                    <a:pt x="1955338" y="453482"/>
                  </a:lnTo>
                  <a:lnTo>
                    <a:pt x="2053105" y="427735"/>
                  </a:lnTo>
                  <a:lnTo>
                    <a:pt x="2150872" y="394940"/>
                  </a:lnTo>
                  <a:lnTo>
                    <a:pt x="2248639" y="374599"/>
                  </a:lnTo>
                  <a:lnTo>
                    <a:pt x="2346406" y="350819"/>
                  </a:lnTo>
                  <a:lnTo>
                    <a:pt x="2444173" y="301128"/>
                  </a:lnTo>
                  <a:lnTo>
                    <a:pt x="2541940" y="263688"/>
                  </a:lnTo>
                  <a:lnTo>
                    <a:pt x="2639707" y="225445"/>
                  </a:lnTo>
                  <a:lnTo>
                    <a:pt x="2737474" y="185543"/>
                  </a:lnTo>
                  <a:lnTo>
                    <a:pt x="2835241" y="146022"/>
                  </a:lnTo>
                  <a:lnTo>
                    <a:pt x="2933008" y="102282"/>
                  </a:lnTo>
                  <a:lnTo>
                    <a:pt x="3030775" y="63372"/>
                  </a:lnTo>
                  <a:lnTo>
                    <a:pt x="3128542" y="0"/>
                  </a:lnTo>
                </a:path>
              </a:pathLst>
            </a:custGeom>
            <a:ln w="13550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pl30"/>
            <p:cNvSpPr/>
            <p:nvPr/>
          </p:nvSpPr>
          <p:spPr>
            <a:xfrm>
              <a:off x="4765038" y="2458085"/>
              <a:ext cx="3128542" cy="772235"/>
            </a:xfrm>
            <a:custGeom>
              <a:avLst/>
              <a:gdLst/>
              <a:ahLst/>
              <a:cxnLst/>
              <a:rect l="0" t="0" r="0" b="0"/>
              <a:pathLst>
                <a:path w="3128542" h="772235">
                  <a:moveTo>
                    <a:pt x="0" y="484688"/>
                  </a:moveTo>
                  <a:lnTo>
                    <a:pt x="97766" y="615562"/>
                  </a:lnTo>
                  <a:lnTo>
                    <a:pt x="195533" y="581630"/>
                  </a:lnTo>
                  <a:lnTo>
                    <a:pt x="293300" y="772235"/>
                  </a:lnTo>
                  <a:lnTo>
                    <a:pt x="391067" y="676149"/>
                  </a:lnTo>
                  <a:lnTo>
                    <a:pt x="488834" y="385243"/>
                  </a:lnTo>
                  <a:lnTo>
                    <a:pt x="586601" y="502021"/>
                  </a:lnTo>
                  <a:lnTo>
                    <a:pt x="684368" y="515472"/>
                  </a:lnTo>
                  <a:lnTo>
                    <a:pt x="782135" y="113778"/>
                  </a:lnTo>
                  <a:lnTo>
                    <a:pt x="879902" y="115302"/>
                  </a:lnTo>
                  <a:lnTo>
                    <a:pt x="977669" y="235810"/>
                  </a:lnTo>
                  <a:lnTo>
                    <a:pt x="1075436" y="343719"/>
                  </a:lnTo>
                  <a:lnTo>
                    <a:pt x="1173203" y="436621"/>
                  </a:lnTo>
                  <a:lnTo>
                    <a:pt x="1270970" y="360205"/>
                  </a:lnTo>
                  <a:lnTo>
                    <a:pt x="1368737" y="0"/>
                  </a:lnTo>
                  <a:lnTo>
                    <a:pt x="1466504" y="10420"/>
                  </a:lnTo>
                  <a:lnTo>
                    <a:pt x="1564271" y="214723"/>
                  </a:lnTo>
                  <a:lnTo>
                    <a:pt x="1662038" y="188269"/>
                  </a:lnTo>
                  <a:lnTo>
                    <a:pt x="1759805" y="116253"/>
                  </a:lnTo>
                  <a:lnTo>
                    <a:pt x="1857572" y="175132"/>
                  </a:lnTo>
                  <a:lnTo>
                    <a:pt x="1955338" y="214565"/>
                  </a:lnTo>
                  <a:lnTo>
                    <a:pt x="2053105" y="235209"/>
                  </a:lnTo>
                  <a:lnTo>
                    <a:pt x="2150872" y="195881"/>
                  </a:lnTo>
                  <a:lnTo>
                    <a:pt x="2248639" y="194750"/>
                  </a:lnTo>
                  <a:lnTo>
                    <a:pt x="2346406" y="207178"/>
                  </a:lnTo>
                  <a:lnTo>
                    <a:pt x="2444173" y="163647"/>
                  </a:lnTo>
                  <a:lnTo>
                    <a:pt x="2541940" y="133495"/>
                  </a:lnTo>
                  <a:lnTo>
                    <a:pt x="2639707" y="70943"/>
                  </a:lnTo>
                  <a:lnTo>
                    <a:pt x="2737474" y="72174"/>
                  </a:lnTo>
                  <a:lnTo>
                    <a:pt x="2835241" y="83868"/>
                  </a:lnTo>
                  <a:lnTo>
                    <a:pt x="2933008" y="86541"/>
                  </a:lnTo>
                  <a:lnTo>
                    <a:pt x="3030775" y="67694"/>
                  </a:lnTo>
                  <a:lnTo>
                    <a:pt x="3128542" y="49676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rc31"/>
            <p:cNvSpPr/>
            <p:nvPr/>
          </p:nvSpPr>
          <p:spPr>
            <a:xfrm>
              <a:off x="4608611" y="4180995"/>
              <a:ext cx="3441396" cy="131062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3" name="pl32"/>
            <p:cNvSpPr/>
            <p:nvPr/>
          </p:nvSpPr>
          <p:spPr>
            <a:xfrm>
              <a:off x="4608611" y="5395637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  <a:lnTo>
                    <a:pt x="344139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l33"/>
            <p:cNvSpPr/>
            <p:nvPr/>
          </p:nvSpPr>
          <p:spPr>
            <a:xfrm>
              <a:off x="4608611" y="5123533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  <a:lnTo>
                    <a:pt x="344139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l34"/>
            <p:cNvSpPr/>
            <p:nvPr/>
          </p:nvSpPr>
          <p:spPr>
            <a:xfrm>
              <a:off x="4608611" y="4851430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  <a:lnTo>
                    <a:pt x="344139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l35"/>
            <p:cNvSpPr/>
            <p:nvPr/>
          </p:nvSpPr>
          <p:spPr>
            <a:xfrm>
              <a:off x="4608611" y="4579326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  <a:lnTo>
                    <a:pt x="344139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l36"/>
            <p:cNvSpPr/>
            <p:nvPr/>
          </p:nvSpPr>
          <p:spPr>
            <a:xfrm>
              <a:off x="4608611" y="4307222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  <a:lnTo>
                    <a:pt x="344139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pl37"/>
            <p:cNvSpPr/>
            <p:nvPr/>
          </p:nvSpPr>
          <p:spPr>
            <a:xfrm>
              <a:off x="4765038" y="4765216"/>
              <a:ext cx="3128542" cy="462779"/>
            </a:xfrm>
            <a:custGeom>
              <a:avLst/>
              <a:gdLst/>
              <a:ahLst/>
              <a:cxnLst/>
              <a:rect l="0" t="0" r="0" b="0"/>
              <a:pathLst>
                <a:path w="3128542" h="462779">
                  <a:moveTo>
                    <a:pt x="0" y="90951"/>
                  </a:moveTo>
                  <a:lnTo>
                    <a:pt x="97766" y="6150"/>
                  </a:lnTo>
                  <a:lnTo>
                    <a:pt x="195533" y="0"/>
                  </a:lnTo>
                  <a:lnTo>
                    <a:pt x="293300" y="233197"/>
                  </a:lnTo>
                  <a:lnTo>
                    <a:pt x="391067" y="300420"/>
                  </a:lnTo>
                  <a:lnTo>
                    <a:pt x="488834" y="140781"/>
                  </a:lnTo>
                  <a:lnTo>
                    <a:pt x="586601" y="151456"/>
                  </a:lnTo>
                  <a:lnTo>
                    <a:pt x="684368" y="161313"/>
                  </a:lnTo>
                  <a:lnTo>
                    <a:pt x="782135" y="182516"/>
                  </a:lnTo>
                  <a:lnTo>
                    <a:pt x="879902" y="144375"/>
                  </a:lnTo>
                  <a:lnTo>
                    <a:pt x="977669" y="198924"/>
                  </a:lnTo>
                  <a:lnTo>
                    <a:pt x="1075436" y="249894"/>
                  </a:lnTo>
                  <a:lnTo>
                    <a:pt x="1173203" y="271506"/>
                  </a:lnTo>
                  <a:lnTo>
                    <a:pt x="1270970" y="462779"/>
                  </a:lnTo>
                  <a:lnTo>
                    <a:pt x="1368737" y="422742"/>
                  </a:lnTo>
                  <a:lnTo>
                    <a:pt x="1466504" y="380034"/>
                  </a:lnTo>
                  <a:lnTo>
                    <a:pt x="1564271" y="322954"/>
                  </a:lnTo>
                  <a:lnTo>
                    <a:pt x="1662038" y="303326"/>
                  </a:lnTo>
                  <a:lnTo>
                    <a:pt x="1759805" y="242003"/>
                  </a:lnTo>
                  <a:lnTo>
                    <a:pt x="1857572" y="211261"/>
                  </a:lnTo>
                  <a:lnTo>
                    <a:pt x="1955338" y="204118"/>
                  </a:lnTo>
                  <a:lnTo>
                    <a:pt x="2053105" y="227031"/>
                  </a:lnTo>
                  <a:lnTo>
                    <a:pt x="2150872" y="235931"/>
                  </a:lnTo>
                  <a:lnTo>
                    <a:pt x="2248639" y="223622"/>
                  </a:lnTo>
                  <a:lnTo>
                    <a:pt x="2346406" y="213917"/>
                  </a:lnTo>
                  <a:lnTo>
                    <a:pt x="2444173" y="199543"/>
                  </a:lnTo>
                  <a:lnTo>
                    <a:pt x="2541940" y="184465"/>
                  </a:lnTo>
                  <a:lnTo>
                    <a:pt x="2639707" y="175529"/>
                  </a:lnTo>
                  <a:lnTo>
                    <a:pt x="2737474" y="169000"/>
                  </a:lnTo>
                  <a:lnTo>
                    <a:pt x="2835241" y="176057"/>
                  </a:lnTo>
                  <a:lnTo>
                    <a:pt x="2933008" y="151404"/>
                  </a:lnTo>
                  <a:lnTo>
                    <a:pt x="3030775" y="150426"/>
                  </a:lnTo>
                  <a:lnTo>
                    <a:pt x="3128542" y="157893"/>
                  </a:lnTo>
                </a:path>
              </a:pathLst>
            </a:custGeom>
            <a:ln w="13550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l38"/>
            <p:cNvSpPr/>
            <p:nvPr/>
          </p:nvSpPr>
          <p:spPr>
            <a:xfrm>
              <a:off x="4765038" y="4415649"/>
              <a:ext cx="3128542" cy="649987"/>
            </a:xfrm>
            <a:custGeom>
              <a:avLst/>
              <a:gdLst/>
              <a:ahLst/>
              <a:cxnLst/>
              <a:rect l="0" t="0" r="0" b="0"/>
              <a:pathLst>
                <a:path w="3128542" h="649987">
                  <a:moveTo>
                    <a:pt x="0" y="440518"/>
                  </a:moveTo>
                  <a:lnTo>
                    <a:pt x="97766" y="355717"/>
                  </a:lnTo>
                  <a:lnTo>
                    <a:pt x="195533" y="349566"/>
                  </a:lnTo>
                  <a:lnTo>
                    <a:pt x="293300" y="582764"/>
                  </a:lnTo>
                  <a:lnTo>
                    <a:pt x="391067" y="649987"/>
                  </a:lnTo>
                  <a:lnTo>
                    <a:pt x="488834" y="490348"/>
                  </a:lnTo>
                  <a:lnTo>
                    <a:pt x="586601" y="500995"/>
                  </a:lnTo>
                  <a:lnTo>
                    <a:pt x="684368" y="510855"/>
                  </a:lnTo>
                  <a:lnTo>
                    <a:pt x="782135" y="512462"/>
                  </a:lnTo>
                  <a:lnTo>
                    <a:pt x="879902" y="462283"/>
                  </a:lnTo>
                  <a:lnTo>
                    <a:pt x="977669" y="502885"/>
                  </a:lnTo>
                  <a:lnTo>
                    <a:pt x="1075436" y="576230"/>
                  </a:lnTo>
                  <a:lnTo>
                    <a:pt x="1173203" y="612614"/>
                  </a:lnTo>
                  <a:lnTo>
                    <a:pt x="1270970" y="618167"/>
                  </a:lnTo>
                  <a:lnTo>
                    <a:pt x="1368737" y="577866"/>
                  </a:lnTo>
                  <a:lnTo>
                    <a:pt x="1466504" y="560891"/>
                  </a:lnTo>
                  <a:lnTo>
                    <a:pt x="1564271" y="561396"/>
                  </a:lnTo>
                  <a:lnTo>
                    <a:pt x="1662038" y="516845"/>
                  </a:lnTo>
                  <a:lnTo>
                    <a:pt x="1759805" y="450356"/>
                  </a:lnTo>
                  <a:lnTo>
                    <a:pt x="1857572" y="442146"/>
                  </a:lnTo>
                  <a:lnTo>
                    <a:pt x="1955338" y="434834"/>
                  </a:lnTo>
                  <a:lnTo>
                    <a:pt x="2053105" y="410875"/>
                  </a:lnTo>
                  <a:lnTo>
                    <a:pt x="2150872" y="384956"/>
                  </a:lnTo>
                  <a:lnTo>
                    <a:pt x="2248639" y="371176"/>
                  </a:lnTo>
                  <a:lnTo>
                    <a:pt x="2346406" y="347730"/>
                  </a:lnTo>
                  <a:lnTo>
                    <a:pt x="2444173" y="306384"/>
                  </a:lnTo>
                  <a:lnTo>
                    <a:pt x="2541940" y="265082"/>
                  </a:lnTo>
                  <a:lnTo>
                    <a:pt x="2639707" y="216442"/>
                  </a:lnTo>
                  <a:lnTo>
                    <a:pt x="2737474" y="181384"/>
                  </a:lnTo>
                  <a:lnTo>
                    <a:pt x="2835241" y="156658"/>
                  </a:lnTo>
                  <a:lnTo>
                    <a:pt x="2933008" y="113916"/>
                  </a:lnTo>
                  <a:lnTo>
                    <a:pt x="3030775" y="60631"/>
                  </a:lnTo>
                  <a:lnTo>
                    <a:pt x="3128542" y="0"/>
                  </a:lnTo>
                </a:path>
              </a:pathLst>
            </a:custGeom>
            <a:ln w="13550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l39"/>
            <p:cNvSpPr/>
            <p:nvPr/>
          </p:nvSpPr>
          <p:spPr>
            <a:xfrm>
              <a:off x="4765038" y="4765216"/>
              <a:ext cx="3128542" cy="353629"/>
            </a:xfrm>
            <a:custGeom>
              <a:avLst/>
              <a:gdLst/>
              <a:ahLst/>
              <a:cxnLst/>
              <a:rect l="0" t="0" r="0" b="0"/>
              <a:pathLst>
                <a:path w="3128542" h="353629">
                  <a:moveTo>
                    <a:pt x="0" y="90951"/>
                  </a:moveTo>
                  <a:lnTo>
                    <a:pt x="97766" y="6150"/>
                  </a:lnTo>
                  <a:lnTo>
                    <a:pt x="195533" y="0"/>
                  </a:lnTo>
                  <a:lnTo>
                    <a:pt x="293300" y="233197"/>
                  </a:lnTo>
                  <a:lnTo>
                    <a:pt x="391067" y="300420"/>
                  </a:lnTo>
                  <a:lnTo>
                    <a:pt x="488834" y="140781"/>
                  </a:lnTo>
                  <a:lnTo>
                    <a:pt x="586601" y="151456"/>
                  </a:lnTo>
                  <a:lnTo>
                    <a:pt x="684368" y="161313"/>
                  </a:lnTo>
                  <a:lnTo>
                    <a:pt x="782135" y="182516"/>
                  </a:lnTo>
                  <a:lnTo>
                    <a:pt x="879902" y="144369"/>
                  </a:lnTo>
                  <a:lnTo>
                    <a:pt x="977669" y="198914"/>
                  </a:lnTo>
                  <a:lnTo>
                    <a:pt x="1075436" y="249820"/>
                  </a:lnTo>
                  <a:lnTo>
                    <a:pt x="1173203" y="263356"/>
                  </a:lnTo>
                  <a:lnTo>
                    <a:pt x="1270970" y="353629"/>
                  </a:lnTo>
                  <a:lnTo>
                    <a:pt x="1368737" y="116113"/>
                  </a:lnTo>
                  <a:lnTo>
                    <a:pt x="1466504" y="118770"/>
                  </a:lnTo>
                  <a:lnTo>
                    <a:pt x="1564271" y="182970"/>
                  </a:lnTo>
                  <a:lnTo>
                    <a:pt x="1662038" y="167600"/>
                  </a:lnTo>
                  <a:lnTo>
                    <a:pt x="1759805" y="114719"/>
                  </a:lnTo>
                  <a:lnTo>
                    <a:pt x="1857572" y="128663"/>
                  </a:lnTo>
                  <a:lnTo>
                    <a:pt x="1955338" y="161135"/>
                  </a:lnTo>
                  <a:lnTo>
                    <a:pt x="2053105" y="179660"/>
                  </a:lnTo>
                  <a:lnTo>
                    <a:pt x="2150872" y="158047"/>
                  </a:lnTo>
                  <a:lnTo>
                    <a:pt x="2248639" y="176225"/>
                  </a:lnTo>
                  <a:lnTo>
                    <a:pt x="2346406" y="162937"/>
                  </a:lnTo>
                  <a:lnTo>
                    <a:pt x="2444173" y="143848"/>
                  </a:lnTo>
                  <a:lnTo>
                    <a:pt x="2541940" y="130591"/>
                  </a:lnTo>
                  <a:lnTo>
                    <a:pt x="2639707" y="96912"/>
                  </a:lnTo>
                  <a:lnTo>
                    <a:pt x="2737474" y="110225"/>
                  </a:lnTo>
                  <a:lnTo>
                    <a:pt x="2835241" y="157665"/>
                  </a:lnTo>
                  <a:lnTo>
                    <a:pt x="2933008" y="173319"/>
                  </a:lnTo>
                  <a:lnTo>
                    <a:pt x="3030775" y="158751"/>
                  </a:lnTo>
                  <a:lnTo>
                    <a:pt x="3128542" y="156256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rc40"/>
            <p:cNvSpPr/>
            <p:nvPr/>
          </p:nvSpPr>
          <p:spPr>
            <a:xfrm>
              <a:off x="8232888" y="2293544"/>
              <a:ext cx="3441396" cy="131062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2" name="pl41"/>
            <p:cNvSpPr/>
            <p:nvPr/>
          </p:nvSpPr>
          <p:spPr>
            <a:xfrm>
              <a:off x="8232888" y="3508186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  <a:lnTo>
                    <a:pt x="344139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l42"/>
            <p:cNvSpPr/>
            <p:nvPr/>
          </p:nvSpPr>
          <p:spPr>
            <a:xfrm>
              <a:off x="8232888" y="3236083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  <a:lnTo>
                    <a:pt x="344139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l43"/>
            <p:cNvSpPr/>
            <p:nvPr/>
          </p:nvSpPr>
          <p:spPr>
            <a:xfrm>
              <a:off x="8232888" y="2963979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  <a:lnTo>
                    <a:pt x="344139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l44"/>
            <p:cNvSpPr/>
            <p:nvPr/>
          </p:nvSpPr>
          <p:spPr>
            <a:xfrm>
              <a:off x="8232888" y="2691875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  <a:lnTo>
                    <a:pt x="344139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l45"/>
            <p:cNvSpPr/>
            <p:nvPr/>
          </p:nvSpPr>
          <p:spPr>
            <a:xfrm>
              <a:off x="8232888" y="2419771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  <a:lnTo>
                    <a:pt x="344139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l46"/>
            <p:cNvSpPr/>
            <p:nvPr/>
          </p:nvSpPr>
          <p:spPr>
            <a:xfrm>
              <a:off x="8389315" y="2714310"/>
              <a:ext cx="3128542" cy="418754"/>
            </a:xfrm>
            <a:custGeom>
              <a:avLst/>
              <a:gdLst/>
              <a:ahLst/>
              <a:cxnLst/>
              <a:rect l="0" t="0" r="0" b="0"/>
              <a:pathLst>
                <a:path w="3128542" h="418754">
                  <a:moveTo>
                    <a:pt x="0" y="0"/>
                  </a:moveTo>
                  <a:lnTo>
                    <a:pt x="97766" y="34946"/>
                  </a:lnTo>
                  <a:lnTo>
                    <a:pt x="195533" y="17270"/>
                  </a:lnTo>
                  <a:lnTo>
                    <a:pt x="293300" y="355194"/>
                  </a:lnTo>
                  <a:lnTo>
                    <a:pt x="391067" y="370854"/>
                  </a:lnTo>
                  <a:lnTo>
                    <a:pt x="488834" y="154358"/>
                  </a:lnTo>
                  <a:lnTo>
                    <a:pt x="586601" y="139372"/>
                  </a:lnTo>
                  <a:lnTo>
                    <a:pt x="684368" y="174212"/>
                  </a:lnTo>
                  <a:lnTo>
                    <a:pt x="782135" y="171271"/>
                  </a:lnTo>
                  <a:lnTo>
                    <a:pt x="879902" y="188589"/>
                  </a:lnTo>
                  <a:lnTo>
                    <a:pt x="977669" y="213919"/>
                  </a:lnTo>
                  <a:lnTo>
                    <a:pt x="1075436" y="283709"/>
                  </a:lnTo>
                  <a:lnTo>
                    <a:pt x="1173203" y="354689"/>
                  </a:lnTo>
                  <a:lnTo>
                    <a:pt x="1270970" y="418754"/>
                  </a:lnTo>
                  <a:lnTo>
                    <a:pt x="1368737" y="376954"/>
                  </a:lnTo>
                  <a:lnTo>
                    <a:pt x="1466504" y="331072"/>
                  </a:lnTo>
                  <a:lnTo>
                    <a:pt x="1564271" y="289944"/>
                  </a:lnTo>
                  <a:lnTo>
                    <a:pt x="1662038" y="277484"/>
                  </a:lnTo>
                  <a:lnTo>
                    <a:pt x="1759805" y="223875"/>
                  </a:lnTo>
                  <a:lnTo>
                    <a:pt x="1857572" y="196845"/>
                  </a:lnTo>
                  <a:lnTo>
                    <a:pt x="1955338" y="187053"/>
                  </a:lnTo>
                  <a:lnTo>
                    <a:pt x="2053105" y="211076"/>
                  </a:lnTo>
                  <a:lnTo>
                    <a:pt x="2150872" y="221283"/>
                  </a:lnTo>
                  <a:lnTo>
                    <a:pt x="2248639" y="206896"/>
                  </a:lnTo>
                  <a:lnTo>
                    <a:pt x="2346406" y="188578"/>
                  </a:lnTo>
                  <a:lnTo>
                    <a:pt x="2444173" y="161223"/>
                  </a:lnTo>
                  <a:lnTo>
                    <a:pt x="2541940" y="161367"/>
                  </a:lnTo>
                  <a:lnTo>
                    <a:pt x="2639707" y="151577"/>
                  </a:lnTo>
                  <a:lnTo>
                    <a:pt x="2737474" y="146567"/>
                  </a:lnTo>
                  <a:lnTo>
                    <a:pt x="2835241" y="155028"/>
                  </a:lnTo>
                  <a:lnTo>
                    <a:pt x="2933008" y="133528"/>
                  </a:lnTo>
                  <a:lnTo>
                    <a:pt x="3030775" y="137333"/>
                  </a:lnTo>
                  <a:lnTo>
                    <a:pt x="3128542" y="146544"/>
                  </a:lnTo>
                </a:path>
              </a:pathLst>
            </a:custGeom>
            <a:ln w="13550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l47"/>
            <p:cNvSpPr/>
            <p:nvPr/>
          </p:nvSpPr>
          <p:spPr>
            <a:xfrm>
              <a:off x="8389315" y="2359893"/>
              <a:ext cx="3128542" cy="725270"/>
            </a:xfrm>
            <a:custGeom>
              <a:avLst/>
              <a:gdLst/>
              <a:ahLst/>
              <a:cxnLst/>
              <a:rect l="0" t="0" r="0" b="0"/>
              <a:pathLst>
                <a:path w="3128542" h="725270">
                  <a:moveTo>
                    <a:pt x="0" y="354416"/>
                  </a:moveTo>
                  <a:lnTo>
                    <a:pt x="97766" y="389363"/>
                  </a:lnTo>
                  <a:lnTo>
                    <a:pt x="195533" y="371687"/>
                  </a:lnTo>
                  <a:lnTo>
                    <a:pt x="293300" y="709610"/>
                  </a:lnTo>
                  <a:lnTo>
                    <a:pt x="391067" y="725270"/>
                  </a:lnTo>
                  <a:lnTo>
                    <a:pt x="488834" y="508774"/>
                  </a:lnTo>
                  <a:lnTo>
                    <a:pt x="586601" y="493761"/>
                  </a:lnTo>
                  <a:lnTo>
                    <a:pt x="684368" y="528603"/>
                  </a:lnTo>
                  <a:lnTo>
                    <a:pt x="782135" y="505992"/>
                  </a:lnTo>
                  <a:lnTo>
                    <a:pt x="879902" y="513335"/>
                  </a:lnTo>
                  <a:lnTo>
                    <a:pt x="977669" y="523431"/>
                  </a:lnTo>
                  <a:lnTo>
                    <a:pt x="1075436" y="638377"/>
                  </a:lnTo>
                  <a:lnTo>
                    <a:pt x="1173203" y="723838"/>
                  </a:lnTo>
                  <a:lnTo>
                    <a:pt x="1270970" y="599126"/>
                  </a:lnTo>
                  <a:lnTo>
                    <a:pt x="1368737" y="556795"/>
                  </a:lnTo>
                  <a:lnTo>
                    <a:pt x="1466504" y="543197"/>
                  </a:lnTo>
                  <a:lnTo>
                    <a:pt x="1564271" y="548937"/>
                  </a:lnTo>
                  <a:lnTo>
                    <a:pt x="1662038" y="512087"/>
                  </a:lnTo>
                  <a:lnTo>
                    <a:pt x="1759805" y="453173"/>
                  </a:lnTo>
                  <a:lnTo>
                    <a:pt x="1857572" y="447848"/>
                  </a:lnTo>
                  <a:lnTo>
                    <a:pt x="1955338" y="440660"/>
                  </a:lnTo>
                  <a:lnTo>
                    <a:pt x="2053105" y="415750"/>
                  </a:lnTo>
                  <a:lnTo>
                    <a:pt x="2150872" y="389996"/>
                  </a:lnTo>
                  <a:lnTo>
                    <a:pt x="2248639" y="375903"/>
                  </a:lnTo>
                  <a:lnTo>
                    <a:pt x="2346406" y="347884"/>
                  </a:lnTo>
                  <a:lnTo>
                    <a:pt x="2444173" y="305168"/>
                  </a:lnTo>
                  <a:lnTo>
                    <a:pt x="2541940" y="264712"/>
                  </a:lnTo>
                  <a:lnTo>
                    <a:pt x="2639707" y="215368"/>
                  </a:lnTo>
                  <a:lnTo>
                    <a:pt x="2737474" y="180140"/>
                  </a:lnTo>
                  <a:lnTo>
                    <a:pt x="2835241" y="156649"/>
                  </a:lnTo>
                  <a:lnTo>
                    <a:pt x="2933008" y="113746"/>
                  </a:lnTo>
                  <a:lnTo>
                    <a:pt x="3030775" y="60913"/>
                  </a:lnTo>
                  <a:lnTo>
                    <a:pt x="3128542" y="0"/>
                  </a:lnTo>
                </a:path>
              </a:pathLst>
            </a:custGeom>
            <a:ln w="13550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l48"/>
            <p:cNvSpPr/>
            <p:nvPr/>
          </p:nvSpPr>
          <p:spPr>
            <a:xfrm>
              <a:off x="8389315" y="2714310"/>
              <a:ext cx="3128542" cy="370854"/>
            </a:xfrm>
            <a:custGeom>
              <a:avLst/>
              <a:gdLst/>
              <a:ahLst/>
              <a:cxnLst/>
              <a:rect l="0" t="0" r="0" b="0"/>
              <a:pathLst>
                <a:path w="3128542" h="370854">
                  <a:moveTo>
                    <a:pt x="0" y="0"/>
                  </a:moveTo>
                  <a:lnTo>
                    <a:pt x="97766" y="34946"/>
                  </a:lnTo>
                  <a:lnTo>
                    <a:pt x="195533" y="17270"/>
                  </a:lnTo>
                  <a:lnTo>
                    <a:pt x="293300" y="355194"/>
                  </a:lnTo>
                  <a:lnTo>
                    <a:pt x="391067" y="370854"/>
                  </a:lnTo>
                  <a:lnTo>
                    <a:pt x="488834" y="154358"/>
                  </a:lnTo>
                  <a:lnTo>
                    <a:pt x="586601" y="139372"/>
                  </a:lnTo>
                  <a:lnTo>
                    <a:pt x="684368" y="174212"/>
                  </a:lnTo>
                  <a:lnTo>
                    <a:pt x="782135" y="171271"/>
                  </a:lnTo>
                  <a:lnTo>
                    <a:pt x="879902" y="188582"/>
                  </a:lnTo>
                  <a:lnTo>
                    <a:pt x="977669" y="213924"/>
                  </a:lnTo>
                  <a:lnTo>
                    <a:pt x="1075436" y="283664"/>
                  </a:lnTo>
                  <a:lnTo>
                    <a:pt x="1173203" y="345808"/>
                  </a:lnTo>
                  <a:lnTo>
                    <a:pt x="1270970" y="308712"/>
                  </a:lnTo>
                  <a:lnTo>
                    <a:pt x="1368737" y="76293"/>
                  </a:lnTo>
                  <a:lnTo>
                    <a:pt x="1466504" y="89735"/>
                  </a:lnTo>
                  <a:lnTo>
                    <a:pt x="1564271" y="166456"/>
                  </a:lnTo>
                  <a:lnTo>
                    <a:pt x="1662038" y="157555"/>
                  </a:lnTo>
                  <a:lnTo>
                    <a:pt x="1759805" y="104225"/>
                  </a:lnTo>
                  <a:lnTo>
                    <a:pt x="1857572" y="122376"/>
                  </a:lnTo>
                  <a:lnTo>
                    <a:pt x="1955338" y="151093"/>
                  </a:lnTo>
                  <a:lnTo>
                    <a:pt x="2053105" y="168097"/>
                  </a:lnTo>
                  <a:lnTo>
                    <a:pt x="2150872" y="146742"/>
                  </a:lnTo>
                  <a:lnTo>
                    <a:pt x="2248639" y="163686"/>
                  </a:lnTo>
                  <a:lnTo>
                    <a:pt x="2346406" y="144500"/>
                  </a:lnTo>
                  <a:lnTo>
                    <a:pt x="2444173" y="121074"/>
                  </a:lnTo>
                  <a:lnTo>
                    <a:pt x="2541940" y="113347"/>
                  </a:lnTo>
                  <a:lnTo>
                    <a:pt x="2639707" y="78205"/>
                  </a:lnTo>
                  <a:lnTo>
                    <a:pt x="2737474" y="87266"/>
                  </a:lnTo>
                  <a:lnTo>
                    <a:pt x="2835241" y="136065"/>
                  </a:lnTo>
                  <a:lnTo>
                    <a:pt x="2933008" y="154253"/>
                  </a:lnTo>
                  <a:lnTo>
                    <a:pt x="3030775" y="141160"/>
                  </a:lnTo>
                  <a:lnTo>
                    <a:pt x="3128542" y="140936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rc49"/>
            <p:cNvSpPr/>
            <p:nvPr/>
          </p:nvSpPr>
          <p:spPr>
            <a:xfrm>
              <a:off x="8232888" y="4180995"/>
              <a:ext cx="3441396" cy="131062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1" name="pl50"/>
            <p:cNvSpPr/>
            <p:nvPr/>
          </p:nvSpPr>
          <p:spPr>
            <a:xfrm>
              <a:off x="8232888" y="5395637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  <a:lnTo>
                    <a:pt x="344139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l51"/>
            <p:cNvSpPr/>
            <p:nvPr/>
          </p:nvSpPr>
          <p:spPr>
            <a:xfrm>
              <a:off x="8232888" y="5123533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  <a:lnTo>
                    <a:pt x="344139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l52"/>
            <p:cNvSpPr/>
            <p:nvPr/>
          </p:nvSpPr>
          <p:spPr>
            <a:xfrm>
              <a:off x="8232888" y="4851430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  <a:lnTo>
                    <a:pt x="344139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l53"/>
            <p:cNvSpPr/>
            <p:nvPr/>
          </p:nvSpPr>
          <p:spPr>
            <a:xfrm>
              <a:off x="8232888" y="4579326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  <a:lnTo>
                    <a:pt x="344139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l54"/>
            <p:cNvSpPr/>
            <p:nvPr/>
          </p:nvSpPr>
          <p:spPr>
            <a:xfrm>
              <a:off x="8232888" y="4307222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  <a:lnTo>
                    <a:pt x="344139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l55"/>
            <p:cNvSpPr/>
            <p:nvPr/>
          </p:nvSpPr>
          <p:spPr>
            <a:xfrm>
              <a:off x="8389315" y="4370865"/>
              <a:ext cx="3128542" cy="1120758"/>
            </a:xfrm>
            <a:custGeom>
              <a:avLst/>
              <a:gdLst/>
              <a:ahLst/>
              <a:cxnLst/>
              <a:rect l="0" t="0" r="0" b="0"/>
              <a:pathLst>
                <a:path w="3128542" h="1120758">
                  <a:moveTo>
                    <a:pt x="0" y="1120758"/>
                  </a:moveTo>
                  <a:lnTo>
                    <a:pt x="97766" y="665077"/>
                  </a:lnTo>
                  <a:lnTo>
                    <a:pt x="195533" y="700042"/>
                  </a:lnTo>
                  <a:lnTo>
                    <a:pt x="293300" y="785792"/>
                  </a:lnTo>
                  <a:lnTo>
                    <a:pt x="391067" y="779659"/>
                  </a:lnTo>
                  <a:lnTo>
                    <a:pt x="488834" y="768769"/>
                  </a:lnTo>
                  <a:lnTo>
                    <a:pt x="586601" y="752331"/>
                  </a:lnTo>
                  <a:lnTo>
                    <a:pt x="684368" y="579513"/>
                  </a:lnTo>
                  <a:lnTo>
                    <a:pt x="782135" y="198295"/>
                  </a:lnTo>
                  <a:lnTo>
                    <a:pt x="879902" y="296459"/>
                  </a:lnTo>
                  <a:lnTo>
                    <a:pt x="977669" y="318787"/>
                  </a:lnTo>
                  <a:lnTo>
                    <a:pt x="1075436" y="264736"/>
                  </a:lnTo>
                  <a:lnTo>
                    <a:pt x="1173203" y="173730"/>
                  </a:lnTo>
                  <a:lnTo>
                    <a:pt x="1270970" y="218677"/>
                  </a:lnTo>
                  <a:lnTo>
                    <a:pt x="1368737" y="219860"/>
                  </a:lnTo>
                  <a:lnTo>
                    <a:pt x="1466504" y="217325"/>
                  </a:lnTo>
                  <a:lnTo>
                    <a:pt x="1564271" y="90727"/>
                  </a:lnTo>
                  <a:lnTo>
                    <a:pt x="1662038" y="26393"/>
                  </a:lnTo>
                  <a:lnTo>
                    <a:pt x="1759805" y="167012"/>
                  </a:lnTo>
                  <a:lnTo>
                    <a:pt x="1857572" y="137049"/>
                  </a:lnTo>
                  <a:lnTo>
                    <a:pt x="1955338" y="60619"/>
                  </a:lnTo>
                  <a:lnTo>
                    <a:pt x="2053105" y="211215"/>
                  </a:lnTo>
                  <a:lnTo>
                    <a:pt x="2150872" y="139608"/>
                  </a:lnTo>
                  <a:lnTo>
                    <a:pt x="2248639" y="81269"/>
                  </a:lnTo>
                  <a:lnTo>
                    <a:pt x="2346406" y="0"/>
                  </a:lnTo>
                  <a:lnTo>
                    <a:pt x="2444173" y="162545"/>
                  </a:lnTo>
                  <a:lnTo>
                    <a:pt x="2541940" y="107740"/>
                  </a:lnTo>
                  <a:lnTo>
                    <a:pt x="2639707" y="91970"/>
                  </a:lnTo>
                  <a:lnTo>
                    <a:pt x="2737474" y="196045"/>
                  </a:lnTo>
                  <a:lnTo>
                    <a:pt x="2835241" y="131093"/>
                  </a:lnTo>
                  <a:lnTo>
                    <a:pt x="2933008" y="75184"/>
                  </a:lnTo>
                  <a:lnTo>
                    <a:pt x="3030775" y="73052"/>
                  </a:lnTo>
                  <a:lnTo>
                    <a:pt x="3128542" y="186393"/>
                  </a:lnTo>
                </a:path>
              </a:pathLst>
            </a:custGeom>
            <a:ln w="13550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l56"/>
            <p:cNvSpPr/>
            <p:nvPr/>
          </p:nvSpPr>
          <p:spPr>
            <a:xfrm>
              <a:off x="8389315" y="4200364"/>
              <a:ext cx="3128542" cy="1291259"/>
            </a:xfrm>
            <a:custGeom>
              <a:avLst/>
              <a:gdLst/>
              <a:ahLst/>
              <a:cxnLst/>
              <a:rect l="0" t="0" r="0" b="0"/>
              <a:pathLst>
                <a:path w="3128542" h="1291259">
                  <a:moveTo>
                    <a:pt x="0" y="1291259"/>
                  </a:moveTo>
                  <a:lnTo>
                    <a:pt x="97766" y="835578"/>
                  </a:lnTo>
                  <a:lnTo>
                    <a:pt x="195533" y="870543"/>
                  </a:lnTo>
                  <a:lnTo>
                    <a:pt x="293300" y="956293"/>
                  </a:lnTo>
                  <a:lnTo>
                    <a:pt x="391067" y="950160"/>
                  </a:lnTo>
                  <a:lnTo>
                    <a:pt x="488834" y="939270"/>
                  </a:lnTo>
                  <a:lnTo>
                    <a:pt x="586601" y="923416"/>
                  </a:lnTo>
                  <a:lnTo>
                    <a:pt x="684368" y="751542"/>
                  </a:lnTo>
                  <a:lnTo>
                    <a:pt x="782135" y="348983"/>
                  </a:lnTo>
                  <a:lnTo>
                    <a:pt x="879902" y="447473"/>
                  </a:lnTo>
                  <a:lnTo>
                    <a:pt x="977669" y="566016"/>
                  </a:lnTo>
                  <a:lnTo>
                    <a:pt x="1075436" y="587035"/>
                  </a:lnTo>
                  <a:lnTo>
                    <a:pt x="1173203" y="665687"/>
                  </a:lnTo>
                  <a:lnTo>
                    <a:pt x="1270970" y="562006"/>
                  </a:lnTo>
                  <a:lnTo>
                    <a:pt x="1368737" y="569541"/>
                  </a:lnTo>
                  <a:lnTo>
                    <a:pt x="1466504" y="538179"/>
                  </a:lnTo>
                  <a:lnTo>
                    <a:pt x="1564271" y="532368"/>
                  </a:lnTo>
                  <a:lnTo>
                    <a:pt x="1662038" y="522702"/>
                  </a:lnTo>
                  <a:lnTo>
                    <a:pt x="1759805" y="491962"/>
                  </a:lnTo>
                  <a:lnTo>
                    <a:pt x="1857572" y="471956"/>
                  </a:lnTo>
                  <a:lnTo>
                    <a:pt x="1955338" y="453676"/>
                  </a:lnTo>
                  <a:lnTo>
                    <a:pt x="2053105" y="438931"/>
                  </a:lnTo>
                  <a:lnTo>
                    <a:pt x="2150872" y="407995"/>
                  </a:lnTo>
                  <a:lnTo>
                    <a:pt x="2248639" y="394555"/>
                  </a:lnTo>
                  <a:lnTo>
                    <a:pt x="2346406" y="372543"/>
                  </a:lnTo>
                  <a:lnTo>
                    <a:pt x="2444173" y="332478"/>
                  </a:lnTo>
                  <a:lnTo>
                    <a:pt x="2541940" y="292610"/>
                  </a:lnTo>
                  <a:lnTo>
                    <a:pt x="2639707" y="262045"/>
                  </a:lnTo>
                  <a:lnTo>
                    <a:pt x="2737474" y="224550"/>
                  </a:lnTo>
                  <a:lnTo>
                    <a:pt x="2835241" y="174791"/>
                  </a:lnTo>
                  <a:lnTo>
                    <a:pt x="2933008" y="115162"/>
                  </a:lnTo>
                  <a:lnTo>
                    <a:pt x="3030775" y="61855"/>
                  </a:lnTo>
                  <a:lnTo>
                    <a:pt x="3128542" y="0"/>
                  </a:lnTo>
                </a:path>
              </a:pathLst>
            </a:custGeom>
            <a:ln w="13550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l57"/>
            <p:cNvSpPr/>
            <p:nvPr/>
          </p:nvSpPr>
          <p:spPr>
            <a:xfrm>
              <a:off x="8389315" y="4569192"/>
              <a:ext cx="3128542" cy="922432"/>
            </a:xfrm>
            <a:custGeom>
              <a:avLst/>
              <a:gdLst/>
              <a:ahLst/>
              <a:cxnLst/>
              <a:rect l="0" t="0" r="0" b="0"/>
              <a:pathLst>
                <a:path w="3128542" h="922432">
                  <a:moveTo>
                    <a:pt x="0" y="922432"/>
                  </a:moveTo>
                  <a:lnTo>
                    <a:pt x="97766" y="466750"/>
                  </a:lnTo>
                  <a:lnTo>
                    <a:pt x="195533" y="501715"/>
                  </a:lnTo>
                  <a:lnTo>
                    <a:pt x="293300" y="587466"/>
                  </a:lnTo>
                  <a:lnTo>
                    <a:pt x="391067" y="581332"/>
                  </a:lnTo>
                  <a:lnTo>
                    <a:pt x="488834" y="570443"/>
                  </a:lnTo>
                  <a:lnTo>
                    <a:pt x="586601" y="554005"/>
                  </a:lnTo>
                  <a:lnTo>
                    <a:pt x="684368" y="381194"/>
                  </a:lnTo>
                  <a:lnTo>
                    <a:pt x="782135" y="0"/>
                  </a:lnTo>
                  <a:lnTo>
                    <a:pt x="879902" y="115926"/>
                  </a:lnTo>
                  <a:lnTo>
                    <a:pt x="977669" y="212271"/>
                  </a:lnTo>
                  <a:lnTo>
                    <a:pt x="1075436" y="180592"/>
                  </a:lnTo>
                  <a:lnTo>
                    <a:pt x="1173203" y="132444"/>
                  </a:lnTo>
                  <a:lnTo>
                    <a:pt x="1270970" y="131221"/>
                  </a:lnTo>
                  <a:lnTo>
                    <a:pt x="1368737" y="65077"/>
                  </a:lnTo>
                  <a:lnTo>
                    <a:pt x="1466504" y="188283"/>
                  </a:lnTo>
                  <a:lnTo>
                    <a:pt x="1564271" y="331038"/>
                  </a:lnTo>
                  <a:lnTo>
                    <a:pt x="1662038" y="412490"/>
                  </a:lnTo>
                  <a:lnTo>
                    <a:pt x="1759805" y="412004"/>
                  </a:lnTo>
                  <a:lnTo>
                    <a:pt x="1857572" y="493674"/>
                  </a:lnTo>
                  <a:lnTo>
                    <a:pt x="1955338" y="488115"/>
                  </a:lnTo>
                  <a:lnTo>
                    <a:pt x="2053105" y="448479"/>
                  </a:lnTo>
                  <a:lnTo>
                    <a:pt x="2150872" y="427644"/>
                  </a:lnTo>
                  <a:lnTo>
                    <a:pt x="2248639" y="412829"/>
                  </a:lnTo>
                  <a:lnTo>
                    <a:pt x="2346406" y="392310"/>
                  </a:lnTo>
                  <a:lnTo>
                    <a:pt x="2444173" y="373569"/>
                  </a:lnTo>
                  <a:lnTo>
                    <a:pt x="2541940" y="346485"/>
                  </a:lnTo>
                  <a:lnTo>
                    <a:pt x="2639707" y="311923"/>
                  </a:lnTo>
                  <a:lnTo>
                    <a:pt x="2737474" y="288545"/>
                  </a:lnTo>
                  <a:lnTo>
                    <a:pt x="2835241" y="277457"/>
                  </a:lnTo>
                  <a:lnTo>
                    <a:pt x="2933008" y="224546"/>
                  </a:lnTo>
                  <a:lnTo>
                    <a:pt x="3030775" y="201479"/>
                  </a:lnTo>
                  <a:lnTo>
                    <a:pt x="3128542" y="165947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rc58"/>
            <p:cNvSpPr/>
            <p:nvPr/>
          </p:nvSpPr>
          <p:spPr>
            <a:xfrm>
              <a:off x="984335" y="3787053"/>
              <a:ext cx="3441396" cy="3939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0" name="tx59"/>
            <p:cNvSpPr/>
            <p:nvPr/>
          </p:nvSpPr>
          <p:spPr>
            <a:xfrm>
              <a:off x="2514496" y="3899527"/>
              <a:ext cx="381074" cy="1663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Tas</a:t>
              </a:r>
            </a:p>
          </p:txBody>
        </p:sp>
        <p:sp>
          <p:nvSpPr>
            <p:cNvPr id="61" name="rc60"/>
            <p:cNvSpPr/>
            <p:nvPr/>
          </p:nvSpPr>
          <p:spPr>
            <a:xfrm>
              <a:off x="4608611" y="3787053"/>
              <a:ext cx="3441396" cy="3939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2" name="tx61"/>
            <p:cNvSpPr/>
            <p:nvPr/>
          </p:nvSpPr>
          <p:spPr>
            <a:xfrm>
              <a:off x="6170529" y="3899527"/>
              <a:ext cx="317562" cy="1663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Vic</a:t>
              </a:r>
            </a:p>
          </p:txBody>
        </p:sp>
        <p:sp>
          <p:nvSpPr>
            <p:cNvPr id="63" name="rc62"/>
            <p:cNvSpPr/>
            <p:nvPr/>
          </p:nvSpPr>
          <p:spPr>
            <a:xfrm>
              <a:off x="8232888" y="3787053"/>
              <a:ext cx="3441396" cy="3939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4" name="tx63"/>
            <p:cNvSpPr/>
            <p:nvPr/>
          </p:nvSpPr>
          <p:spPr>
            <a:xfrm>
              <a:off x="9769467" y="3902206"/>
              <a:ext cx="368237" cy="16363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WA</a:t>
              </a:r>
            </a:p>
          </p:txBody>
        </p:sp>
        <p:sp>
          <p:nvSpPr>
            <p:cNvPr id="65" name="rc64"/>
            <p:cNvSpPr/>
            <p:nvPr/>
          </p:nvSpPr>
          <p:spPr>
            <a:xfrm>
              <a:off x="984335" y="1899602"/>
              <a:ext cx="3441396" cy="3939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6" name="tx65"/>
            <p:cNvSpPr/>
            <p:nvPr/>
          </p:nvSpPr>
          <p:spPr>
            <a:xfrm>
              <a:off x="2438370" y="2009174"/>
              <a:ext cx="533325" cy="16921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NSW</a:t>
              </a:r>
            </a:p>
          </p:txBody>
        </p:sp>
        <p:sp>
          <p:nvSpPr>
            <p:cNvPr id="67" name="rc66"/>
            <p:cNvSpPr/>
            <p:nvPr/>
          </p:nvSpPr>
          <p:spPr>
            <a:xfrm>
              <a:off x="4608611" y="1899602"/>
              <a:ext cx="3441396" cy="3939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8" name="tx67"/>
            <p:cNvSpPr/>
            <p:nvPr/>
          </p:nvSpPr>
          <p:spPr>
            <a:xfrm>
              <a:off x="6151441" y="1999128"/>
              <a:ext cx="355736" cy="17926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Qld</a:t>
              </a:r>
            </a:p>
          </p:txBody>
        </p:sp>
        <p:sp>
          <p:nvSpPr>
            <p:cNvPr id="69" name="rc68"/>
            <p:cNvSpPr/>
            <p:nvPr/>
          </p:nvSpPr>
          <p:spPr>
            <a:xfrm>
              <a:off x="8232888" y="1899602"/>
              <a:ext cx="3441396" cy="3939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70" name="tx69"/>
            <p:cNvSpPr/>
            <p:nvPr/>
          </p:nvSpPr>
          <p:spPr>
            <a:xfrm>
              <a:off x="9801112" y="2009174"/>
              <a:ext cx="304948" cy="16921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SA</a:t>
              </a:r>
            </a:p>
          </p:txBody>
        </p:sp>
        <p:sp>
          <p:nvSpPr>
            <p:cNvPr id="71" name="pl70"/>
            <p:cNvSpPr/>
            <p:nvPr/>
          </p:nvSpPr>
          <p:spPr>
            <a:xfrm>
              <a:off x="984335" y="5491624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pl71"/>
            <p:cNvSpPr/>
            <p:nvPr/>
          </p:nvSpPr>
          <p:spPr>
            <a:xfrm>
              <a:off x="1336296" y="5491624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pl72"/>
            <p:cNvSpPr/>
            <p:nvPr/>
          </p:nvSpPr>
          <p:spPr>
            <a:xfrm>
              <a:off x="2313965" y="5491624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pl73"/>
            <p:cNvSpPr/>
            <p:nvPr/>
          </p:nvSpPr>
          <p:spPr>
            <a:xfrm>
              <a:off x="3291635" y="5491624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pl74"/>
            <p:cNvSpPr/>
            <p:nvPr/>
          </p:nvSpPr>
          <p:spPr>
            <a:xfrm>
              <a:off x="4269304" y="5491624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tx75"/>
            <p:cNvSpPr/>
            <p:nvPr/>
          </p:nvSpPr>
          <p:spPr>
            <a:xfrm>
              <a:off x="1082023" y="5590649"/>
              <a:ext cx="508545" cy="1670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</a:t>
              </a:r>
            </a:p>
          </p:txBody>
        </p:sp>
        <p:sp>
          <p:nvSpPr>
            <p:cNvPr id="77" name="tx76"/>
            <p:cNvSpPr/>
            <p:nvPr/>
          </p:nvSpPr>
          <p:spPr>
            <a:xfrm>
              <a:off x="2059692" y="5590538"/>
              <a:ext cx="508545" cy="16720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2030</a:t>
              </a:r>
            </a:p>
          </p:txBody>
        </p:sp>
        <p:sp>
          <p:nvSpPr>
            <p:cNvPr id="78" name="tx77"/>
            <p:cNvSpPr/>
            <p:nvPr/>
          </p:nvSpPr>
          <p:spPr>
            <a:xfrm>
              <a:off x="3037362" y="5590649"/>
              <a:ext cx="508545" cy="1670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2040</a:t>
              </a:r>
            </a:p>
          </p:txBody>
        </p:sp>
        <p:sp>
          <p:nvSpPr>
            <p:cNvPr id="79" name="tx78"/>
            <p:cNvSpPr/>
            <p:nvPr/>
          </p:nvSpPr>
          <p:spPr>
            <a:xfrm>
              <a:off x="4015031" y="5590649"/>
              <a:ext cx="508545" cy="1670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2050</a:t>
              </a:r>
            </a:p>
          </p:txBody>
        </p:sp>
        <p:sp>
          <p:nvSpPr>
            <p:cNvPr id="80" name="pl79"/>
            <p:cNvSpPr/>
            <p:nvPr/>
          </p:nvSpPr>
          <p:spPr>
            <a:xfrm>
              <a:off x="4608611" y="5491624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pl80"/>
            <p:cNvSpPr/>
            <p:nvPr/>
          </p:nvSpPr>
          <p:spPr>
            <a:xfrm>
              <a:off x="4960572" y="5491624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pl81"/>
            <p:cNvSpPr/>
            <p:nvPr/>
          </p:nvSpPr>
          <p:spPr>
            <a:xfrm>
              <a:off x="5938242" y="5491624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pl82"/>
            <p:cNvSpPr/>
            <p:nvPr/>
          </p:nvSpPr>
          <p:spPr>
            <a:xfrm>
              <a:off x="6915911" y="5491624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pl83"/>
            <p:cNvSpPr/>
            <p:nvPr/>
          </p:nvSpPr>
          <p:spPr>
            <a:xfrm>
              <a:off x="7893581" y="5491624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tx84"/>
            <p:cNvSpPr/>
            <p:nvPr/>
          </p:nvSpPr>
          <p:spPr>
            <a:xfrm>
              <a:off x="4706299" y="5590649"/>
              <a:ext cx="508545" cy="1670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</a:t>
              </a:r>
            </a:p>
          </p:txBody>
        </p:sp>
        <p:sp>
          <p:nvSpPr>
            <p:cNvPr id="86" name="tx85"/>
            <p:cNvSpPr/>
            <p:nvPr/>
          </p:nvSpPr>
          <p:spPr>
            <a:xfrm>
              <a:off x="5683969" y="5590538"/>
              <a:ext cx="508545" cy="16720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2030</a:t>
              </a:r>
            </a:p>
          </p:txBody>
        </p:sp>
        <p:sp>
          <p:nvSpPr>
            <p:cNvPr id="87" name="tx86"/>
            <p:cNvSpPr/>
            <p:nvPr/>
          </p:nvSpPr>
          <p:spPr>
            <a:xfrm>
              <a:off x="6661638" y="5590649"/>
              <a:ext cx="508545" cy="1670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2040</a:t>
              </a:r>
            </a:p>
          </p:txBody>
        </p:sp>
        <p:sp>
          <p:nvSpPr>
            <p:cNvPr id="88" name="tx87"/>
            <p:cNvSpPr/>
            <p:nvPr/>
          </p:nvSpPr>
          <p:spPr>
            <a:xfrm>
              <a:off x="7639308" y="5590649"/>
              <a:ext cx="508545" cy="1670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2050</a:t>
              </a:r>
            </a:p>
          </p:txBody>
        </p:sp>
        <p:sp>
          <p:nvSpPr>
            <p:cNvPr id="89" name="pl88"/>
            <p:cNvSpPr/>
            <p:nvPr/>
          </p:nvSpPr>
          <p:spPr>
            <a:xfrm>
              <a:off x="8232888" y="5491624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pl89"/>
            <p:cNvSpPr/>
            <p:nvPr/>
          </p:nvSpPr>
          <p:spPr>
            <a:xfrm>
              <a:off x="8584849" y="5491624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pl90"/>
            <p:cNvSpPr/>
            <p:nvPr/>
          </p:nvSpPr>
          <p:spPr>
            <a:xfrm>
              <a:off x="9562518" y="5491624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pl91"/>
            <p:cNvSpPr/>
            <p:nvPr/>
          </p:nvSpPr>
          <p:spPr>
            <a:xfrm>
              <a:off x="10540188" y="5491624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pl92"/>
            <p:cNvSpPr/>
            <p:nvPr/>
          </p:nvSpPr>
          <p:spPr>
            <a:xfrm>
              <a:off x="11517857" y="5491624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tx93"/>
            <p:cNvSpPr/>
            <p:nvPr/>
          </p:nvSpPr>
          <p:spPr>
            <a:xfrm>
              <a:off x="8330576" y="5590649"/>
              <a:ext cx="508545" cy="1670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</a:t>
              </a:r>
            </a:p>
          </p:txBody>
        </p:sp>
        <p:sp>
          <p:nvSpPr>
            <p:cNvPr id="95" name="tx94"/>
            <p:cNvSpPr/>
            <p:nvPr/>
          </p:nvSpPr>
          <p:spPr>
            <a:xfrm>
              <a:off x="9308246" y="5590538"/>
              <a:ext cx="508545" cy="16720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2030</a:t>
              </a:r>
            </a:p>
          </p:txBody>
        </p:sp>
        <p:sp>
          <p:nvSpPr>
            <p:cNvPr id="96" name="tx95"/>
            <p:cNvSpPr/>
            <p:nvPr/>
          </p:nvSpPr>
          <p:spPr>
            <a:xfrm>
              <a:off x="10285915" y="5590649"/>
              <a:ext cx="508545" cy="1670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2040</a:t>
              </a:r>
            </a:p>
          </p:txBody>
        </p:sp>
        <p:sp>
          <p:nvSpPr>
            <p:cNvPr id="97" name="tx96"/>
            <p:cNvSpPr/>
            <p:nvPr/>
          </p:nvSpPr>
          <p:spPr>
            <a:xfrm>
              <a:off x="11263585" y="5590649"/>
              <a:ext cx="508545" cy="1670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2050</a:t>
              </a:r>
            </a:p>
          </p:txBody>
        </p:sp>
        <p:sp>
          <p:nvSpPr>
            <p:cNvPr id="98" name="tx97"/>
            <p:cNvSpPr/>
            <p:nvPr/>
          </p:nvSpPr>
          <p:spPr>
            <a:xfrm>
              <a:off x="373303" y="3387747"/>
              <a:ext cx="508545" cy="2022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$200</a:t>
              </a:r>
            </a:p>
          </p:txBody>
        </p:sp>
        <p:sp>
          <p:nvSpPr>
            <p:cNvPr id="99" name="tx98"/>
            <p:cNvSpPr/>
            <p:nvPr/>
          </p:nvSpPr>
          <p:spPr>
            <a:xfrm>
              <a:off x="373303" y="3115643"/>
              <a:ext cx="508545" cy="2022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$300</a:t>
              </a:r>
            </a:p>
          </p:txBody>
        </p:sp>
        <p:sp>
          <p:nvSpPr>
            <p:cNvPr id="100" name="tx99"/>
            <p:cNvSpPr/>
            <p:nvPr/>
          </p:nvSpPr>
          <p:spPr>
            <a:xfrm>
              <a:off x="373303" y="2843540"/>
              <a:ext cx="508545" cy="2022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$400</a:t>
              </a:r>
            </a:p>
          </p:txBody>
        </p:sp>
        <p:sp>
          <p:nvSpPr>
            <p:cNvPr id="101" name="tx100"/>
            <p:cNvSpPr/>
            <p:nvPr/>
          </p:nvSpPr>
          <p:spPr>
            <a:xfrm>
              <a:off x="373303" y="2571436"/>
              <a:ext cx="508545" cy="2022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$500</a:t>
              </a:r>
            </a:p>
          </p:txBody>
        </p:sp>
        <p:sp>
          <p:nvSpPr>
            <p:cNvPr id="102" name="tx101"/>
            <p:cNvSpPr/>
            <p:nvPr/>
          </p:nvSpPr>
          <p:spPr>
            <a:xfrm>
              <a:off x="373303" y="2299332"/>
              <a:ext cx="508545" cy="2022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$600</a:t>
              </a:r>
            </a:p>
          </p:txBody>
        </p:sp>
        <p:sp>
          <p:nvSpPr>
            <p:cNvPr id="103" name="tx102"/>
            <p:cNvSpPr/>
            <p:nvPr/>
          </p:nvSpPr>
          <p:spPr>
            <a:xfrm>
              <a:off x="373303" y="5275198"/>
              <a:ext cx="508545" cy="2022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$200</a:t>
              </a:r>
            </a:p>
          </p:txBody>
        </p:sp>
        <p:sp>
          <p:nvSpPr>
            <p:cNvPr id="104" name="tx103"/>
            <p:cNvSpPr/>
            <p:nvPr/>
          </p:nvSpPr>
          <p:spPr>
            <a:xfrm>
              <a:off x="373303" y="5003094"/>
              <a:ext cx="508545" cy="2022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$300</a:t>
              </a:r>
            </a:p>
          </p:txBody>
        </p:sp>
        <p:sp>
          <p:nvSpPr>
            <p:cNvPr id="105" name="tx104"/>
            <p:cNvSpPr/>
            <p:nvPr/>
          </p:nvSpPr>
          <p:spPr>
            <a:xfrm>
              <a:off x="373303" y="4730990"/>
              <a:ext cx="508545" cy="2022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$400</a:t>
              </a:r>
            </a:p>
          </p:txBody>
        </p:sp>
        <p:sp>
          <p:nvSpPr>
            <p:cNvPr id="106" name="tx105"/>
            <p:cNvSpPr/>
            <p:nvPr/>
          </p:nvSpPr>
          <p:spPr>
            <a:xfrm>
              <a:off x="373303" y="4458887"/>
              <a:ext cx="508545" cy="2022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$500</a:t>
              </a:r>
            </a:p>
          </p:txBody>
        </p:sp>
        <p:sp>
          <p:nvSpPr>
            <p:cNvPr id="107" name="tx106"/>
            <p:cNvSpPr/>
            <p:nvPr/>
          </p:nvSpPr>
          <p:spPr>
            <a:xfrm>
              <a:off x="373303" y="4186783"/>
              <a:ext cx="508545" cy="2022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$600</a:t>
              </a:r>
            </a:p>
          </p:txBody>
        </p:sp>
        <p:sp>
          <p:nvSpPr>
            <p:cNvPr id="108" name="tx107"/>
            <p:cNvSpPr/>
            <p:nvPr/>
          </p:nvSpPr>
          <p:spPr>
            <a:xfrm>
              <a:off x="6106960" y="5857099"/>
              <a:ext cx="444698" cy="16932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year</a:t>
              </a:r>
            </a:p>
          </p:txBody>
        </p:sp>
        <p:sp>
          <p:nvSpPr>
            <p:cNvPr id="5" name="rc4"/>
            <p:cNvSpPr/>
            <p:nvPr/>
          </p:nvSpPr>
          <p:spPr>
            <a:xfrm>
              <a:off x="6254503" y="4280322"/>
              <a:ext cx="1645134" cy="27789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r>
                <a:rPr lang="en-AU" sz="1600" dirty="0">
                  <a:solidFill>
                    <a:srgbClr val="F5B50C"/>
                  </a:solidFill>
                </a:rPr>
                <a:t>RET 1.5 C</a:t>
              </a:r>
              <a:endParaRPr sz="1600" dirty="0">
                <a:solidFill>
                  <a:srgbClr val="F5B50C"/>
                </a:solidFill>
              </a:endParaRPr>
            </a:p>
          </p:txBody>
        </p:sp>
      </p:grpSp>
      <p:sp>
        <p:nvSpPr>
          <p:cNvPr id="109" name="Title 1"/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720578" cy="540145"/>
          </a:xfrm>
        </p:spPr>
        <p:txBody>
          <a:bodyPr/>
          <a:lstStyle/>
          <a:p>
            <a:r>
              <a:rPr dirty="0"/>
              <a:t>In most states, prices are higher under a carbon price, but the Safeguard option quickly converges</a:t>
            </a:r>
          </a:p>
        </p:txBody>
      </p:sp>
      <p:sp>
        <p:nvSpPr>
          <p:cNvPr id="110" name="Caption Placeholder 1"/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239781"/>
            <a:ext cx="10662320" cy="455613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111" name="rc4">
            <a:extLst>
              <a:ext uri="{FF2B5EF4-FFF2-40B4-BE49-F238E27FC236}">
                <a16:creationId xmlns:a16="http://schemas.microsoft.com/office/drawing/2014/main" id="{A3E1245A-12CC-92DE-F87B-CDF7A0668E55}"/>
              </a:ext>
            </a:extLst>
          </p:cNvPr>
          <p:cNvSpPr/>
          <p:nvPr/>
        </p:nvSpPr>
        <p:spPr>
          <a:xfrm>
            <a:off x="2723340" y="3151729"/>
            <a:ext cx="1645134" cy="184847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r>
              <a:rPr lang="en-AU" sz="1600" dirty="0">
                <a:solidFill>
                  <a:srgbClr val="A1253E"/>
                </a:solidFill>
              </a:rPr>
              <a:t>Reference case</a:t>
            </a:r>
            <a:endParaRPr sz="1600" dirty="0">
              <a:solidFill>
                <a:srgbClr val="A1253E"/>
              </a:solidFill>
            </a:endParaRPr>
          </a:p>
        </p:txBody>
      </p:sp>
      <p:sp>
        <p:nvSpPr>
          <p:cNvPr id="112" name="rc4">
            <a:extLst>
              <a:ext uri="{FF2B5EF4-FFF2-40B4-BE49-F238E27FC236}">
                <a16:creationId xmlns:a16="http://schemas.microsoft.com/office/drawing/2014/main" id="{04C6C293-2891-E7F6-9703-313C1C67D2A5}"/>
              </a:ext>
            </a:extLst>
          </p:cNvPr>
          <p:cNvSpPr/>
          <p:nvPr/>
        </p:nvSpPr>
        <p:spPr>
          <a:xfrm>
            <a:off x="9960997" y="5110510"/>
            <a:ext cx="1811133" cy="277892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r>
              <a:rPr lang="en-AU" sz="1600" dirty="0">
                <a:solidFill>
                  <a:srgbClr val="EF7900"/>
                </a:solidFill>
              </a:rPr>
              <a:t>Safeguard 1.5 C</a:t>
            </a:r>
            <a:endParaRPr sz="1600" dirty="0">
              <a:solidFill>
                <a:srgbClr val="EF79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2022 Grattan PPT Colour Theme - FINAL">
      <a:dk1>
        <a:srgbClr val="000000"/>
      </a:dk1>
      <a:lt1>
        <a:srgbClr val="FFFFFF"/>
      </a:lt1>
      <a:dk2>
        <a:srgbClr val="D4582A"/>
      </a:dk2>
      <a:lt2>
        <a:srgbClr val="FFF3E6"/>
      </a:lt2>
      <a:accent1>
        <a:srgbClr val="EF7900"/>
      </a:accent1>
      <a:accent2>
        <a:srgbClr val="A1253E"/>
      </a:accent2>
      <a:accent3>
        <a:srgbClr val="611633"/>
      </a:accent3>
      <a:accent4>
        <a:srgbClr val="F5B50C"/>
      </a:accent4>
      <a:accent5>
        <a:srgbClr val="6A99C4"/>
      </a:accent5>
      <a:accent6>
        <a:srgbClr val="4371A1"/>
      </a:accent6>
      <a:hlink>
        <a:srgbClr val="EF7900"/>
      </a:hlink>
      <a:folHlink>
        <a:srgbClr val="D4582A"/>
      </a:folHlink>
    </a:clrScheme>
    <a:fontScheme name="Grattan Web Fonts">
      <a:majorFont>
        <a:latin typeface="DM Serif Display"/>
        <a:ea typeface=""/>
        <a:cs typeface=""/>
      </a:majorFont>
      <a:minorFont>
        <a:latin typeface="Avenir Next LT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 algn="l">
          <a:defRPr sz="1600" dirty="0">
            <a:solidFill>
              <a:schemeClr val="accent1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9060</TotalTime>
  <Words>115</Words>
  <Application>Microsoft Office PowerPoint</Application>
  <PresentationFormat>Widescreen</PresentationFormat>
  <Paragraphs>36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Avenir Next LT Pro</vt:lpstr>
      <vt:lpstr>Calibri</vt:lpstr>
      <vt:lpstr>DM Serif Display</vt:lpstr>
      <vt:lpstr>Office Theme</vt:lpstr>
      <vt:lpstr>In most states, prices are higher under a carbon price, but the Safeguard option quickly converges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Insert title</dc:title>
  <dc:creator>Kat Clay</dc:creator>
  <cp:lastModifiedBy>Dominic Jones</cp:lastModifiedBy>
  <cp:revision>272</cp:revision>
  <dcterms:created xsi:type="dcterms:W3CDTF">2022-05-20T01:54:03Z</dcterms:created>
  <dcterms:modified xsi:type="dcterms:W3CDTF">2025-07-17T03:10:39Z</dcterms:modified>
</cp:coreProperties>
</file>