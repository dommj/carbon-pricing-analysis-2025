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94"/>
    <p:restoredTop sz="94694"/>
  </p:normalViewPr>
  <p:slideViewPr>
    <p:cSldViewPr snapToGrid="0" snapToObjects="1">
      <p:cViewPr varScale="1">
        <p:scale>
          <a:sx n="92" d="100"/>
          <a:sy n="92" d="100"/>
        </p:scale>
        <p:origin x="2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7" Type="http://schemas.microsoft.com/office/2018/10/relationships/authors" Target="authors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8" Type="http://schemas.openxmlformats.org/officeDocument/2006/relationships/slide" Target="slides/slide1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C:\Users\domijones\OneDrive - The University of Melbourne\Energy\Analysis\analysis_cp_dj_2025\retail prices first chart\retail prices first chart_fullslide_narrow.pptx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E07EA18-F774-5352-DF7D-C871920DBEB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894800" y="1807200"/>
            <a:ext cx="8402400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4" name="Caption Placeholder 1">
            <a:extLst>
              <a:ext uri="{FF2B5EF4-FFF2-40B4-BE49-F238E27FC236}">
                <a16:creationId xmlns:a16="http://schemas.microsoft.com/office/drawing/2014/main" id="{532C8F0A-0D9B-4C4D-CC2B-EEF1FA341C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794EEF-8416-F4A3-9441-5437A54F06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Dollars per MWh ($2024)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1894800" y="1807200"/>
            <a:ext cx="8402400" cy="4284662"/>
            <a:chOff x="1894800" y="1807200"/>
            <a:chExt cx="8402400" cy="4284662"/>
          </a:xfrm>
        </p:grpSpPr>
        <p:sp>
          <p:nvSpPr>
            <p:cNvPr id="4" name="rc3"/>
            <p:cNvSpPr/>
            <p:nvPr/>
          </p:nvSpPr>
          <p:spPr>
            <a:xfrm>
              <a:off x="10297200" y="1807199"/>
              <a:ext cx="0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507660" y="2292581"/>
              <a:ext cx="2438017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507660" y="3507223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507660" y="3235120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507660" y="2963016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507660" y="2690912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507660" y="2418808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618479" y="2868095"/>
              <a:ext cx="2216379" cy="375095"/>
            </a:xfrm>
            <a:custGeom>
              <a:avLst/>
              <a:pathLst>
                <a:path w="2216379" h="375095">
                  <a:moveTo>
                    <a:pt x="0" y="128399"/>
                  </a:moveTo>
                  <a:lnTo>
                    <a:pt x="69261" y="155281"/>
                  </a:lnTo>
                  <a:lnTo>
                    <a:pt x="138523" y="214963"/>
                  </a:lnTo>
                  <a:lnTo>
                    <a:pt x="207785" y="353622"/>
                  </a:lnTo>
                  <a:lnTo>
                    <a:pt x="277047" y="333060"/>
                  </a:lnTo>
                  <a:lnTo>
                    <a:pt x="346309" y="0"/>
                  </a:lnTo>
                  <a:lnTo>
                    <a:pt x="415571" y="19345"/>
                  </a:lnTo>
                  <a:lnTo>
                    <a:pt x="484832" y="225775"/>
                  </a:lnTo>
                  <a:lnTo>
                    <a:pt x="554094" y="200049"/>
                  </a:lnTo>
                  <a:lnTo>
                    <a:pt x="623356" y="179121"/>
                  </a:lnTo>
                  <a:lnTo>
                    <a:pt x="692618" y="193981"/>
                  </a:lnTo>
                  <a:lnTo>
                    <a:pt x="761880" y="266898"/>
                  </a:lnTo>
                  <a:lnTo>
                    <a:pt x="831142" y="314414"/>
                  </a:lnTo>
                  <a:lnTo>
                    <a:pt x="900404" y="375095"/>
                  </a:lnTo>
                  <a:lnTo>
                    <a:pt x="969665" y="351454"/>
                  </a:lnTo>
                  <a:lnTo>
                    <a:pt x="1038927" y="322531"/>
                  </a:lnTo>
                  <a:lnTo>
                    <a:pt x="1108189" y="262944"/>
                  </a:lnTo>
                  <a:lnTo>
                    <a:pt x="1177451" y="223892"/>
                  </a:lnTo>
                  <a:lnTo>
                    <a:pt x="1246713" y="185776"/>
                  </a:lnTo>
                  <a:lnTo>
                    <a:pt x="1315975" y="182775"/>
                  </a:lnTo>
                  <a:lnTo>
                    <a:pt x="1385237" y="173507"/>
                  </a:lnTo>
                  <a:lnTo>
                    <a:pt x="1454498" y="180912"/>
                  </a:lnTo>
                  <a:lnTo>
                    <a:pt x="1523760" y="195054"/>
                  </a:lnTo>
                  <a:lnTo>
                    <a:pt x="1593022" y="177120"/>
                  </a:lnTo>
                  <a:lnTo>
                    <a:pt x="1662284" y="179882"/>
                  </a:lnTo>
                  <a:lnTo>
                    <a:pt x="1731546" y="171174"/>
                  </a:lnTo>
                  <a:lnTo>
                    <a:pt x="1800808" y="173026"/>
                  </a:lnTo>
                  <a:lnTo>
                    <a:pt x="1870070" y="160972"/>
                  </a:lnTo>
                  <a:lnTo>
                    <a:pt x="1939331" y="155465"/>
                  </a:lnTo>
                  <a:lnTo>
                    <a:pt x="2008593" y="158540"/>
                  </a:lnTo>
                  <a:lnTo>
                    <a:pt x="2077855" y="154244"/>
                  </a:lnTo>
                  <a:lnTo>
                    <a:pt x="2147117" y="152870"/>
                  </a:lnTo>
                  <a:lnTo>
                    <a:pt x="2216379" y="158879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618479" y="2516772"/>
              <a:ext cx="2216379" cy="716957"/>
            </a:xfrm>
            <a:custGeom>
              <a:avLst/>
              <a:pathLst>
                <a:path w="2216379" h="716957">
                  <a:moveTo>
                    <a:pt x="0" y="479722"/>
                  </a:moveTo>
                  <a:lnTo>
                    <a:pt x="69261" y="506604"/>
                  </a:lnTo>
                  <a:lnTo>
                    <a:pt x="138523" y="566286"/>
                  </a:lnTo>
                  <a:lnTo>
                    <a:pt x="207785" y="704945"/>
                  </a:lnTo>
                  <a:lnTo>
                    <a:pt x="277047" y="684383"/>
                  </a:lnTo>
                  <a:lnTo>
                    <a:pt x="346309" y="351322"/>
                  </a:lnTo>
                  <a:lnTo>
                    <a:pt x="415571" y="370641"/>
                  </a:lnTo>
                  <a:lnTo>
                    <a:pt x="484832" y="577073"/>
                  </a:lnTo>
                  <a:lnTo>
                    <a:pt x="554094" y="533290"/>
                  </a:lnTo>
                  <a:lnTo>
                    <a:pt x="623356" y="502540"/>
                  </a:lnTo>
                  <a:lnTo>
                    <a:pt x="692618" y="479829"/>
                  </a:lnTo>
                  <a:lnTo>
                    <a:pt x="761880" y="627960"/>
                  </a:lnTo>
                  <a:lnTo>
                    <a:pt x="831142" y="716957"/>
                  </a:lnTo>
                  <a:lnTo>
                    <a:pt x="900404" y="595322"/>
                  </a:lnTo>
                  <a:lnTo>
                    <a:pt x="969665" y="549480"/>
                  </a:lnTo>
                  <a:lnTo>
                    <a:pt x="1038927" y="510894"/>
                  </a:lnTo>
                  <a:lnTo>
                    <a:pt x="1108189" y="502859"/>
                  </a:lnTo>
                  <a:lnTo>
                    <a:pt x="1177451" y="475432"/>
                  </a:lnTo>
                  <a:lnTo>
                    <a:pt x="1246713" y="411330"/>
                  </a:lnTo>
                  <a:lnTo>
                    <a:pt x="1315975" y="410365"/>
                  </a:lnTo>
                  <a:lnTo>
                    <a:pt x="1385237" y="408877"/>
                  </a:lnTo>
                  <a:lnTo>
                    <a:pt x="1454498" y="390922"/>
                  </a:lnTo>
                  <a:lnTo>
                    <a:pt x="1523760" y="365957"/>
                  </a:lnTo>
                  <a:lnTo>
                    <a:pt x="1593022" y="354799"/>
                  </a:lnTo>
                  <a:lnTo>
                    <a:pt x="1662284" y="335750"/>
                  </a:lnTo>
                  <a:lnTo>
                    <a:pt x="1731546" y="296556"/>
                  </a:lnTo>
                  <a:lnTo>
                    <a:pt x="1800808" y="256350"/>
                  </a:lnTo>
                  <a:lnTo>
                    <a:pt x="1870070" y="210799"/>
                  </a:lnTo>
                  <a:lnTo>
                    <a:pt x="1939331" y="178955"/>
                  </a:lnTo>
                  <a:lnTo>
                    <a:pt x="2008593" y="149494"/>
                  </a:lnTo>
                  <a:lnTo>
                    <a:pt x="2077855" y="109337"/>
                  </a:lnTo>
                  <a:lnTo>
                    <a:pt x="2147117" y="59836"/>
                  </a:lnTo>
                  <a:lnTo>
                    <a:pt x="2216379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618479" y="2868095"/>
              <a:ext cx="2216379" cy="353622"/>
            </a:xfrm>
            <a:custGeom>
              <a:avLst/>
              <a:pathLst>
                <a:path w="2216379" h="353622">
                  <a:moveTo>
                    <a:pt x="0" y="128399"/>
                  </a:moveTo>
                  <a:lnTo>
                    <a:pt x="69261" y="155281"/>
                  </a:lnTo>
                  <a:lnTo>
                    <a:pt x="138523" y="214963"/>
                  </a:lnTo>
                  <a:lnTo>
                    <a:pt x="207785" y="353622"/>
                  </a:lnTo>
                  <a:lnTo>
                    <a:pt x="277047" y="333060"/>
                  </a:lnTo>
                  <a:lnTo>
                    <a:pt x="346309" y="0"/>
                  </a:lnTo>
                  <a:lnTo>
                    <a:pt x="415571" y="19345"/>
                  </a:lnTo>
                  <a:lnTo>
                    <a:pt x="484832" y="225775"/>
                  </a:lnTo>
                  <a:lnTo>
                    <a:pt x="554094" y="200049"/>
                  </a:lnTo>
                  <a:lnTo>
                    <a:pt x="623356" y="179115"/>
                  </a:lnTo>
                  <a:lnTo>
                    <a:pt x="692618" y="193979"/>
                  </a:lnTo>
                  <a:lnTo>
                    <a:pt x="761880" y="266877"/>
                  </a:lnTo>
                  <a:lnTo>
                    <a:pt x="831142" y="320896"/>
                  </a:lnTo>
                  <a:lnTo>
                    <a:pt x="900404" y="337930"/>
                  </a:lnTo>
                  <a:lnTo>
                    <a:pt x="969665" y="120495"/>
                  </a:lnTo>
                  <a:lnTo>
                    <a:pt x="1038927" y="120618"/>
                  </a:lnTo>
                  <a:lnTo>
                    <a:pt x="1108189" y="184841"/>
                  </a:lnTo>
                  <a:lnTo>
                    <a:pt x="1177451" y="182156"/>
                  </a:lnTo>
                  <a:lnTo>
                    <a:pt x="1246713" y="109254"/>
                  </a:lnTo>
                  <a:lnTo>
                    <a:pt x="1315975" y="122679"/>
                  </a:lnTo>
                  <a:lnTo>
                    <a:pt x="1385237" y="154910"/>
                  </a:lnTo>
                  <a:lnTo>
                    <a:pt x="1454498" y="178865"/>
                  </a:lnTo>
                  <a:lnTo>
                    <a:pt x="1523760" y="151009"/>
                  </a:lnTo>
                  <a:lnTo>
                    <a:pt x="1593022" y="154823"/>
                  </a:lnTo>
                  <a:lnTo>
                    <a:pt x="1662284" y="171585"/>
                  </a:lnTo>
                  <a:lnTo>
                    <a:pt x="1731546" y="151381"/>
                  </a:lnTo>
                  <a:lnTo>
                    <a:pt x="1800808" y="145996"/>
                  </a:lnTo>
                  <a:lnTo>
                    <a:pt x="1870070" y="104725"/>
                  </a:lnTo>
                  <a:lnTo>
                    <a:pt x="1939331" y="118479"/>
                  </a:lnTo>
                  <a:lnTo>
                    <a:pt x="2008593" y="162540"/>
                  </a:lnTo>
                  <a:lnTo>
                    <a:pt x="2077855" y="185903"/>
                  </a:lnTo>
                  <a:lnTo>
                    <a:pt x="2147117" y="168741"/>
                  </a:lnTo>
                  <a:lnTo>
                    <a:pt x="2216379" y="165275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507660" y="4180032"/>
              <a:ext cx="2438017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507660" y="5394674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507660" y="5122570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507660" y="4850467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507660" y="4578363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507660" y="4306259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618479" y="4732248"/>
              <a:ext cx="2216379" cy="571977"/>
            </a:xfrm>
            <a:custGeom>
              <a:avLst/>
              <a:pathLst>
                <a:path w="2216379" h="571977">
                  <a:moveTo>
                    <a:pt x="0" y="88594"/>
                  </a:moveTo>
                  <a:lnTo>
                    <a:pt x="69261" y="0"/>
                  </a:lnTo>
                  <a:lnTo>
                    <a:pt x="138523" y="72255"/>
                  </a:lnTo>
                  <a:lnTo>
                    <a:pt x="207785" y="186751"/>
                  </a:lnTo>
                  <a:lnTo>
                    <a:pt x="277047" y="259683"/>
                  </a:lnTo>
                  <a:lnTo>
                    <a:pt x="346309" y="321803"/>
                  </a:lnTo>
                  <a:lnTo>
                    <a:pt x="415571" y="277220"/>
                  </a:lnTo>
                  <a:lnTo>
                    <a:pt x="484832" y="338477"/>
                  </a:lnTo>
                  <a:lnTo>
                    <a:pt x="554094" y="369278"/>
                  </a:lnTo>
                  <a:lnTo>
                    <a:pt x="623356" y="434363"/>
                  </a:lnTo>
                  <a:lnTo>
                    <a:pt x="692618" y="435497"/>
                  </a:lnTo>
                  <a:lnTo>
                    <a:pt x="761880" y="465597"/>
                  </a:lnTo>
                  <a:lnTo>
                    <a:pt x="831142" y="480960"/>
                  </a:lnTo>
                  <a:lnTo>
                    <a:pt x="900404" y="538551"/>
                  </a:lnTo>
                  <a:lnTo>
                    <a:pt x="969665" y="568297"/>
                  </a:lnTo>
                  <a:lnTo>
                    <a:pt x="1038927" y="571977"/>
                  </a:lnTo>
                  <a:lnTo>
                    <a:pt x="1108189" y="530031"/>
                  </a:lnTo>
                  <a:lnTo>
                    <a:pt x="1177451" y="468822"/>
                  </a:lnTo>
                  <a:lnTo>
                    <a:pt x="1246713" y="435936"/>
                  </a:lnTo>
                  <a:lnTo>
                    <a:pt x="1315975" y="407548"/>
                  </a:lnTo>
                  <a:lnTo>
                    <a:pt x="1385237" y="371555"/>
                  </a:lnTo>
                  <a:lnTo>
                    <a:pt x="1454498" y="355209"/>
                  </a:lnTo>
                  <a:lnTo>
                    <a:pt x="1523760" y="360809"/>
                  </a:lnTo>
                  <a:lnTo>
                    <a:pt x="1593022" y="376355"/>
                  </a:lnTo>
                  <a:lnTo>
                    <a:pt x="1662284" y="372404"/>
                  </a:lnTo>
                  <a:lnTo>
                    <a:pt x="1731546" y="362162"/>
                  </a:lnTo>
                  <a:lnTo>
                    <a:pt x="1800808" y="346140"/>
                  </a:lnTo>
                  <a:lnTo>
                    <a:pt x="1870070" y="328411"/>
                  </a:lnTo>
                  <a:lnTo>
                    <a:pt x="1939331" y="313235"/>
                  </a:lnTo>
                  <a:lnTo>
                    <a:pt x="2008593" y="313854"/>
                  </a:lnTo>
                  <a:lnTo>
                    <a:pt x="2077855" y="312981"/>
                  </a:lnTo>
                  <a:lnTo>
                    <a:pt x="2147117" y="303740"/>
                  </a:lnTo>
                  <a:lnTo>
                    <a:pt x="2216379" y="287759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618479" y="4532736"/>
              <a:ext cx="2216379" cy="659943"/>
            </a:xfrm>
            <a:custGeom>
              <a:avLst/>
              <a:pathLst>
                <a:path w="2216379" h="659943">
                  <a:moveTo>
                    <a:pt x="0" y="288106"/>
                  </a:moveTo>
                  <a:lnTo>
                    <a:pt x="69261" y="199511"/>
                  </a:lnTo>
                  <a:lnTo>
                    <a:pt x="138523" y="271767"/>
                  </a:lnTo>
                  <a:lnTo>
                    <a:pt x="207785" y="386262"/>
                  </a:lnTo>
                  <a:lnTo>
                    <a:pt x="277047" y="459195"/>
                  </a:lnTo>
                  <a:lnTo>
                    <a:pt x="346309" y="521315"/>
                  </a:lnTo>
                  <a:lnTo>
                    <a:pt x="415571" y="476704"/>
                  </a:lnTo>
                  <a:lnTo>
                    <a:pt x="484832" y="537964"/>
                  </a:lnTo>
                  <a:lnTo>
                    <a:pt x="554094" y="549205"/>
                  </a:lnTo>
                  <a:lnTo>
                    <a:pt x="623356" y="609661"/>
                  </a:lnTo>
                  <a:lnTo>
                    <a:pt x="692618" y="601637"/>
                  </a:lnTo>
                  <a:lnTo>
                    <a:pt x="761880" y="630300"/>
                  </a:lnTo>
                  <a:lnTo>
                    <a:pt x="831142" y="659943"/>
                  </a:lnTo>
                  <a:lnTo>
                    <a:pt x="900404" y="594640"/>
                  </a:lnTo>
                  <a:lnTo>
                    <a:pt x="969665" y="595261"/>
                  </a:lnTo>
                  <a:lnTo>
                    <a:pt x="1038927" y="569282"/>
                  </a:lnTo>
                  <a:lnTo>
                    <a:pt x="1108189" y="541788"/>
                  </a:lnTo>
                  <a:lnTo>
                    <a:pt x="1177451" y="503516"/>
                  </a:lnTo>
                  <a:lnTo>
                    <a:pt x="1246713" y="480503"/>
                  </a:lnTo>
                  <a:lnTo>
                    <a:pt x="1315975" y="444024"/>
                  </a:lnTo>
                  <a:lnTo>
                    <a:pt x="1385237" y="413889"/>
                  </a:lnTo>
                  <a:lnTo>
                    <a:pt x="1454498" y="401554"/>
                  </a:lnTo>
                  <a:lnTo>
                    <a:pt x="1523760" y="382457"/>
                  </a:lnTo>
                  <a:lnTo>
                    <a:pt x="1593022" y="359040"/>
                  </a:lnTo>
                  <a:lnTo>
                    <a:pt x="1662284" y="334227"/>
                  </a:lnTo>
                  <a:lnTo>
                    <a:pt x="1731546" y="312230"/>
                  </a:lnTo>
                  <a:lnTo>
                    <a:pt x="1800808" y="273111"/>
                  </a:lnTo>
                  <a:lnTo>
                    <a:pt x="1870070" y="221858"/>
                  </a:lnTo>
                  <a:lnTo>
                    <a:pt x="1939331" y="169001"/>
                  </a:lnTo>
                  <a:lnTo>
                    <a:pt x="2008593" y="132445"/>
                  </a:lnTo>
                  <a:lnTo>
                    <a:pt x="2077855" y="100975"/>
                  </a:lnTo>
                  <a:lnTo>
                    <a:pt x="2147117" y="59052"/>
                  </a:lnTo>
                  <a:lnTo>
                    <a:pt x="2216379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618479" y="4732248"/>
              <a:ext cx="2216379" cy="516245"/>
            </a:xfrm>
            <a:custGeom>
              <a:avLst/>
              <a:pathLst>
                <a:path w="2216379" h="516245">
                  <a:moveTo>
                    <a:pt x="0" y="88594"/>
                  </a:moveTo>
                  <a:lnTo>
                    <a:pt x="69261" y="0"/>
                  </a:lnTo>
                  <a:lnTo>
                    <a:pt x="138523" y="72255"/>
                  </a:lnTo>
                  <a:lnTo>
                    <a:pt x="207785" y="186751"/>
                  </a:lnTo>
                  <a:lnTo>
                    <a:pt x="277047" y="259683"/>
                  </a:lnTo>
                  <a:lnTo>
                    <a:pt x="346309" y="321803"/>
                  </a:lnTo>
                  <a:lnTo>
                    <a:pt x="415571" y="277220"/>
                  </a:lnTo>
                  <a:lnTo>
                    <a:pt x="484832" y="338477"/>
                  </a:lnTo>
                  <a:lnTo>
                    <a:pt x="554094" y="369278"/>
                  </a:lnTo>
                  <a:lnTo>
                    <a:pt x="623356" y="434357"/>
                  </a:lnTo>
                  <a:lnTo>
                    <a:pt x="692618" y="435493"/>
                  </a:lnTo>
                  <a:lnTo>
                    <a:pt x="761880" y="465585"/>
                  </a:lnTo>
                  <a:lnTo>
                    <a:pt x="831142" y="480921"/>
                  </a:lnTo>
                  <a:lnTo>
                    <a:pt x="900404" y="516245"/>
                  </a:lnTo>
                  <a:lnTo>
                    <a:pt x="969665" y="491814"/>
                  </a:lnTo>
                  <a:lnTo>
                    <a:pt x="1038927" y="379503"/>
                  </a:lnTo>
                  <a:lnTo>
                    <a:pt x="1108189" y="270050"/>
                  </a:lnTo>
                  <a:lnTo>
                    <a:pt x="1177451" y="275833"/>
                  </a:lnTo>
                  <a:lnTo>
                    <a:pt x="1246713" y="298565"/>
                  </a:lnTo>
                  <a:lnTo>
                    <a:pt x="1315975" y="280385"/>
                  </a:lnTo>
                  <a:lnTo>
                    <a:pt x="1385237" y="271614"/>
                  </a:lnTo>
                  <a:lnTo>
                    <a:pt x="1454498" y="292920"/>
                  </a:lnTo>
                  <a:lnTo>
                    <a:pt x="1523760" y="310606"/>
                  </a:lnTo>
                  <a:lnTo>
                    <a:pt x="1593022" y="317202"/>
                  </a:lnTo>
                  <a:lnTo>
                    <a:pt x="1662284" y="309034"/>
                  </a:lnTo>
                  <a:lnTo>
                    <a:pt x="1731546" y="311824"/>
                  </a:lnTo>
                  <a:lnTo>
                    <a:pt x="1800808" y="293733"/>
                  </a:lnTo>
                  <a:lnTo>
                    <a:pt x="1870070" y="269891"/>
                  </a:lnTo>
                  <a:lnTo>
                    <a:pt x="1939331" y="248458"/>
                  </a:lnTo>
                  <a:lnTo>
                    <a:pt x="2008593" y="249523"/>
                  </a:lnTo>
                  <a:lnTo>
                    <a:pt x="2077855" y="280150"/>
                  </a:lnTo>
                  <a:lnTo>
                    <a:pt x="2147117" y="303833"/>
                  </a:lnTo>
                  <a:lnTo>
                    <a:pt x="2216379" y="300855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5128557" y="2292581"/>
              <a:ext cx="2438017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5128557" y="3507223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5128557" y="3235120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5128557" y="2963016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5128557" y="2690912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5128557" y="2418808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5239376" y="2432064"/>
              <a:ext cx="2216379" cy="797294"/>
            </a:xfrm>
            <a:custGeom>
              <a:avLst/>
              <a:pathLst>
                <a:path w="2216379" h="797294">
                  <a:moveTo>
                    <a:pt x="0" y="509747"/>
                  </a:moveTo>
                  <a:lnTo>
                    <a:pt x="69261" y="640620"/>
                  </a:lnTo>
                  <a:lnTo>
                    <a:pt x="138523" y="606689"/>
                  </a:lnTo>
                  <a:lnTo>
                    <a:pt x="207785" y="797294"/>
                  </a:lnTo>
                  <a:lnTo>
                    <a:pt x="277047" y="701207"/>
                  </a:lnTo>
                  <a:lnTo>
                    <a:pt x="346309" y="410301"/>
                  </a:lnTo>
                  <a:lnTo>
                    <a:pt x="415571" y="527079"/>
                  </a:lnTo>
                  <a:lnTo>
                    <a:pt x="484832" y="540531"/>
                  </a:lnTo>
                  <a:lnTo>
                    <a:pt x="554094" y="138837"/>
                  </a:lnTo>
                  <a:lnTo>
                    <a:pt x="623356" y="140367"/>
                  </a:lnTo>
                  <a:lnTo>
                    <a:pt x="692618" y="258210"/>
                  </a:lnTo>
                  <a:lnTo>
                    <a:pt x="761880" y="355026"/>
                  </a:lnTo>
                  <a:lnTo>
                    <a:pt x="831142" y="447657"/>
                  </a:lnTo>
                  <a:lnTo>
                    <a:pt x="900404" y="463500"/>
                  </a:lnTo>
                  <a:lnTo>
                    <a:pt x="969665" y="365699"/>
                  </a:lnTo>
                  <a:lnTo>
                    <a:pt x="1038927" y="311482"/>
                  </a:lnTo>
                  <a:lnTo>
                    <a:pt x="1108189" y="225132"/>
                  </a:lnTo>
                  <a:lnTo>
                    <a:pt x="1177451" y="148074"/>
                  </a:lnTo>
                  <a:lnTo>
                    <a:pt x="1246713" y="137912"/>
                  </a:lnTo>
                  <a:lnTo>
                    <a:pt x="1315975" y="249698"/>
                  </a:lnTo>
                  <a:lnTo>
                    <a:pt x="1385237" y="233366"/>
                  </a:lnTo>
                  <a:lnTo>
                    <a:pt x="1454498" y="223190"/>
                  </a:lnTo>
                  <a:lnTo>
                    <a:pt x="1523760" y="211662"/>
                  </a:lnTo>
                  <a:lnTo>
                    <a:pt x="1593022" y="199259"/>
                  </a:lnTo>
                  <a:lnTo>
                    <a:pt x="1662284" y="186786"/>
                  </a:lnTo>
                  <a:lnTo>
                    <a:pt x="1731546" y="145496"/>
                  </a:lnTo>
                  <a:lnTo>
                    <a:pt x="1800808" y="119530"/>
                  </a:lnTo>
                  <a:lnTo>
                    <a:pt x="1870070" y="129347"/>
                  </a:lnTo>
                  <a:lnTo>
                    <a:pt x="1939331" y="85671"/>
                  </a:lnTo>
                  <a:lnTo>
                    <a:pt x="2008593" y="24197"/>
                  </a:lnTo>
                  <a:lnTo>
                    <a:pt x="2077855" y="0"/>
                  </a:lnTo>
                  <a:lnTo>
                    <a:pt x="2147117" y="125323"/>
                  </a:lnTo>
                  <a:lnTo>
                    <a:pt x="2216379" y="105388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5239376" y="2344517"/>
              <a:ext cx="2216379" cy="884840"/>
            </a:xfrm>
            <a:custGeom>
              <a:avLst/>
              <a:pathLst>
                <a:path w="2216379" h="884840">
                  <a:moveTo>
                    <a:pt x="0" y="597294"/>
                  </a:moveTo>
                  <a:lnTo>
                    <a:pt x="69261" y="728167"/>
                  </a:lnTo>
                  <a:lnTo>
                    <a:pt x="138523" y="694235"/>
                  </a:lnTo>
                  <a:lnTo>
                    <a:pt x="207785" y="884840"/>
                  </a:lnTo>
                  <a:lnTo>
                    <a:pt x="277047" y="788754"/>
                  </a:lnTo>
                  <a:lnTo>
                    <a:pt x="346309" y="497848"/>
                  </a:lnTo>
                  <a:lnTo>
                    <a:pt x="415571" y="614599"/>
                  </a:lnTo>
                  <a:lnTo>
                    <a:pt x="484832" y="628816"/>
                  </a:lnTo>
                  <a:lnTo>
                    <a:pt x="554094" y="208150"/>
                  </a:lnTo>
                  <a:lnTo>
                    <a:pt x="623356" y="188508"/>
                  </a:lnTo>
                  <a:lnTo>
                    <a:pt x="692618" y="267872"/>
                  </a:lnTo>
                  <a:lnTo>
                    <a:pt x="761880" y="501605"/>
                  </a:lnTo>
                  <a:lnTo>
                    <a:pt x="831142" y="637996"/>
                  </a:lnTo>
                  <a:lnTo>
                    <a:pt x="900404" y="521254"/>
                  </a:lnTo>
                  <a:lnTo>
                    <a:pt x="969665" y="420353"/>
                  </a:lnTo>
                  <a:lnTo>
                    <a:pt x="1038927" y="388329"/>
                  </a:lnTo>
                  <a:lnTo>
                    <a:pt x="1108189" y="348049"/>
                  </a:lnTo>
                  <a:lnTo>
                    <a:pt x="1177451" y="370379"/>
                  </a:lnTo>
                  <a:lnTo>
                    <a:pt x="1246713" y="430172"/>
                  </a:lnTo>
                  <a:lnTo>
                    <a:pt x="1315975" y="448536"/>
                  </a:lnTo>
                  <a:lnTo>
                    <a:pt x="1385237" y="453482"/>
                  </a:lnTo>
                  <a:lnTo>
                    <a:pt x="1454498" y="427735"/>
                  </a:lnTo>
                  <a:lnTo>
                    <a:pt x="1523760" y="394940"/>
                  </a:lnTo>
                  <a:lnTo>
                    <a:pt x="1593022" y="374599"/>
                  </a:lnTo>
                  <a:lnTo>
                    <a:pt x="1662284" y="350819"/>
                  </a:lnTo>
                  <a:lnTo>
                    <a:pt x="1731546" y="301128"/>
                  </a:lnTo>
                  <a:lnTo>
                    <a:pt x="1800808" y="263688"/>
                  </a:lnTo>
                  <a:lnTo>
                    <a:pt x="1870070" y="225445"/>
                  </a:lnTo>
                  <a:lnTo>
                    <a:pt x="1939331" y="185543"/>
                  </a:lnTo>
                  <a:lnTo>
                    <a:pt x="2008593" y="146022"/>
                  </a:lnTo>
                  <a:lnTo>
                    <a:pt x="2077855" y="102282"/>
                  </a:lnTo>
                  <a:lnTo>
                    <a:pt x="2147117" y="63372"/>
                  </a:lnTo>
                  <a:lnTo>
                    <a:pt x="2216379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5239376" y="2457122"/>
              <a:ext cx="2216379" cy="772235"/>
            </a:xfrm>
            <a:custGeom>
              <a:avLst/>
              <a:pathLst>
                <a:path w="2216379" h="772235">
                  <a:moveTo>
                    <a:pt x="0" y="484688"/>
                  </a:moveTo>
                  <a:lnTo>
                    <a:pt x="69261" y="615562"/>
                  </a:lnTo>
                  <a:lnTo>
                    <a:pt x="138523" y="581630"/>
                  </a:lnTo>
                  <a:lnTo>
                    <a:pt x="207785" y="772235"/>
                  </a:lnTo>
                  <a:lnTo>
                    <a:pt x="277047" y="676149"/>
                  </a:lnTo>
                  <a:lnTo>
                    <a:pt x="346309" y="385243"/>
                  </a:lnTo>
                  <a:lnTo>
                    <a:pt x="415571" y="502021"/>
                  </a:lnTo>
                  <a:lnTo>
                    <a:pt x="484832" y="515472"/>
                  </a:lnTo>
                  <a:lnTo>
                    <a:pt x="554094" y="113778"/>
                  </a:lnTo>
                  <a:lnTo>
                    <a:pt x="623356" y="115302"/>
                  </a:lnTo>
                  <a:lnTo>
                    <a:pt x="692618" y="235810"/>
                  </a:lnTo>
                  <a:lnTo>
                    <a:pt x="761880" y="343719"/>
                  </a:lnTo>
                  <a:lnTo>
                    <a:pt x="831142" y="436621"/>
                  </a:lnTo>
                  <a:lnTo>
                    <a:pt x="900404" y="360205"/>
                  </a:lnTo>
                  <a:lnTo>
                    <a:pt x="969665" y="0"/>
                  </a:lnTo>
                  <a:lnTo>
                    <a:pt x="1038927" y="10420"/>
                  </a:lnTo>
                  <a:lnTo>
                    <a:pt x="1108189" y="214723"/>
                  </a:lnTo>
                  <a:lnTo>
                    <a:pt x="1177451" y="188269"/>
                  </a:lnTo>
                  <a:lnTo>
                    <a:pt x="1246713" y="116253"/>
                  </a:lnTo>
                  <a:lnTo>
                    <a:pt x="1315975" y="175132"/>
                  </a:lnTo>
                  <a:lnTo>
                    <a:pt x="1385237" y="214565"/>
                  </a:lnTo>
                  <a:lnTo>
                    <a:pt x="1454498" y="235209"/>
                  </a:lnTo>
                  <a:lnTo>
                    <a:pt x="1523760" y="195881"/>
                  </a:lnTo>
                  <a:lnTo>
                    <a:pt x="1593022" y="194750"/>
                  </a:lnTo>
                  <a:lnTo>
                    <a:pt x="1662284" y="207178"/>
                  </a:lnTo>
                  <a:lnTo>
                    <a:pt x="1731546" y="163647"/>
                  </a:lnTo>
                  <a:lnTo>
                    <a:pt x="1800808" y="133495"/>
                  </a:lnTo>
                  <a:lnTo>
                    <a:pt x="1870070" y="70943"/>
                  </a:lnTo>
                  <a:lnTo>
                    <a:pt x="1939331" y="72174"/>
                  </a:lnTo>
                  <a:lnTo>
                    <a:pt x="2008593" y="83868"/>
                  </a:lnTo>
                  <a:lnTo>
                    <a:pt x="2077855" y="86541"/>
                  </a:lnTo>
                  <a:lnTo>
                    <a:pt x="2147117" y="67694"/>
                  </a:lnTo>
                  <a:lnTo>
                    <a:pt x="2216379" y="49676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5128557" y="4180032"/>
              <a:ext cx="2438017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5128557" y="5394674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5128557" y="5122570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5128557" y="4850467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5128557" y="4578363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5128557" y="4306259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5239376" y="4764253"/>
              <a:ext cx="2216379" cy="462779"/>
            </a:xfrm>
            <a:custGeom>
              <a:avLst/>
              <a:pathLst>
                <a:path w="2216379" h="462779">
                  <a:moveTo>
                    <a:pt x="0" y="90951"/>
                  </a:moveTo>
                  <a:lnTo>
                    <a:pt x="69261" y="6150"/>
                  </a:lnTo>
                  <a:lnTo>
                    <a:pt x="138523" y="0"/>
                  </a:lnTo>
                  <a:lnTo>
                    <a:pt x="207785" y="233197"/>
                  </a:lnTo>
                  <a:lnTo>
                    <a:pt x="277047" y="300420"/>
                  </a:lnTo>
                  <a:lnTo>
                    <a:pt x="346309" y="140781"/>
                  </a:lnTo>
                  <a:lnTo>
                    <a:pt x="415571" y="151456"/>
                  </a:lnTo>
                  <a:lnTo>
                    <a:pt x="484832" y="161313"/>
                  </a:lnTo>
                  <a:lnTo>
                    <a:pt x="554094" y="182516"/>
                  </a:lnTo>
                  <a:lnTo>
                    <a:pt x="623356" y="144375"/>
                  </a:lnTo>
                  <a:lnTo>
                    <a:pt x="692618" y="198924"/>
                  </a:lnTo>
                  <a:lnTo>
                    <a:pt x="761880" y="249894"/>
                  </a:lnTo>
                  <a:lnTo>
                    <a:pt x="831142" y="271506"/>
                  </a:lnTo>
                  <a:lnTo>
                    <a:pt x="900404" y="462779"/>
                  </a:lnTo>
                  <a:lnTo>
                    <a:pt x="969665" y="422742"/>
                  </a:lnTo>
                  <a:lnTo>
                    <a:pt x="1038927" y="380034"/>
                  </a:lnTo>
                  <a:lnTo>
                    <a:pt x="1108189" y="322954"/>
                  </a:lnTo>
                  <a:lnTo>
                    <a:pt x="1177451" y="303326"/>
                  </a:lnTo>
                  <a:lnTo>
                    <a:pt x="1246713" y="242003"/>
                  </a:lnTo>
                  <a:lnTo>
                    <a:pt x="1315975" y="211261"/>
                  </a:lnTo>
                  <a:lnTo>
                    <a:pt x="1385237" y="204118"/>
                  </a:lnTo>
                  <a:lnTo>
                    <a:pt x="1454498" y="227031"/>
                  </a:lnTo>
                  <a:lnTo>
                    <a:pt x="1523760" y="235931"/>
                  </a:lnTo>
                  <a:lnTo>
                    <a:pt x="1593022" y="223622"/>
                  </a:lnTo>
                  <a:lnTo>
                    <a:pt x="1662284" y="213917"/>
                  </a:lnTo>
                  <a:lnTo>
                    <a:pt x="1731546" y="199543"/>
                  </a:lnTo>
                  <a:lnTo>
                    <a:pt x="1800808" y="184465"/>
                  </a:lnTo>
                  <a:lnTo>
                    <a:pt x="1870070" y="175529"/>
                  </a:lnTo>
                  <a:lnTo>
                    <a:pt x="1939331" y="169000"/>
                  </a:lnTo>
                  <a:lnTo>
                    <a:pt x="2008593" y="176057"/>
                  </a:lnTo>
                  <a:lnTo>
                    <a:pt x="2077855" y="151404"/>
                  </a:lnTo>
                  <a:lnTo>
                    <a:pt x="2147117" y="150426"/>
                  </a:lnTo>
                  <a:lnTo>
                    <a:pt x="2216379" y="157893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5239376" y="4414686"/>
              <a:ext cx="2216379" cy="649987"/>
            </a:xfrm>
            <a:custGeom>
              <a:avLst/>
              <a:pathLst>
                <a:path w="2216379" h="649987">
                  <a:moveTo>
                    <a:pt x="0" y="440518"/>
                  </a:moveTo>
                  <a:lnTo>
                    <a:pt x="69261" y="355717"/>
                  </a:lnTo>
                  <a:lnTo>
                    <a:pt x="138523" y="349566"/>
                  </a:lnTo>
                  <a:lnTo>
                    <a:pt x="207785" y="582764"/>
                  </a:lnTo>
                  <a:lnTo>
                    <a:pt x="277047" y="649987"/>
                  </a:lnTo>
                  <a:lnTo>
                    <a:pt x="346309" y="490348"/>
                  </a:lnTo>
                  <a:lnTo>
                    <a:pt x="415571" y="500995"/>
                  </a:lnTo>
                  <a:lnTo>
                    <a:pt x="484832" y="510855"/>
                  </a:lnTo>
                  <a:lnTo>
                    <a:pt x="554094" y="512462"/>
                  </a:lnTo>
                  <a:lnTo>
                    <a:pt x="623356" y="462283"/>
                  </a:lnTo>
                  <a:lnTo>
                    <a:pt x="692618" y="502885"/>
                  </a:lnTo>
                  <a:lnTo>
                    <a:pt x="761880" y="576230"/>
                  </a:lnTo>
                  <a:lnTo>
                    <a:pt x="831142" y="612614"/>
                  </a:lnTo>
                  <a:lnTo>
                    <a:pt x="900404" y="618167"/>
                  </a:lnTo>
                  <a:lnTo>
                    <a:pt x="969665" y="577866"/>
                  </a:lnTo>
                  <a:lnTo>
                    <a:pt x="1038927" y="560891"/>
                  </a:lnTo>
                  <a:lnTo>
                    <a:pt x="1108189" y="561396"/>
                  </a:lnTo>
                  <a:lnTo>
                    <a:pt x="1177451" y="516845"/>
                  </a:lnTo>
                  <a:lnTo>
                    <a:pt x="1246713" y="450356"/>
                  </a:lnTo>
                  <a:lnTo>
                    <a:pt x="1315975" y="442146"/>
                  </a:lnTo>
                  <a:lnTo>
                    <a:pt x="1385237" y="434834"/>
                  </a:lnTo>
                  <a:lnTo>
                    <a:pt x="1454498" y="410875"/>
                  </a:lnTo>
                  <a:lnTo>
                    <a:pt x="1523760" y="384956"/>
                  </a:lnTo>
                  <a:lnTo>
                    <a:pt x="1593022" y="371176"/>
                  </a:lnTo>
                  <a:lnTo>
                    <a:pt x="1662284" y="347730"/>
                  </a:lnTo>
                  <a:lnTo>
                    <a:pt x="1731546" y="306384"/>
                  </a:lnTo>
                  <a:lnTo>
                    <a:pt x="1800808" y="265082"/>
                  </a:lnTo>
                  <a:lnTo>
                    <a:pt x="1870070" y="216442"/>
                  </a:lnTo>
                  <a:lnTo>
                    <a:pt x="1939331" y="181384"/>
                  </a:lnTo>
                  <a:lnTo>
                    <a:pt x="2008593" y="156658"/>
                  </a:lnTo>
                  <a:lnTo>
                    <a:pt x="2077855" y="113916"/>
                  </a:lnTo>
                  <a:lnTo>
                    <a:pt x="2147117" y="60631"/>
                  </a:lnTo>
                  <a:lnTo>
                    <a:pt x="2216379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5239376" y="4764253"/>
              <a:ext cx="2216379" cy="353629"/>
            </a:xfrm>
            <a:custGeom>
              <a:avLst/>
              <a:pathLst>
                <a:path w="2216379" h="353629">
                  <a:moveTo>
                    <a:pt x="0" y="90951"/>
                  </a:moveTo>
                  <a:lnTo>
                    <a:pt x="69261" y="6150"/>
                  </a:lnTo>
                  <a:lnTo>
                    <a:pt x="138523" y="0"/>
                  </a:lnTo>
                  <a:lnTo>
                    <a:pt x="207785" y="233197"/>
                  </a:lnTo>
                  <a:lnTo>
                    <a:pt x="277047" y="300420"/>
                  </a:lnTo>
                  <a:lnTo>
                    <a:pt x="346309" y="140781"/>
                  </a:lnTo>
                  <a:lnTo>
                    <a:pt x="415571" y="151456"/>
                  </a:lnTo>
                  <a:lnTo>
                    <a:pt x="484832" y="161313"/>
                  </a:lnTo>
                  <a:lnTo>
                    <a:pt x="554094" y="182516"/>
                  </a:lnTo>
                  <a:lnTo>
                    <a:pt x="623356" y="144369"/>
                  </a:lnTo>
                  <a:lnTo>
                    <a:pt x="692618" y="198914"/>
                  </a:lnTo>
                  <a:lnTo>
                    <a:pt x="761880" y="249820"/>
                  </a:lnTo>
                  <a:lnTo>
                    <a:pt x="831142" y="263356"/>
                  </a:lnTo>
                  <a:lnTo>
                    <a:pt x="900404" y="353629"/>
                  </a:lnTo>
                  <a:lnTo>
                    <a:pt x="969665" y="116113"/>
                  </a:lnTo>
                  <a:lnTo>
                    <a:pt x="1038927" y="118770"/>
                  </a:lnTo>
                  <a:lnTo>
                    <a:pt x="1108189" y="182970"/>
                  </a:lnTo>
                  <a:lnTo>
                    <a:pt x="1177451" y="167600"/>
                  </a:lnTo>
                  <a:lnTo>
                    <a:pt x="1246713" y="114719"/>
                  </a:lnTo>
                  <a:lnTo>
                    <a:pt x="1315975" y="128663"/>
                  </a:lnTo>
                  <a:lnTo>
                    <a:pt x="1385237" y="161135"/>
                  </a:lnTo>
                  <a:lnTo>
                    <a:pt x="1454498" y="179660"/>
                  </a:lnTo>
                  <a:lnTo>
                    <a:pt x="1523760" y="158047"/>
                  </a:lnTo>
                  <a:lnTo>
                    <a:pt x="1593022" y="176225"/>
                  </a:lnTo>
                  <a:lnTo>
                    <a:pt x="1662284" y="162937"/>
                  </a:lnTo>
                  <a:lnTo>
                    <a:pt x="1731546" y="143848"/>
                  </a:lnTo>
                  <a:lnTo>
                    <a:pt x="1800808" y="130591"/>
                  </a:lnTo>
                  <a:lnTo>
                    <a:pt x="1870070" y="96912"/>
                  </a:lnTo>
                  <a:lnTo>
                    <a:pt x="1939331" y="110225"/>
                  </a:lnTo>
                  <a:lnTo>
                    <a:pt x="2008593" y="157665"/>
                  </a:lnTo>
                  <a:lnTo>
                    <a:pt x="2077855" y="173319"/>
                  </a:lnTo>
                  <a:lnTo>
                    <a:pt x="2147117" y="158751"/>
                  </a:lnTo>
                  <a:lnTo>
                    <a:pt x="2216379" y="156256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7749454" y="2292581"/>
              <a:ext cx="2438017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7749454" y="3507223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7749454" y="3235120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7749454" y="2963016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7749454" y="2690912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7749454" y="2418808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7860273" y="2713347"/>
              <a:ext cx="2216379" cy="418754"/>
            </a:xfrm>
            <a:custGeom>
              <a:avLst/>
              <a:pathLst>
                <a:path w="2216379" h="418754">
                  <a:moveTo>
                    <a:pt x="0" y="0"/>
                  </a:moveTo>
                  <a:lnTo>
                    <a:pt x="69261" y="34946"/>
                  </a:lnTo>
                  <a:lnTo>
                    <a:pt x="138523" y="17270"/>
                  </a:lnTo>
                  <a:lnTo>
                    <a:pt x="207785" y="355194"/>
                  </a:lnTo>
                  <a:lnTo>
                    <a:pt x="277047" y="370854"/>
                  </a:lnTo>
                  <a:lnTo>
                    <a:pt x="346309" y="154358"/>
                  </a:lnTo>
                  <a:lnTo>
                    <a:pt x="415571" y="139372"/>
                  </a:lnTo>
                  <a:lnTo>
                    <a:pt x="484832" y="174212"/>
                  </a:lnTo>
                  <a:lnTo>
                    <a:pt x="554094" y="171271"/>
                  </a:lnTo>
                  <a:lnTo>
                    <a:pt x="623356" y="188589"/>
                  </a:lnTo>
                  <a:lnTo>
                    <a:pt x="692618" y="213919"/>
                  </a:lnTo>
                  <a:lnTo>
                    <a:pt x="761880" y="283709"/>
                  </a:lnTo>
                  <a:lnTo>
                    <a:pt x="831142" y="354689"/>
                  </a:lnTo>
                  <a:lnTo>
                    <a:pt x="900404" y="418754"/>
                  </a:lnTo>
                  <a:lnTo>
                    <a:pt x="969665" y="376954"/>
                  </a:lnTo>
                  <a:lnTo>
                    <a:pt x="1038927" y="331072"/>
                  </a:lnTo>
                  <a:lnTo>
                    <a:pt x="1108189" y="289944"/>
                  </a:lnTo>
                  <a:lnTo>
                    <a:pt x="1177451" y="277484"/>
                  </a:lnTo>
                  <a:lnTo>
                    <a:pt x="1246713" y="223875"/>
                  </a:lnTo>
                  <a:lnTo>
                    <a:pt x="1315975" y="196845"/>
                  </a:lnTo>
                  <a:lnTo>
                    <a:pt x="1385237" y="187053"/>
                  </a:lnTo>
                  <a:lnTo>
                    <a:pt x="1454498" y="211076"/>
                  </a:lnTo>
                  <a:lnTo>
                    <a:pt x="1523760" y="221283"/>
                  </a:lnTo>
                  <a:lnTo>
                    <a:pt x="1593022" y="206896"/>
                  </a:lnTo>
                  <a:lnTo>
                    <a:pt x="1662284" y="188578"/>
                  </a:lnTo>
                  <a:lnTo>
                    <a:pt x="1731546" y="161223"/>
                  </a:lnTo>
                  <a:lnTo>
                    <a:pt x="1800808" y="161367"/>
                  </a:lnTo>
                  <a:lnTo>
                    <a:pt x="1870070" y="151577"/>
                  </a:lnTo>
                  <a:lnTo>
                    <a:pt x="1939331" y="146567"/>
                  </a:lnTo>
                  <a:lnTo>
                    <a:pt x="2008593" y="155028"/>
                  </a:lnTo>
                  <a:lnTo>
                    <a:pt x="2077855" y="133528"/>
                  </a:lnTo>
                  <a:lnTo>
                    <a:pt x="2147117" y="137333"/>
                  </a:lnTo>
                  <a:lnTo>
                    <a:pt x="2216379" y="14654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7860273" y="2358930"/>
              <a:ext cx="2216379" cy="725270"/>
            </a:xfrm>
            <a:custGeom>
              <a:avLst/>
              <a:pathLst>
                <a:path w="2216379" h="725270">
                  <a:moveTo>
                    <a:pt x="0" y="354416"/>
                  </a:moveTo>
                  <a:lnTo>
                    <a:pt x="69261" y="389363"/>
                  </a:lnTo>
                  <a:lnTo>
                    <a:pt x="138523" y="371687"/>
                  </a:lnTo>
                  <a:lnTo>
                    <a:pt x="207785" y="709610"/>
                  </a:lnTo>
                  <a:lnTo>
                    <a:pt x="277047" y="725270"/>
                  </a:lnTo>
                  <a:lnTo>
                    <a:pt x="346309" y="508774"/>
                  </a:lnTo>
                  <a:lnTo>
                    <a:pt x="415571" y="493761"/>
                  </a:lnTo>
                  <a:lnTo>
                    <a:pt x="484832" y="528603"/>
                  </a:lnTo>
                  <a:lnTo>
                    <a:pt x="554094" y="505992"/>
                  </a:lnTo>
                  <a:lnTo>
                    <a:pt x="623356" y="513335"/>
                  </a:lnTo>
                  <a:lnTo>
                    <a:pt x="692618" y="523431"/>
                  </a:lnTo>
                  <a:lnTo>
                    <a:pt x="761880" y="638377"/>
                  </a:lnTo>
                  <a:lnTo>
                    <a:pt x="831142" y="723838"/>
                  </a:lnTo>
                  <a:lnTo>
                    <a:pt x="900404" y="599126"/>
                  </a:lnTo>
                  <a:lnTo>
                    <a:pt x="969665" y="556795"/>
                  </a:lnTo>
                  <a:lnTo>
                    <a:pt x="1038927" y="543197"/>
                  </a:lnTo>
                  <a:lnTo>
                    <a:pt x="1108189" y="548937"/>
                  </a:lnTo>
                  <a:lnTo>
                    <a:pt x="1177451" y="512087"/>
                  </a:lnTo>
                  <a:lnTo>
                    <a:pt x="1246713" y="453173"/>
                  </a:lnTo>
                  <a:lnTo>
                    <a:pt x="1315975" y="447848"/>
                  </a:lnTo>
                  <a:lnTo>
                    <a:pt x="1385237" y="440660"/>
                  </a:lnTo>
                  <a:lnTo>
                    <a:pt x="1454498" y="415750"/>
                  </a:lnTo>
                  <a:lnTo>
                    <a:pt x="1523760" y="389996"/>
                  </a:lnTo>
                  <a:lnTo>
                    <a:pt x="1593022" y="375903"/>
                  </a:lnTo>
                  <a:lnTo>
                    <a:pt x="1662284" y="347884"/>
                  </a:lnTo>
                  <a:lnTo>
                    <a:pt x="1731546" y="305168"/>
                  </a:lnTo>
                  <a:lnTo>
                    <a:pt x="1800808" y="264712"/>
                  </a:lnTo>
                  <a:lnTo>
                    <a:pt x="1870070" y="215368"/>
                  </a:lnTo>
                  <a:lnTo>
                    <a:pt x="1939331" y="180140"/>
                  </a:lnTo>
                  <a:lnTo>
                    <a:pt x="2008593" y="156649"/>
                  </a:lnTo>
                  <a:lnTo>
                    <a:pt x="2077855" y="113746"/>
                  </a:lnTo>
                  <a:lnTo>
                    <a:pt x="2147117" y="60913"/>
                  </a:lnTo>
                  <a:lnTo>
                    <a:pt x="2216379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7860273" y="2713347"/>
              <a:ext cx="2216379" cy="370854"/>
            </a:xfrm>
            <a:custGeom>
              <a:avLst/>
              <a:pathLst>
                <a:path w="2216379" h="370854">
                  <a:moveTo>
                    <a:pt x="0" y="0"/>
                  </a:moveTo>
                  <a:lnTo>
                    <a:pt x="69261" y="34946"/>
                  </a:lnTo>
                  <a:lnTo>
                    <a:pt x="138523" y="17270"/>
                  </a:lnTo>
                  <a:lnTo>
                    <a:pt x="207785" y="355194"/>
                  </a:lnTo>
                  <a:lnTo>
                    <a:pt x="277047" y="370854"/>
                  </a:lnTo>
                  <a:lnTo>
                    <a:pt x="346309" y="154358"/>
                  </a:lnTo>
                  <a:lnTo>
                    <a:pt x="415571" y="139372"/>
                  </a:lnTo>
                  <a:lnTo>
                    <a:pt x="484832" y="174212"/>
                  </a:lnTo>
                  <a:lnTo>
                    <a:pt x="554094" y="171271"/>
                  </a:lnTo>
                  <a:lnTo>
                    <a:pt x="623356" y="188582"/>
                  </a:lnTo>
                  <a:lnTo>
                    <a:pt x="692618" y="213924"/>
                  </a:lnTo>
                  <a:lnTo>
                    <a:pt x="761880" y="283664"/>
                  </a:lnTo>
                  <a:lnTo>
                    <a:pt x="831142" y="345808"/>
                  </a:lnTo>
                  <a:lnTo>
                    <a:pt x="900404" y="308712"/>
                  </a:lnTo>
                  <a:lnTo>
                    <a:pt x="969665" y="76293"/>
                  </a:lnTo>
                  <a:lnTo>
                    <a:pt x="1038927" y="89735"/>
                  </a:lnTo>
                  <a:lnTo>
                    <a:pt x="1108189" y="166456"/>
                  </a:lnTo>
                  <a:lnTo>
                    <a:pt x="1177451" y="157555"/>
                  </a:lnTo>
                  <a:lnTo>
                    <a:pt x="1246713" y="104225"/>
                  </a:lnTo>
                  <a:lnTo>
                    <a:pt x="1315975" y="122376"/>
                  </a:lnTo>
                  <a:lnTo>
                    <a:pt x="1385237" y="151093"/>
                  </a:lnTo>
                  <a:lnTo>
                    <a:pt x="1454498" y="168097"/>
                  </a:lnTo>
                  <a:lnTo>
                    <a:pt x="1523760" y="146742"/>
                  </a:lnTo>
                  <a:lnTo>
                    <a:pt x="1593022" y="163686"/>
                  </a:lnTo>
                  <a:lnTo>
                    <a:pt x="1662284" y="144500"/>
                  </a:lnTo>
                  <a:lnTo>
                    <a:pt x="1731546" y="121074"/>
                  </a:lnTo>
                  <a:lnTo>
                    <a:pt x="1800808" y="113347"/>
                  </a:lnTo>
                  <a:lnTo>
                    <a:pt x="1870070" y="78205"/>
                  </a:lnTo>
                  <a:lnTo>
                    <a:pt x="1939331" y="87266"/>
                  </a:lnTo>
                  <a:lnTo>
                    <a:pt x="2008593" y="136065"/>
                  </a:lnTo>
                  <a:lnTo>
                    <a:pt x="2077855" y="154253"/>
                  </a:lnTo>
                  <a:lnTo>
                    <a:pt x="2147117" y="141160"/>
                  </a:lnTo>
                  <a:lnTo>
                    <a:pt x="2216379" y="140936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7749454" y="4180032"/>
              <a:ext cx="2438017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7749454" y="5394674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7749454" y="5122570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7749454" y="4850467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7749454" y="4578363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7749454" y="4306259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  <a:lnTo>
                    <a:pt x="24380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7860273" y="4369902"/>
              <a:ext cx="2216379" cy="1120758"/>
            </a:xfrm>
            <a:custGeom>
              <a:avLst/>
              <a:pathLst>
                <a:path w="2216379" h="1120758">
                  <a:moveTo>
                    <a:pt x="0" y="1120758"/>
                  </a:moveTo>
                  <a:lnTo>
                    <a:pt x="69261" y="665077"/>
                  </a:lnTo>
                  <a:lnTo>
                    <a:pt x="138523" y="700042"/>
                  </a:lnTo>
                  <a:lnTo>
                    <a:pt x="207785" y="785792"/>
                  </a:lnTo>
                  <a:lnTo>
                    <a:pt x="277047" y="779659"/>
                  </a:lnTo>
                  <a:lnTo>
                    <a:pt x="346309" y="768769"/>
                  </a:lnTo>
                  <a:lnTo>
                    <a:pt x="415571" y="752331"/>
                  </a:lnTo>
                  <a:lnTo>
                    <a:pt x="484832" y="579513"/>
                  </a:lnTo>
                  <a:lnTo>
                    <a:pt x="554094" y="198295"/>
                  </a:lnTo>
                  <a:lnTo>
                    <a:pt x="623356" y="296459"/>
                  </a:lnTo>
                  <a:lnTo>
                    <a:pt x="692618" y="318787"/>
                  </a:lnTo>
                  <a:lnTo>
                    <a:pt x="761880" y="264736"/>
                  </a:lnTo>
                  <a:lnTo>
                    <a:pt x="831142" y="173730"/>
                  </a:lnTo>
                  <a:lnTo>
                    <a:pt x="900404" y="218677"/>
                  </a:lnTo>
                  <a:lnTo>
                    <a:pt x="969665" y="219860"/>
                  </a:lnTo>
                  <a:lnTo>
                    <a:pt x="1038927" y="217325"/>
                  </a:lnTo>
                  <a:lnTo>
                    <a:pt x="1108189" y="90727"/>
                  </a:lnTo>
                  <a:lnTo>
                    <a:pt x="1177451" y="26393"/>
                  </a:lnTo>
                  <a:lnTo>
                    <a:pt x="1246713" y="167012"/>
                  </a:lnTo>
                  <a:lnTo>
                    <a:pt x="1315975" y="137049"/>
                  </a:lnTo>
                  <a:lnTo>
                    <a:pt x="1385237" y="60619"/>
                  </a:lnTo>
                  <a:lnTo>
                    <a:pt x="1454498" y="211215"/>
                  </a:lnTo>
                  <a:lnTo>
                    <a:pt x="1523760" y="139608"/>
                  </a:lnTo>
                  <a:lnTo>
                    <a:pt x="1593022" y="81269"/>
                  </a:lnTo>
                  <a:lnTo>
                    <a:pt x="1662284" y="0"/>
                  </a:lnTo>
                  <a:lnTo>
                    <a:pt x="1731546" y="162545"/>
                  </a:lnTo>
                  <a:lnTo>
                    <a:pt x="1800808" y="107740"/>
                  </a:lnTo>
                  <a:lnTo>
                    <a:pt x="1870070" y="91970"/>
                  </a:lnTo>
                  <a:lnTo>
                    <a:pt x="1939331" y="196045"/>
                  </a:lnTo>
                  <a:lnTo>
                    <a:pt x="2008593" y="131093"/>
                  </a:lnTo>
                  <a:lnTo>
                    <a:pt x="2077855" y="75184"/>
                  </a:lnTo>
                  <a:lnTo>
                    <a:pt x="2147117" y="73052"/>
                  </a:lnTo>
                  <a:lnTo>
                    <a:pt x="2216379" y="186393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7860273" y="4199401"/>
              <a:ext cx="2216379" cy="1291259"/>
            </a:xfrm>
            <a:custGeom>
              <a:avLst/>
              <a:pathLst>
                <a:path w="2216379" h="1291259">
                  <a:moveTo>
                    <a:pt x="0" y="1291259"/>
                  </a:moveTo>
                  <a:lnTo>
                    <a:pt x="69261" y="835578"/>
                  </a:lnTo>
                  <a:lnTo>
                    <a:pt x="138523" y="870543"/>
                  </a:lnTo>
                  <a:lnTo>
                    <a:pt x="207785" y="956293"/>
                  </a:lnTo>
                  <a:lnTo>
                    <a:pt x="277047" y="950160"/>
                  </a:lnTo>
                  <a:lnTo>
                    <a:pt x="346309" y="939270"/>
                  </a:lnTo>
                  <a:lnTo>
                    <a:pt x="415571" y="923416"/>
                  </a:lnTo>
                  <a:lnTo>
                    <a:pt x="484832" y="751542"/>
                  </a:lnTo>
                  <a:lnTo>
                    <a:pt x="554094" y="348983"/>
                  </a:lnTo>
                  <a:lnTo>
                    <a:pt x="623356" y="447473"/>
                  </a:lnTo>
                  <a:lnTo>
                    <a:pt x="692618" y="566016"/>
                  </a:lnTo>
                  <a:lnTo>
                    <a:pt x="761880" y="587035"/>
                  </a:lnTo>
                  <a:lnTo>
                    <a:pt x="831142" y="665687"/>
                  </a:lnTo>
                  <a:lnTo>
                    <a:pt x="900404" y="562006"/>
                  </a:lnTo>
                  <a:lnTo>
                    <a:pt x="969665" y="569541"/>
                  </a:lnTo>
                  <a:lnTo>
                    <a:pt x="1038927" y="538179"/>
                  </a:lnTo>
                  <a:lnTo>
                    <a:pt x="1108189" y="532368"/>
                  </a:lnTo>
                  <a:lnTo>
                    <a:pt x="1177451" y="522702"/>
                  </a:lnTo>
                  <a:lnTo>
                    <a:pt x="1246713" y="491962"/>
                  </a:lnTo>
                  <a:lnTo>
                    <a:pt x="1315975" y="471956"/>
                  </a:lnTo>
                  <a:lnTo>
                    <a:pt x="1385237" y="453676"/>
                  </a:lnTo>
                  <a:lnTo>
                    <a:pt x="1454498" y="438931"/>
                  </a:lnTo>
                  <a:lnTo>
                    <a:pt x="1523760" y="407995"/>
                  </a:lnTo>
                  <a:lnTo>
                    <a:pt x="1593022" y="394555"/>
                  </a:lnTo>
                  <a:lnTo>
                    <a:pt x="1662284" y="372543"/>
                  </a:lnTo>
                  <a:lnTo>
                    <a:pt x="1731546" y="332478"/>
                  </a:lnTo>
                  <a:lnTo>
                    <a:pt x="1800808" y="292610"/>
                  </a:lnTo>
                  <a:lnTo>
                    <a:pt x="1870070" y="262045"/>
                  </a:lnTo>
                  <a:lnTo>
                    <a:pt x="1939331" y="224550"/>
                  </a:lnTo>
                  <a:lnTo>
                    <a:pt x="2008593" y="174791"/>
                  </a:lnTo>
                  <a:lnTo>
                    <a:pt x="2077855" y="115162"/>
                  </a:lnTo>
                  <a:lnTo>
                    <a:pt x="2147117" y="61855"/>
                  </a:lnTo>
                  <a:lnTo>
                    <a:pt x="2216379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7860273" y="4568229"/>
              <a:ext cx="2216379" cy="922432"/>
            </a:xfrm>
            <a:custGeom>
              <a:avLst/>
              <a:pathLst>
                <a:path w="2216379" h="922432">
                  <a:moveTo>
                    <a:pt x="0" y="922432"/>
                  </a:moveTo>
                  <a:lnTo>
                    <a:pt x="69261" y="466750"/>
                  </a:lnTo>
                  <a:lnTo>
                    <a:pt x="138523" y="501715"/>
                  </a:lnTo>
                  <a:lnTo>
                    <a:pt x="207785" y="587466"/>
                  </a:lnTo>
                  <a:lnTo>
                    <a:pt x="277047" y="581332"/>
                  </a:lnTo>
                  <a:lnTo>
                    <a:pt x="346309" y="570443"/>
                  </a:lnTo>
                  <a:lnTo>
                    <a:pt x="415571" y="554005"/>
                  </a:lnTo>
                  <a:lnTo>
                    <a:pt x="484832" y="381194"/>
                  </a:lnTo>
                  <a:lnTo>
                    <a:pt x="554094" y="0"/>
                  </a:lnTo>
                  <a:lnTo>
                    <a:pt x="623356" y="115926"/>
                  </a:lnTo>
                  <a:lnTo>
                    <a:pt x="692618" y="212271"/>
                  </a:lnTo>
                  <a:lnTo>
                    <a:pt x="761880" y="180592"/>
                  </a:lnTo>
                  <a:lnTo>
                    <a:pt x="831142" y="132444"/>
                  </a:lnTo>
                  <a:lnTo>
                    <a:pt x="900404" y="131221"/>
                  </a:lnTo>
                  <a:lnTo>
                    <a:pt x="969665" y="65077"/>
                  </a:lnTo>
                  <a:lnTo>
                    <a:pt x="1038927" y="188283"/>
                  </a:lnTo>
                  <a:lnTo>
                    <a:pt x="1108189" y="331038"/>
                  </a:lnTo>
                  <a:lnTo>
                    <a:pt x="1177451" y="412490"/>
                  </a:lnTo>
                  <a:lnTo>
                    <a:pt x="1246713" y="412004"/>
                  </a:lnTo>
                  <a:lnTo>
                    <a:pt x="1315975" y="493674"/>
                  </a:lnTo>
                  <a:lnTo>
                    <a:pt x="1385237" y="488115"/>
                  </a:lnTo>
                  <a:lnTo>
                    <a:pt x="1454498" y="448479"/>
                  </a:lnTo>
                  <a:lnTo>
                    <a:pt x="1523760" y="427644"/>
                  </a:lnTo>
                  <a:lnTo>
                    <a:pt x="1593022" y="412829"/>
                  </a:lnTo>
                  <a:lnTo>
                    <a:pt x="1662284" y="392310"/>
                  </a:lnTo>
                  <a:lnTo>
                    <a:pt x="1731546" y="373569"/>
                  </a:lnTo>
                  <a:lnTo>
                    <a:pt x="1800808" y="346485"/>
                  </a:lnTo>
                  <a:lnTo>
                    <a:pt x="1870070" y="311923"/>
                  </a:lnTo>
                  <a:lnTo>
                    <a:pt x="1939331" y="288545"/>
                  </a:lnTo>
                  <a:lnTo>
                    <a:pt x="2008593" y="277457"/>
                  </a:lnTo>
                  <a:lnTo>
                    <a:pt x="2077855" y="224546"/>
                  </a:lnTo>
                  <a:lnTo>
                    <a:pt x="2147117" y="201479"/>
                  </a:lnTo>
                  <a:lnTo>
                    <a:pt x="2216379" y="165947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2507660" y="3786090"/>
              <a:ext cx="24380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tx59"/>
            <p:cNvSpPr/>
            <p:nvPr/>
          </p:nvSpPr>
          <p:spPr>
            <a:xfrm>
              <a:off x="3536131" y="3898564"/>
              <a:ext cx="38107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Tas</a:t>
              </a:r>
            </a:p>
          </p:txBody>
        </p:sp>
        <p:sp>
          <p:nvSpPr>
            <p:cNvPr id="61" name="rc60"/>
            <p:cNvSpPr/>
            <p:nvPr/>
          </p:nvSpPr>
          <p:spPr>
            <a:xfrm>
              <a:off x="5128557" y="3786090"/>
              <a:ext cx="24380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tx61"/>
            <p:cNvSpPr/>
            <p:nvPr/>
          </p:nvSpPr>
          <p:spPr>
            <a:xfrm>
              <a:off x="6188785" y="3898564"/>
              <a:ext cx="317562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Vic</a:t>
              </a:r>
            </a:p>
          </p:txBody>
        </p:sp>
        <p:sp>
          <p:nvSpPr>
            <p:cNvPr id="63" name="rc62"/>
            <p:cNvSpPr/>
            <p:nvPr/>
          </p:nvSpPr>
          <p:spPr>
            <a:xfrm>
              <a:off x="7749454" y="3786090"/>
              <a:ext cx="24380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3"/>
            <p:cNvSpPr/>
            <p:nvPr/>
          </p:nvSpPr>
          <p:spPr>
            <a:xfrm>
              <a:off x="8784344" y="3901243"/>
              <a:ext cx="368237" cy="1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</a:t>
              </a:r>
            </a:p>
          </p:txBody>
        </p:sp>
        <p:sp>
          <p:nvSpPr>
            <p:cNvPr id="65" name="rc64"/>
            <p:cNvSpPr/>
            <p:nvPr/>
          </p:nvSpPr>
          <p:spPr>
            <a:xfrm>
              <a:off x="2507660" y="1898639"/>
              <a:ext cx="24380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tx65"/>
            <p:cNvSpPr/>
            <p:nvPr/>
          </p:nvSpPr>
          <p:spPr>
            <a:xfrm>
              <a:off x="3460006" y="2008211"/>
              <a:ext cx="533325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NSW</a:t>
              </a:r>
            </a:p>
          </p:txBody>
        </p:sp>
        <p:sp>
          <p:nvSpPr>
            <p:cNvPr id="67" name="rc66"/>
            <p:cNvSpPr/>
            <p:nvPr/>
          </p:nvSpPr>
          <p:spPr>
            <a:xfrm>
              <a:off x="5128557" y="1898639"/>
              <a:ext cx="24380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tx67"/>
            <p:cNvSpPr/>
            <p:nvPr/>
          </p:nvSpPr>
          <p:spPr>
            <a:xfrm>
              <a:off x="6169697" y="1998165"/>
              <a:ext cx="355736" cy="1792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Qld</a:t>
              </a:r>
            </a:p>
          </p:txBody>
        </p:sp>
        <p:sp>
          <p:nvSpPr>
            <p:cNvPr id="69" name="rc68"/>
            <p:cNvSpPr/>
            <p:nvPr/>
          </p:nvSpPr>
          <p:spPr>
            <a:xfrm>
              <a:off x="7749454" y="1898639"/>
              <a:ext cx="24380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tx69"/>
            <p:cNvSpPr/>
            <p:nvPr/>
          </p:nvSpPr>
          <p:spPr>
            <a:xfrm>
              <a:off x="8815988" y="2008211"/>
              <a:ext cx="304948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</a:t>
              </a:r>
            </a:p>
          </p:txBody>
        </p:sp>
        <p:sp>
          <p:nvSpPr>
            <p:cNvPr id="71" name="pl70"/>
            <p:cNvSpPr/>
            <p:nvPr/>
          </p:nvSpPr>
          <p:spPr>
            <a:xfrm>
              <a:off x="2507660" y="5490661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2757002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3449621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4142239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4834858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5"/>
            <p:cNvSpPr/>
            <p:nvPr/>
          </p:nvSpPr>
          <p:spPr>
            <a:xfrm>
              <a:off x="2502730" y="5589686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3195348" y="5589575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3887967" y="5589686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4580585" y="5589686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80" name="pl79"/>
            <p:cNvSpPr/>
            <p:nvPr/>
          </p:nvSpPr>
          <p:spPr>
            <a:xfrm>
              <a:off x="5128557" y="5490661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5377900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6070518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6763137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7455755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4"/>
            <p:cNvSpPr/>
            <p:nvPr/>
          </p:nvSpPr>
          <p:spPr>
            <a:xfrm>
              <a:off x="5123627" y="5589686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5816245" y="5589575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6508864" y="5589686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7201482" y="5589686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89" name="pl88"/>
            <p:cNvSpPr/>
            <p:nvPr/>
          </p:nvSpPr>
          <p:spPr>
            <a:xfrm>
              <a:off x="7749454" y="5490661"/>
              <a:ext cx="2438017" cy="0"/>
            </a:xfrm>
            <a:custGeom>
              <a:avLst/>
              <a:pathLst>
                <a:path w="2438017" h="0">
                  <a:moveTo>
                    <a:pt x="0" y="0"/>
                  </a:moveTo>
                  <a:lnTo>
                    <a:pt x="2438017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7998797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8691415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9384034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10076653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tx93"/>
            <p:cNvSpPr/>
            <p:nvPr/>
          </p:nvSpPr>
          <p:spPr>
            <a:xfrm>
              <a:off x="7744524" y="5589686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8437143" y="5589575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9129761" y="5589686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9822380" y="5589686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1896628" y="3386784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$200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1896628" y="3114680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$300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1896628" y="2842577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$400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1896628" y="2570473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$500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1896628" y="2298369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$600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1896628" y="5274235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$200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1896628" y="5002131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$300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1896628" y="4730027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$400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1896628" y="4457924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$500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1896628" y="4185820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$600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6125216" y="5856136"/>
              <a:ext cx="444698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</a:t>
              </a:r>
            </a:p>
          </p:txBody>
        </p:sp>
      </p:grpSp>
      <p:sp>
        <p:nvSpPr>
          <p:cNvPr id="109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In most states, prices are higher under a carbon price, but the Safeguard option quickly converges with the reference case</a:t>
            </a:r>
          </a:p>
        </p:txBody>
      </p:sp>
      <p:sp>
        <p:nvSpPr>
          <p:cNvPr id="110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8876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/>
  <cp:revision>269</cp:revision>
  <dcterms:created xsi:type="dcterms:W3CDTF">2022-05-20T01:54:03Z</dcterms:created>
  <dcterms:modified xsi:type="dcterms:W3CDTF">2025-07-17T13:05:04Z</dcterms:modified>
</cp:coreProperties>
</file>