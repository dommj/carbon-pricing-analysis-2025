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94653"/>
  </p:normalViewPr>
  <p:slideViewPr>
    <p:cSldViewPr snapToGrid="0" snapToObjects="1">
      <p:cViewPr varScale="1">
        <p:scale>
          <a:sx n="106" d="100"/>
          <a:sy n="106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c Jones" userId="8a7bc671-a4ae-414f-b318-851f1451f1f7" providerId="ADAL" clId="{F2ED45CD-0249-4756-B411-03CEA6E6CF52}"/>
    <pc:docChg chg="undo custSel modSld">
      <pc:chgData name="Dominic Jones" userId="8a7bc671-a4ae-414f-b318-851f1451f1f7" providerId="ADAL" clId="{F2ED45CD-0249-4756-B411-03CEA6E6CF52}" dt="2025-06-27T04:22:52.158" v="53" actId="208"/>
      <pc:docMkLst>
        <pc:docMk/>
      </pc:docMkLst>
      <pc:sldChg chg="delSp modSp mod">
        <pc:chgData name="Dominic Jones" userId="8a7bc671-a4ae-414f-b318-851f1451f1f7" providerId="ADAL" clId="{F2ED45CD-0249-4756-B411-03CEA6E6CF52}" dt="2025-06-27T04:22:52.158" v="53" actId="208"/>
        <pc:sldMkLst>
          <pc:docMk/>
          <pc:sldMk cId="0" sldId="256"/>
        </pc:sldMkLst>
        <pc:spChg chg="del">
          <ac:chgData name="Dominic Jones" userId="8a7bc671-a4ae-414f-b318-851f1451f1f7" providerId="ADAL" clId="{F2ED45CD-0249-4756-B411-03CEA6E6CF52}" dt="2025-06-27T04:19:18.986" v="6" actId="478"/>
          <ac:spMkLst>
            <pc:docMk/>
            <pc:sldMk cId="0" sldId="256"/>
            <ac:spMk id="15" creationId="{00000000-0000-0000-0000-000000000000}"/>
          </ac:spMkLst>
        </pc:spChg>
        <pc:spChg chg="mod ord">
          <ac:chgData name="Dominic Jones" userId="8a7bc671-a4ae-414f-b318-851f1451f1f7" providerId="ADAL" clId="{F2ED45CD-0249-4756-B411-03CEA6E6CF52}" dt="2025-06-27T04:20:26.281" v="34" actId="1076"/>
          <ac:spMkLst>
            <pc:docMk/>
            <pc:sldMk cId="0" sldId="256"/>
            <ac:spMk id="16" creationId="{00000000-0000-0000-0000-000000000000}"/>
          </ac:spMkLst>
        </pc:spChg>
        <pc:spChg chg="mod ord">
          <ac:chgData name="Dominic Jones" userId="8a7bc671-a4ae-414f-b318-851f1451f1f7" providerId="ADAL" clId="{F2ED45CD-0249-4756-B411-03CEA6E6CF52}" dt="2025-06-27T04:20:31.616" v="36" actId="1076"/>
          <ac:spMkLst>
            <pc:docMk/>
            <pc:sldMk cId="0" sldId="256"/>
            <ac:spMk id="17" creationId="{00000000-0000-0000-0000-000000000000}"/>
          </ac:spMkLst>
        </pc:spChg>
        <pc:spChg chg="del">
          <ac:chgData name="Dominic Jones" userId="8a7bc671-a4ae-414f-b318-851f1451f1f7" providerId="ADAL" clId="{F2ED45CD-0249-4756-B411-03CEA6E6CF52}" dt="2025-06-27T04:21:12.059" v="51" actId="478"/>
          <ac:spMkLst>
            <pc:docMk/>
            <pc:sldMk cId="0" sldId="256"/>
            <ac:spMk id="18" creationId="{00000000-0000-0000-0000-000000000000}"/>
          </ac:spMkLst>
        </pc:spChg>
        <pc:spChg chg="mod ord">
          <ac:chgData name="Dominic Jones" userId="8a7bc671-a4ae-414f-b318-851f1451f1f7" providerId="ADAL" clId="{F2ED45CD-0249-4756-B411-03CEA6E6CF52}" dt="2025-06-27T04:20:38.038" v="39" actId="20577"/>
          <ac:spMkLst>
            <pc:docMk/>
            <pc:sldMk cId="0" sldId="256"/>
            <ac:spMk id="19" creationId="{00000000-0000-0000-0000-000000000000}"/>
          </ac:spMkLst>
        </pc:spChg>
        <pc:spChg chg="mod ord">
          <ac:chgData name="Dominic Jones" userId="8a7bc671-a4ae-414f-b318-851f1451f1f7" providerId="ADAL" clId="{F2ED45CD-0249-4756-B411-03CEA6E6CF52}" dt="2025-06-27T04:20:18.812" v="31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Dominic Jones" userId="8a7bc671-a4ae-414f-b318-851f1451f1f7" providerId="ADAL" clId="{F2ED45CD-0249-4756-B411-03CEA6E6CF52}" dt="2025-06-27T04:20:21.671" v="33" actId="107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Dominic Jones" userId="8a7bc671-a4ae-414f-b318-851f1451f1f7" providerId="ADAL" clId="{F2ED45CD-0249-4756-B411-03CEA6E6CF52}" dt="2025-06-27T04:22:52.158" v="53" actId="208"/>
          <ac:spMkLst>
            <pc:docMk/>
            <pc:sldMk cId="0" sldId="256"/>
            <ac:spMk id="28" creationId="{00000000-0000-0000-0000-000000000000}"/>
          </ac:spMkLst>
        </pc:spChg>
        <pc:spChg chg="mod">
          <ac:chgData name="Dominic Jones" userId="8a7bc671-a4ae-414f-b318-851f1451f1f7" providerId="ADAL" clId="{F2ED45CD-0249-4756-B411-03CEA6E6CF52}" dt="2025-06-27T04:21:47.642" v="52" actId="20577"/>
          <ac:spMkLst>
            <pc:docMk/>
            <pc:sldMk cId="0" sldId="256"/>
            <ac:spMk id="7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 script location: C:/Users/domijones/OneDrive - The University of Melbourne/Energy/Analysis/analysis_cp_dj_2025/R/calculate_average_adj_tou_consumption.R
Powerpoint file location: C:\Users\domijones\OneDrive - The University of Melbourne\Energy\Analysis\analysis_cp_dj_2025\vic_winter_test_fullslide.pptx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6/27/2025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6/27/2025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6/27/2025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DDA1B1-E990-1373-D6AB-EF6EEB4045CA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1475" y="1808163"/>
            <a:ext cx="11412538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7" name="Caption Placeholder 1">
            <a:extLst>
              <a:ext uri="{FF2B5EF4-FFF2-40B4-BE49-F238E27FC236}">
                <a16:creationId xmlns:a16="http://schemas.microsoft.com/office/drawing/2014/main" id="{0B68B2F7-35DA-8DD2-1D07-9D280795C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2EC199-2580-9D84-9E72-CE7324DB7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27/06/2025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t>Hourly electricity consumption in KW by source, winter average</a:t>
            </a:r>
          </a:p>
        </p:txBody>
      </p:sp>
      <p:grpSp>
        <p:nvGrpSpPr>
          <p:cNvPr id="3" name="Content Placeholder 3"/>
          <p:cNvGrpSpPr/>
          <p:nvPr/>
        </p:nvGrpSpPr>
        <p:grpSpPr>
          <a:xfrm>
            <a:off x="371475" y="1808162"/>
            <a:ext cx="11412538" cy="4284662"/>
            <a:chOff x="371475" y="1808162"/>
            <a:chExt cx="11412538" cy="4284662"/>
          </a:xfrm>
        </p:grpSpPr>
        <p:sp>
          <p:nvSpPr>
            <p:cNvPr id="4" name="rc3"/>
            <p:cNvSpPr/>
            <p:nvPr/>
          </p:nvSpPr>
          <p:spPr>
            <a:xfrm>
              <a:off x="371475" y="1808162"/>
              <a:ext cx="11412538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793574" y="2293544"/>
              <a:ext cx="5348915" cy="31980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5"/>
            <p:cNvSpPr/>
            <p:nvPr/>
          </p:nvSpPr>
          <p:spPr>
            <a:xfrm>
              <a:off x="793574" y="5346257"/>
              <a:ext cx="5348915" cy="0"/>
            </a:xfrm>
            <a:custGeom>
              <a:avLst/>
              <a:gdLst/>
              <a:ahLst/>
              <a:cxnLst/>
              <a:rect l="0" t="0" r="0" b="0"/>
              <a:pathLst>
                <a:path w="5348915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6"/>
            <p:cNvSpPr/>
            <p:nvPr/>
          </p:nvSpPr>
          <p:spPr>
            <a:xfrm>
              <a:off x="793574" y="4597815"/>
              <a:ext cx="5348915" cy="0"/>
            </a:xfrm>
            <a:custGeom>
              <a:avLst/>
              <a:gdLst/>
              <a:ahLst/>
              <a:cxnLst/>
              <a:rect l="0" t="0" r="0" b="0"/>
              <a:pathLst>
                <a:path w="5348915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7"/>
            <p:cNvSpPr/>
            <p:nvPr/>
          </p:nvSpPr>
          <p:spPr>
            <a:xfrm>
              <a:off x="793574" y="3849374"/>
              <a:ext cx="5348915" cy="0"/>
            </a:xfrm>
            <a:custGeom>
              <a:avLst/>
              <a:gdLst/>
              <a:ahLst/>
              <a:cxnLst/>
              <a:rect l="0" t="0" r="0" b="0"/>
              <a:pathLst>
                <a:path w="5348915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8"/>
            <p:cNvSpPr/>
            <p:nvPr/>
          </p:nvSpPr>
          <p:spPr>
            <a:xfrm>
              <a:off x="793574" y="3100933"/>
              <a:ext cx="5348915" cy="0"/>
            </a:xfrm>
            <a:custGeom>
              <a:avLst/>
              <a:gdLst/>
              <a:ahLst/>
              <a:cxnLst/>
              <a:rect l="0" t="0" r="0" b="0"/>
              <a:pathLst>
                <a:path w="5348915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9"/>
            <p:cNvSpPr/>
            <p:nvPr/>
          </p:nvSpPr>
          <p:spPr>
            <a:xfrm>
              <a:off x="793574" y="2352492"/>
              <a:ext cx="5348915" cy="0"/>
            </a:xfrm>
            <a:custGeom>
              <a:avLst/>
              <a:gdLst/>
              <a:ahLst/>
              <a:cxnLst/>
              <a:rect l="0" t="0" r="0" b="0"/>
              <a:pathLst>
                <a:path w="5348915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896438" y="3902203"/>
              <a:ext cx="5143187" cy="1444053"/>
            </a:xfrm>
            <a:custGeom>
              <a:avLst/>
              <a:gdLst/>
              <a:ahLst/>
              <a:cxnLst/>
              <a:rect l="0" t="0" r="0" b="0"/>
              <a:pathLst>
                <a:path w="5143187" h="1444053">
                  <a:moveTo>
                    <a:pt x="5132" y="701950"/>
                  </a:moveTo>
                  <a:lnTo>
                    <a:pt x="10265" y="702308"/>
                  </a:lnTo>
                  <a:lnTo>
                    <a:pt x="223170" y="717152"/>
                  </a:lnTo>
                  <a:lnTo>
                    <a:pt x="228303" y="717510"/>
                  </a:lnTo>
                  <a:lnTo>
                    <a:pt x="233436" y="720795"/>
                  </a:lnTo>
                  <a:lnTo>
                    <a:pt x="446341" y="857037"/>
                  </a:lnTo>
                  <a:lnTo>
                    <a:pt x="451473" y="860321"/>
                  </a:lnTo>
                  <a:lnTo>
                    <a:pt x="456606" y="862048"/>
                  </a:lnTo>
                  <a:lnTo>
                    <a:pt x="669511" y="933644"/>
                  </a:lnTo>
                  <a:lnTo>
                    <a:pt x="674644" y="935370"/>
                  </a:lnTo>
                  <a:lnTo>
                    <a:pt x="679777" y="936338"/>
                  </a:lnTo>
                  <a:lnTo>
                    <a:pt x="892682" y="976488"/>
                  </a:lnTo>
                  <a:lnTo>
                    <a:pt x="897814" y="977456"/>
                  </a:lnTo>
                  <a:lnTo>
                    <a:pt x="902947" y="976625"/>
                  </a:lnTo>
                  <a:lnTo>
                    <a:pt x="1115852" y="942178"/>
                  </a:lnTo>
                  <a:lnTo>
                    <a:pt x="1120985" y="941348"/>
                  </a:lnTo>
                  <a:lnTo>
                    <a:pt x="1126118" y="937877"/>
                  </a:lnTo>
                  <a:lnTo>
                    <a:pt x="1339023" y="793904"/>
                  </a:lnTo>
                  <a:lnTo>
                    <a:pt x="1344155" y="790433"/>
                  </a:lnTo>
                  <a:lnTo>
                    <a:pt x="1349288" y="786082"/>
                  </a:lnTo>
                  <a:lnTo>
                    <a:pt x="1562193" y="605616"/>
                  </a:lnTo>
                  <a:lnTo>
                    <a:pt x="1567326" y="601265"/>
                  </a:lnTo>
                  <a:lnTo>
                    <a:pt x="1572459" y="595052"/>
                  </a:lnTo>
                  <a:lnTo>
                    <a:pt x="1785364" y="337323"/>
                  </a:lnTo>
                  <a:lnTo>
                    <a:pt x="1790497" y="331109"/>
                  </a:lnTo>
                  <a:lnTo>
                    <a:pt x="1795629" y="331364"/>
                  </a:lnTo>
                  <a:lnTo>
                    <a:pt x="2008534" y="341944"/>
                  </a:lnTo>
                  <a:lnTo>
                    <a:pt x="2013667" y="342199"/>
                  </a:lnTo>
                  <a:lnTo>
                    <a:pt x="2018800" y="343000"/>
                  </a:lnTo>
                  <a:lnTo>
                    <a:pt x="2231705" y="376217"/>
                  </a:lnTo>
                  <a:lnTo>
                    <a:pt x="2236838" y="377017"/>
                  </a:lnTo>
                  <a:lnTo>
                    <a:pt x="2241970" y="378876"/>
                  </a:lnTo>
                  <a:lnTo>
                    <a:pt x="2454875" y="455961"/>
                  </a:lnTo>
                  <a:lnTo>
                    <a:pt x="2460008" y="457819"/>
                  </a:lnTo>
                  <a:lnTo>
                    <a:pt x="2465141" y="458679"/>
                  </a:lnTo>
                  <a:lnTo>
                    <a:pt x="2678046" y="494322"/>
                  </a:lnTo>
                  <a:lnTo>
                    <a:pt x="2683179" y="495181"/>
                  </a:lnTo>
                  <a:lnTo>
                    <a:pt x="2688311" y="495383"/>
                  </a:lnTo>
                  <a:lnTo>
                    <a:pt x="2901216" y="503750"/>
                  </a:lnTo>
                  <a:lnTo>
                    <a:pt x="2906349" y="503951"/>
                  </a:lnTo>
                  <a:lnTo>
                    <a:pt x="2911482" y="505609"/>
                  </a:lnTo>
                  <a:lnTo>
                    <a:pt x="3124387" y="574357"/>
                  </a:lnTo>
                  <a:lnTo>
                    <a:pt x="3129520" y="576015"/>
                  </a:lnTo>
                  <a:lnTo>
                    <a:pt x="3134653" y="575718"/>
                  </a:lnTo>
                  <a:lnTo>
                    <a:pt x="3347557" y="563410"/>
                  </a:lnTo>
                  <a:lnTo>
                    <a:pt x="3352690" y="563114"/>
                  </a:lnTo>
                  <a:lnTo>
                    <a:pt x="3357823" y="561299"/>
                  </a:lnTo>
                  <a:lnTo>
                    <a:pt x="3570728" y="486046"/>
                  </a:lnTo>
                  <a:lnTo>
                    <a:pt x="3575861" y="484232"/>
                  </a:lnTo>
                  <a:lnTo>
                    <a:pt x="3580994" y="478049"/>
                  </a:lnTo>
                  <a:lnTo>
                    <a:pt x="3793898" y="221592"/>
                  </a:lnTo>
                  <a:lnTo>
                    <a:pt x="3799031" y="215409"/>
                  </a:lnTo>
                  <a:lnTo>
                    <a:pt x="3804164" y="210455"/>
                  </a:lnTo>
                  <a:lnTo>
                    <a:pt x="4017069" y="4954"/>
                  </a:lnTo>
                  <a:lnTo>
                    <a:pt x="4022202" y="0"/>
                  </a:lnTo>
                  <a:lnTo>
                    <a:pt x="4027335" y="2507"/>
                  </a:lnTo>
                  <a:lnTo>
                    <a:pt x="4240239" y="106534"/>
                  </a:lnTo>
                  <a:lnTo>
                    <a:pt x="4245372" y="109042"/>
                  </a:lnTo>
                  <a:lnTo>
                    <a:pt x="4250505" y="112270"/>
                  </a:lnTo>
                  <a:lnTo>
                    <a:pt x="4463410" y="246151"/>
                  </a:lnTo>
                  <a:lnTo>
                    <a:pt x="4468543" y="249379"/>
                  </a:lnTo>
                  <a:lnTo>
                    <a:pt x="4473676" y="253021"/>
                  </a:lnTo>
                  <a:lnTo>
                    <a:pt x="4686580" y="404080"/>
                  </a:lnTo>
                  <a:lnTo>
                    <a:pt x="4691713" y="407722"/>
                  </a:lnTo>
                  <a:lnTo>
                    <a:pt x="4696846" y="412106"/>
                  </a:lnTo>
                  <a:lnTo>
                    <a:pt x="4909751" y="593922"/>
                  </a:lnTo>
                  <a:lnTo>
                    <a:pt x="4914884" y="598306"/>
                  </a:lnTo>
                  <a:lnTo>
                    <a:pt x="4920017" y="602001"/>
                  </a:lnTo>
                  <a:lnTo>
                    <a:pt x="5132921" y="755285"/>
                  </a:lnTo>
                  <a:lnTo>
                    <a:pt x="5138054" y="758980"/>
                  </a:lnTo>
                  <a:lnTo>
                    <a:pt x="5143187" y="1444053"/>
                  </a:lnTo>
                  <a:lnTo>
                    <a:pt x="5138054" y="758980"/>
                  </a:lnTo>
                  <a:lnTo>
                    <a:pt x="5132921" y="755285"/>
                  </a:lnTo>
                  <a:lnTo>
                    <a:pt x="4920017" y="602001"/>
                  </a:lnTo>
                  <a:lnTo>
                    <a:pt x="4914884" y="598306"/>
                  </a:lnTo>
                  <a:lnTo>
                    <a:pt x="4909751" y="593922"/>
                  </a:lnTo>
                  <a:lnTo>
                    <a:pt x="4696846" y="412106"/>
                  </a:lnTo>
                  <a:lnTo>
                    <a:pt x="4691713" y="407722"/>
                  </a:lnTo>
                  <a:lnTo>
                    <a:pt x="4686580" y="404080"/>
                  </a:lnTo>
                  <a:lnTo>
                    <a:pt x="4473676" y="253021"/>
                  </a:lnTo>
                  <a:lnTo>
                    <a:pt x="4468543" y="249379"/>
                  </a:lnTo>
                  <a:lnTo>
                    <a:pt x="4463410" y="246151"/>
                  </a:lnTo>
                  <a:lnTo>
                    <a:pt x="4250505" y="112270"/>
                  </a:lnTo>
                  <a:lnTo>
                    <a:pt x="4245372" y="109042"/>
                  </a:lnTo>
                  <a:lnTo>
                    <a:pt x="4240239" y="106534"/>
                  </a:lnTo>
                  <a:lnTo>
                    <a:pt x="4027335" y="2507"/>
                  </a:lnTo>
                  <a:lnTo>
                    <a:pt x="4022202" y="0"/>
                  </a:lnTo>
                  <a:lnTo>
                    <a:pt x="4017069" y="4954"/>
                  </a:lnTo>
                  <a:lnTo>
                    <a:pt x="3804164" y="210455"/>
                  </a:lnTo>
                  <a:lnTo>
                    <a:pt x="3799031" y="215409"/>
                  </a:lnTo>
                  <a:lnTo>
                    <a:pt x="3793898" y="221592"/>
                  </a:lnTo>
                  <a:lnTo>
                    <a:pt x="3580994" y="478049"/>
                  </a:lnTo>
                  <a:lnTo>
                    <a:pt x="3575861" y="484232"/>
                  </a:lnTo>
                  <a:lnTo>
                    <a:pt x="3570728" y="486046"/>
                  </a:lnTo>
                  <a:lnTo>
                    <a:pt x="3357823" y="561299"/>
                  </a:lnTo>
                  <a:lnTo>
                    <a:pt x="3352690" y="563114"/>
                  </a:lnTo>
                  <a:lnTo>
                    <a:pt x="3347557" y="563410"/>
                  </a:lnTo>
                  <a:lnTo>
                    <a:pt x="3134653" y="575718"/>
                  </a:lnTo>
                  <a:lnTo>
                    <a:pt x="3129520" y="576015"/>
                  </a:lnTo>
                  <a:lnTo>
                    <a:pt x="3124387" y="574357"/>
                  </a:lnTo>
                  <a:lnTo>
                    <a:pt x="2911482" y="505609"/>
                  </a:lnTo>
                  <a:lnTo>
                    <a:pt x="2906349" y="503951"/>
                  </a:lnTo>
                  <a:lnTo>
                    <a:pt x="2901216" y="503750"/>
                  </a:lnTo>
                  <a:lnTo>
                    <a:pt x="2688311" y="495383"/>
                  </a:lnTo>
                  <a:lnTo>
                    <a:pt x="2683179" y="495181"/>
                  </a:lnTo>
                  <a:lnTo>
                    <a:pt x="2678046" y="494322"/>
                  </a:lnTo>
                  <a:lnTo>
                    <a:pt x="2465141" y="458679"/>
                  </a:lnTo>
                  <a:lnTo>
                    <a:pt x="2460008" y="457819"/>
                  </a:lnTo>
                  <a:lnTo>
                    <a:pt x="2454875" y="455961"/>
                  </a:lnTo>
                  <a:lnTo>
                    <a:pt x="2241970" y="378876"/>
                  </a:lnTo>
                  <a:lnTo>
                    <a:pt x="2236838" y="377017"/>
                  </a:lnTo>
                  <a:lnTo>
                    <a:pt x="2231705" y="376217"/>
                  </a:lnTo>
                  <a:lnTo>
                    <a:pt x="2018800" y="343000"/>
                  </a:lnTo>
                  <a:lnTo>
                    <a:pt x="2013667" y="342199"/>
                  </a:lnTo>
                  <a:lnTo>
                    <a:pt x="2008534" y="341944"/>
                  </a:lnTo>
                  <a:lnTo>
                    <a:pt x="1795629" y="331364"/>
                  </a:lnTo>
                  <a:lnTo>
                    <a:pt x="1790497" y="331109"/>
                  </a:lnTo>
                  <a:lnTo>
                    <a:pt x="1785364" y="337323"/>
                  </a:lnTo>
                  <a:lnTo>
                    <a:pt x="1572459" y="595052"/>
                  </a:lnTo>
                  <a:lnTo>
                    <a:pt x="1567326" y="601265"/>
                  </a:lnTo>
                  <a:lnTo>
                    <a:pt x="1562193" y="605616"/>
                  </a:lnTo>
                  <a:lnTo>
                    <a:pt x="1349288" y="786082"/>
                  </a:lnTo>
                  <a:lnTo>
                    <a:pt x="1344155" y="790433"/>
                  </a:lnTo>
                  <a:lnTo>
                    <a:pt x="1339023" y="793904"/>
                  </a:lnTo>
                  <a:lnTo>
                    <a:pt x="1126118" y="937877"/>
                  </a:lnTo>
                  <a:lnTo>
                    <a:pt x="1120985" y="941348"/>
                  </a:lnTo>
                  <a:lnTo>
                    <a:pt x="1115852" y="942178"/>
                  </a:lnTo>
                  <a:lnTo>
                    <a:pt x="902947" y="976625"/>
                  </a:lnTo>
                  <a:lnTo>
                    <a:pt x="897814" y="977456"/>
                  </a:lnTo>
                  <a:lnTo>
                    <a:pt x="892682" y="976488"/>
                  </a:lnTo>
                  <a:lnTo>
                    <a:pt x="679777" y="936338"/>
                  </a:lnTo>
                  <a:lnTo>
                    <a:pt x="674644" y="935370"/>
                  </a:lnTo>
                  <a:lnTo>
                    <a:pt x="669511" y="933644"/>
                  </a:lnTo>
                  <a:lnTo>
                    <a:pt x="456606" y="862048"/>
                  </a:lnTo>
                  <a:lnTo>
                    <a:pt x="451473" y="860321"/>
                  </a:lnTo>
                  <a:lnTo>
                    <a:pt x="446341" y="857037"/>
                  </a:lnTo>
                  <a:lnTo>
                    <a:pt x="233436" y="720795"/>
                  </a:lnTo>
                  <a:lnTo>
                    <a:pt x="228303" y="717510"/>
                  </a:lnTo>
                  <a:lnTo>
                    <a:pt x="223170" y="717152"/>
                  </a:lnTo>
                  <a:lnTo>
                    <a:pt x="10265" y="702308"/>
                  </a:lnTo>
                  <a:lnTo>
                    <a:pt x="5132" y="701950"/>
                  </a:lnTo>
                  <a:lnTo>
                    <a:pt x="0" y="1444053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2" name="pl11"/>
            <p:cNvSpPr/>
            <p:nvPr/>
          </p:nvSpPr>
          <p:spPr>
            <a:xfrm>
              <a:off x="901571" y="3902203"/>
              <a:ext cx="5132921" cy="977456"/>
            </a:xfrm>
            <a:custGeom>
              <a:avLst/>
              <a:gdLst/>
              <a:ahLst/>
              <a:cxnLst/>
              <a:rect l="0" t="0" r="0" b="0"/>
              <a:pathLst>
                <a:path w="5132921" h="977456">
                  <a:moveTo>
                    <a:pt x="0" y="701950"/>
                  </a:moveTo>
                  <a:lnTo>
                    <a:pt x="5132" y="702308"/>
                  </a:lnTo>
                  <a:lnTo>
                    <a:pt x="218037" y="717152"/>
                  </a:lnTo>
                  <a:lnTo>
                    <a:pt x="223170" y="717510"/>
                  </a:lnTo>
                  <a:lnTo>
                    <a:pt x="228303" y="720795"/>
                  </a:lnTo>
                  <a:lnTo>
                    <a:pt x="441208" y="857037"/>
                  </a:lnTo>
                  <a:lnTo>
                    <a:pt x="446341" y="860321"/>
                  </a:lnTo>
                  <a:lnTo>
                    <a:pt x="451473" y="862048"/>
                  </a:lnTo>
                  <a:lnTo>
                    <a:pt x="664378" y="933644"/>
                  </a:lnTo>
                  <a:lnTo>
                    <a:pt x="669511" y="935370"/>
                  </a:lnTo>
                  <a:lnTo>
                    <a:pt x="674644" y="936338"/>
                  </a:lnTo>
                  <a:lnTo>
                    <a:pt x="887549" y="976488"/>
                  </a:lnTo>
                  <a:lnTo>
                    <a:pt x="892682" y="977456"/>
                  </a:lnTo>
                  <a:lnTo>
                    <a:pt x="897814" y="976625"/>
                  </a:lnTo>
                  <a:lnTo>
                    <a:pt x="1110719" y="942178"/>
                  </a:lnTo>
                  <a:lnTo>
                    <a:pt x="1115852" y="941348"/>
                  </a:lnTo>
                  <a:lnTo>
                    <a:pt x="1120985" y="937877"/>
                  </a:lnTo>
                  <a:lnTo>
                    <a:pt x="1333890" y="793904"/>
                  </a:lnTo>
                  <a:lnTo>
                    <a:pt x="1339023" y="790433"/>
                  </a:lnTo>
                  <a:lnTo>
                    <a:pt x="1344155" y="786082"/>
                  </a:lnTo>
                  <a:lnTo>
                    <a:pt x="1557060" y="605616"/>
                  </a:lnTo>
                  <a:lnTo>
                    <a:pt x="1562193" y="601265"/>
                  </a:lnTo>
                  <a:lnTo>
                    <a:pt x="1567326" y="595052"/>
                  </a:lnTo>
                  <a:lnTo>
                    <a:pt x="1780231" y="337323"/>
                  </a:lnTo>
                  <a:lnTo>
                    <a:pt x="1785364" y="331109"/>
                  </a:lnTo>
                  <a:lnTo>
                    <a:pt x="1790497" y="331364"/>
                  </a:lnTo>
                  <a:lnTo>
                    <a:pt x="2003401" y="341944"/>
                  </a:lnTo>
                  <a:lnTo>
                    <a:pt x="2008534" y="342199"/>
                  </a:lnTo>
                  <a:lnTo>
                    <a:pt x="2013667" y="343000"/>
                  </a:lnTo>
                  <a:lnTo>
                    <a:pt x="2226572" y="376217"/>
                  </a:lnTo>
                  <a:lnTo>
                    <a:pt x="2231705" y="377017"/>
                  </a:lnTo>
                  <a:lnTo>
                    <a:pt x="2236838" y="378876"/>
                  </a:lnTo>
                  <a:lnTo>
                    <a:pt x="2449742" y="455961"/>
                  </a:lnTo>
                  <a:lnTo>
                    <a:pt x="2454875" y="457819"/>
                  </a:lnTo>
                  <a:lnTo>
                    <a:pt x="2460008" y="458679"/>
                  </a:lnTo>
                  <a:lnTo>
                    <a:pt x="2672913" y="494322"/>
                  </a:lnTo>
                  <a:lnTo>
                    <a:pt x="2678046" y="495181"/>
                  </a:lnTo>
                  <a:lnTo>
                    <a:pt x="2683179" y="495383"/>
                  </a:lnTo>
                  <a:lnTo>
                    <a:pt x="2896083" y="503750"/>
                  </a:lnTo>
                  <a:lnTo>
                    <a:pt x="2901216" y="503951"/>
                  </a:lnTo>
                  <a:lnTo>
                    <a:pt x="2906349" y="505609"/>
                  </a:lnTo>
                  <a:lnTo>
                    <a:pt x="3119254" y="574357"/>
                  </a:lnTo>
                  <a:lnTo>
                    <a:pt x="3124387" y="576015"/>
                  </a:lnTo>
                  <a:lnTo>
                    <a:pt x="3129520" y="575718"/>
                  </a:lnTo>
                  <a:lnTo>
                    <a:pt x="3342424" y="563410"/>
                  </a:lnTo>
                  <a:lnTo>
                    <a:pt x="3347557" y="563114"/>
                  </a:lnTo>
                  <a:lnTo>
                    <a:pt x="3352690" y="561299"/>
                  </a:lnTo>
                  <a:lnTo>
                    <a:pt x="3565595" y="486046"/>
                  </a:lnTo>
                  <a:lnTo>
                    <a:pt x="3570728" y="484232"/>
                  </a:lnTo>
                  <a:lnTo>
                    <a:pt x="3575861" y="478049"/>
                  </a:lnTo>
                  <a:lnTo>
                    <a:pt x="3788765" y="221592"/>
                  </a:lnTo>
                  <a:lnTo>
                    <a:pt x="3793898" y="215409"/>
                  </a:lnTo>
                  <a:lnTo>
                    <a:pt x="3799031" y="210455"/>
                  </a:lnTo>
                  <a:lnTo>
                    <a:pt x="4011936" y="4954"/>
                  </a:lnTo>
                  <a:lnTo>
                    <a:pt x="4017069" y="0"/>
                  </a:lnTo>
                  <a:lnTo>
                    <a:pt x="4022202" y="2507"/>
                  </a:lnTo>
                  <a:lnTo>
                    <a:pt x="4235106" y="106534"/>
                  </a:lnTo>
                  <a:lnTo>
                    <a:pt x="4240239" y="109042"/>
                  </a:lnTo>
                  <a:lnTo>
                    <a:pt x="4245372" y="112270"/>
                  </a:lnTo>
                  <a:lnTo>
                    <a:pt x="4458277" y="246151"/>
                  </a:lnTo>
                  <a:lnTo>
                    <a:pt x="4463410" y="249379"/>
                  </a:lnTo>
                  <a:lnTo>
                    <a:pt x="4468543" y="253021"/>
                  </a:lnTo>
                  <a:lnTo>
                    <a:pt x="4681447" y="404080"/>
                  </a:lnTo>
                  <a:lnTo>
                    <a:pt x="4686580" y="407722"/>
                  </a:lnTo>
                  <a:lnTo>
                    <a:pt x="4691713" y="412106"/>
                  </a:lnTo>
                  <a:lnTo>
                    <a:pt x="4904618" y="593922"/>
                  </a:lnTo>
                  <a:lnTo>
                    <a:pt x="4909751" y="598306"/>
                  </a:lnTo>
                  <a:lnTo>
                    <a:pt x="4914884" y="602001"/>
                  </a:lnTo>
                  <a:lnTo>
                    <a:pt x="5127788" y="755285"/>
                  </a:lnTo>
                  <a:lnTo>
                    <a:pt x="5132921" y="758980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896438" y="3902203"/>
              <a:ext cx="5143187" cy="1444053"/>
            </a:xfrm>
            <a:custGeom>
              <a:avLst/>
              <a:gdLst/>
              <a:ahLst/>
              <a:cxnLst/>
              <a:rect l="0" t="0" r="0" b="0"/>
              <a:pathLst>
                <a:path w="5143187" h="1444053">
                  <a:moveTo>
                    <a:pt x="5132" y="701950"/>
                  </a:moveTo>
                  <a:lnTo>
                    <a:pt x="10265" y="702308"/>
                  </a:lnTo>
                  <a:lnTo>
                    <a:pt x="223170" y="717152"/>
                  </a:lnTo>
                  <a:lnTo>
                    <a:pt x="228303" y="717510"/>
                  </a:lnTo>
                  <a:lnTo>
                    <a:pt x="233436" y="720795"/>
                  </a:lnTo>
                  <a:lnTo>
                    <a:pt x="446341" y="857037"/>
                  </a:lnTo>
                  <a:lnTo>
                    <a:pt x="451473" y="860321"/>
                  </a:lnTo>
                  <a:lnTo>
                    <a:pt x="456606" y="862048"/>
                  </a:lnTo>
                  <a:lnTo>
                    <a:pt x="669511" y="933644"/>
                  </a:lnTo>
                  <a:lnTo>
                    <a:pt x="674644" y="935370"/>
                  </a:lnTo>
                  <a:lnTo>
                    <a:pt x="679777" y="936338"/>
                  </a:lnTo>
                  <a:lnTo>
                    <a:pt x="892682" y="976488"/>
                  </a:lnTo>
                  <a:lnTo>
                    <a:pt x="897814" y="977456"/>
                  </a:lnTo>
                  <a:lnTo>
                    <a:pt x="902947" y="976625"/>
                  </a:lnTo>
                  <a:lnTo>
                    <a:pt x="1115852" y="942178"/>
                  </a:lnTo>
                  <a:lnTo>
                    <a:pt x="1120985" y="941348"/>
                  </a:lnTo>
                  <a:lnTo>
                    <a:pt x="1126118" y="937877"/>
                  </a:lnTo>
                  <a:lnTo>
                    <a:pt x="1339023" y="793904"/>
                  </a:lnTo>
                  <a:lnTo>
                    <a:pt x="1344155" y="790433"/>
                  </a:lnTo>
                  <a:lnTo>
                    <a:pt x="1349288" y="786082"/>
                  </a:lnTo>
                  <a:lnTo>
                    <a:pt x="1562193" y="605616"/>
                  </a:lnTo>
                  <a:lnTo>
                    <a:pt x="1567326" y="601265"/>
                  </a:lnTo>
                  <a:lnTo>
                    <a:pt x="1572459" y="595052"/>
                  </a:lnTo>
                  <a:lnTo>
                    <a:pt x="1785364" y="337323"/>
                  </a:lnTo>
                  <a:lnTo>
                    <a:pt x="1790497" y="331109"/>
                  </a:lnTo>
                  <a:lnTo>
                    <a:pt x="1795629" y="331364"/>
                  </a:lnTo>
                  <a:lnTo>
                    <a:pt x="2008534" y="341944"/>
                  </a:lnTo>
                  <a:lnTo>
                    <a:pt x="2013667" y="342199"/>
                  </a:lnTo>
                  <a:lnTo>
                    <a:pt x="2018800" y="343000"/>
                  </a:lnTo>
                  <a:lnTo>
                    <a:pt x="2231705" y="376217"/>
                  </a:lnTo>
                  <a:lnTo>
                    <a:pt x="2236838" y="377017"/>
                  </a:lnTo>
                  <a:lnTo>
                    <a:pt x="2241970" y="378876"/>
                  </a:lnTo>
                  <a:lnTo>
                    <a:pt x="2454875" y="455961"/>
                  </a:lnTo>
                  <a:lnTo>
                    <a:pt x="2460008" y="457819"/>
                  </a:lnTo>
                  <a:lnTo>
                    <a:pt x="2465141" y="458679"/>
                  </a:lnTo>
                  <a:lnTo>
                    <a:pt x="2678046" y="494322"/>
                  </a:lnTo>
                  <a:lnTo>
                    <a:pt x="2683179" y="495181"/>
                  </a:lnTo>
                  <a:lnTo>
                    <a:pt x="2688311" y="495383"/>
                  </a:lnTo>
                  <a:lnTo>
                    <a:pt x="2901216" y="503750"/>
                  </a:lnTo>
                  <a:lnTo>
                    <a:pt x="2906349" y="503951"/>
                  </a:lnTo>
                  <a:lnTo>
                    <a:pt x="2911482" y="505609"/>
                  </a:lnTo>
                  <a:lnTo>
                    <a:pt x="3124387" y="574357"/>
                  </a:lnTo>
                  <a:lnTo>
                    <a:pt x="3129520" y="576015"/>
                  </a:lnTo>
                  <a:lnTo>
                    <a:pt x="3134653" y="575718"/>
                  </a:lnTo>
                  <a:lnTo>
                    <a:pt x="3347557" y="563410"/>
                  </a:lnTo>
                  <a:lnTo>
                    <a:pt x="3352690" y="563114"/>
                  </a:lnTo>
                  <a:lnTo>
                    <a:pt x="3357823" y="561299"/>
                  </a:lnTo>
                  <a:lnTo>
                    <a:pt x="3570728" y="486046"/>
                  </a:lnTo>
                  <a:lnTo>
                    <a:pt x="3575861" y="484232"/>
                  </a:lnTo>
                  <a:lnTo>
                    <a:pt x="3580994" y="478049"/>
                  </a:lnTo>
                  <a:lnTo>
                    <a:pt x="3793898" y="221592"/>
                  </a:lnTo>
                  <a:lnTo>
                    <a:pt x="3799031" y="215409"/>
                  </a:lnTo>
                  <a:lnTo>
                    <a:pt x="3804164" y="210455"/>
                  </a:lnTo>
                  <a:lnTo>
                    <a:pt x="4017069" y="4954"/>
                  </a:lnTo>
                  <a:lnTo>
                    <a:pt x="4022202" y="0"/>
                  </a:lnTo>
                  <a:lnTo>
                    <a:pt x="4027335" y="2507"/>
                  </a:lnTo>
                  <a:lnTo>
                    <a:pt x="4240239" y="106534"/>
                  </a:lnTo>
                  <a:lnTo>
                    <a:pt x="4245372" y="109042"/>
                  </a:lnTo>
                  <a:lnTo>
                    <a:pt x="4250505" y="112270"/>
                  </a:lnTo>
                  <a:lnTo>
                    <a:pt x="4463410" y="246151"/>
                  </a:lnTo>
                  <a:lnTo>
                    <a:pt x="4468543" y="249379"/>
                  </a:lnTo>
                  <a:lnTo>
                    <a:pt x="4473676" y="253021"/>
                  </a:lnTo>
                  <a:lnTo>
                    <a:pt x="4686580" y="404080"/>
                  </a:lnTo>
                  <a:lnTo>
                    <a:pt x="4691713" y="407722"/>
                  </a:lnTo>
                  <a:lnTo>
                    <a:pt x="4696846" y="412106"/>
                  </a:lnTo>
                  <a:lnTo>
                    <a:pt x="4909751" y="593922"/>
                  </a:lnTo>
                  <a:lnTo>
                    <a:pt x="4914884" y="598306"/>
                  </a:lnTo>
                  <a:lnTo>
                    <a:pt x="4920017" y="602001"/>
                  </a:lnTo>
                  <a:lnTo>
                    <a:pt x="5132921" y="755285"/>
                  </a:lnTo>
                  <a:lnTo>
                    <a:pt x="5138054" y="758980"/>
                  </a:lnTo>
                  <a:lnTo>
                    <a:pt x="5143187" y="1444053"/>
                  </a:lnTo>
                  <a:lnTo>
                    <a:pt x="5138054" y="1444053"/>
                  </a:lnTo>
                  <a:lnTo>
                    <a:pt x="5132921" y="1444053"/>
                  </a:lnTo>
                  <a:lnTo>
                    <a:pt x="4920017" y="1444053"/>
                  </a:lnTo>
                  <a:lnTo>
                    <a:pt x="4914884" y="1444053"/>
                  </a:lnTo>
                  <a:lnTo>
                    <a:pt x="4909751" y="1444053"/>
                  </a:lnTo>
                  <a:lnTo>
                    <a:pt x="4696846" y="1444053"/>
                  </a:lnTo>
                  <a:lnTo>
                    <a:pt x="4691713" y="1444053"/>
                  </a:lnTo>
                  <a:lnTo>
                    <a:pt x="4686580" y="1444053"/>
                  </a:lnTo>
                  <a:lnTo>
                    <a:pt x="4473676" y="1444053"/>
                  </a:lnTo>
                  <a:lnTo>
                    <a:pt x="4468543" y="1444053"/>
                  </a:lnTo>
                  <a:lnTo>
                    <a:pt x="4463410" y="1444053"/>
                  </a:lnTo>
                  <a:lnTo>
                    <a:pt x="4250505" y="1444053"/>
                  </a:lnTo>
                  <a:lnTo>
                    <a:pt x="4245372" y="1444053"/>
                  </a:lnTo>
                  <a:lnTo>
                    <a:pt x="4240239" y="1444053"/>
                  </a:lnTo>
                  <a:lnTo>
                    <a:pt x="4027335" y="1444053"/>
                  </a:lnTo>
                  <a:lnTo>
                    <a:pt x="4022202" y="1444053"/>
                  </a:lnTo>
                  <a:lnTo>
                    <a:pt x="4017069" y="1444053"/>
                  </a:lnTo>
                  <a:lnTo>
                    <a:pt x="3804164" y="1444053"/>
                  </a:lnTo>
                  <a:lnTo>
                    <a:pt x="3799031" y="1444053"/>
                  </a:lnTo>
                  <a:lnTo>
                    <a:pt x="3793898" y="1444053"/>
                  </a:lnTo>
                  <a:lnTo>
                    <a:pt x="3580994" y="1444053"/>
                  </a:lnTo>
                  <a:lnTo>
                    <a:pt x="3575861" y="1444053"/>
                  </a:lnTo>
                  <a:lnTo>
                    <a:pt x="3570728" y="1444053"/>
                  </a:lnTo>
                  <a:lnTo>
                    <a:pt x="3357823" y="1444053"/>
                  </a:lnTo>
                  <a:lnTo>
                    <a:pt x="3352690" y="1444053"/>
                  </a:lnTo>
                  <a:lnTo>
                    <a:pt x="3347557" y="1444053"/>
                  </a:lnTo>
                  <a:lnTo>
                    <a:pt x="3134653" y="1444053"/>
                  </a:lnTo>
                  <a:lnTo>
                    <a:pt x="3129520" y="1444053"/>
                  </a:lnTo>
                  <a:lnTo>
                    <a:pt x="3124387" y="1444053"/>
                  </a:lnTo>
                  <a:lnTo>
                    <a:pt x="2911482" y="1444053"/>
                  </a:lnTo>
                  <a:lnTo>
                    <a:pt x="2906349" y="1444053"/>
                  </a:lnTo>
                  <a:lnTo>
                    <a:pt x="2901216" y="1444053"/>
                  </a:lnTo>
                  <a:lnTo>
                    <a:pt x="2688311" y="1444053"/>
                  </a:lnTo>
                  <a:lnTo>
                    <a:pt x="2683179" y="1444053"/>
                  </a:lnTo>
                  <a:lnTo>
                    <a:pt x="2678046" y="1444053"/>
                  </a:lnTo>
                  <a:lnTo>
                    <a:pt x="2465141" y="1444053"/>
                  </a:lnTo>
                  <a:lnTo>
                    <a:pt x="2460008" y="1444053"/>
                  </a:lnTo>
                  <a:lnTo>
                    <a:pt x="2454875" y="1444053"/>
                  </a:lnTo>
                  <a:lnTo>
                    <a:pt x="2241970" y="1444053"/>
                  </a:lnTo>
                  <a:lnTo>
                    <a:pt x="2236838" y="1444053"/>
                  </a:lnTo>
                  <a:lnTo>
                    <a:pt x="2231705" y="1444053"/>
                  </a:lnTo>
                  <a:lnTo>
                    <a:pt x="2018800" y="1444053"/>
                  </a:lnTo>
                  <a:lnTo>
                    <a:pt x="2013667" y="1444053"/>
                  </a:lnTo>
                  <a:lnTo>
                    <a:pt x="2008534" y="1444053"/>
                  </a:lnTo>
                  <a:lnTo>
                    <a:pt x="1795629" y="1444053"/>
                  </a:lnTo>
                  <a:lnTo>
                    <a:pt x="1790497" y="1444053"/>
                  </a:lnTo>
                  <a:lnTo>
                    <a:pt x="1785364" y="1444053"/>
                  </a:lnTo>
                  <a:lnTo>
                    <a:pt x="1572459" y="1444053"/>
                  </a:lnTo>
                  <a:lnTo>
                    <a:pt x="1567326" y="1444053"/>
                  </a:lnTo>
                  <a:lnTo>
                    <a:pt x="1562193" y="1444053"/>
                  </a:lnTo>
                  <a:lnTo>
                    <a:pt x="1349288" y="1444053"/>
                  </a:lnTo>
                  <a:lnTo>
                    <a:pt x="1344155" y="1444053"/>
                  </a:lnTo>
                  <a:lnTo>
                    <a:pt x="1339023" y="1444053"/>
                  </a:lnTo>
                  <a:lnTo>
                    <a:pt x="1126118" y="1444053"/>
                  </a:lnTo>
                  <a:lnTo>
                    <a:pt x="1120985" y="1444053"/>
                  </a:lnTo>
                  <a:lnTo>
                    <a:pt x="1115852" y="1444053"/>
                  </a:lnTo>
                  <a:lnTo>
                    <a:pt x="902947" y="1444053"/>
                  </a:lnTo>
                  <a:lnTo>
                    <a:pt x="897814" y="1444053"/>
                  </a:lnTo>
                  <a:lnTo>
                    <a:pt x="892682" y="1444053"/>
                  </a:lnTo>
                  <a:lnTo>
                    <a:pt x="679777" y="1444053"/>
                  </a:lnTo>
                  <a:lnTo>
                    <a:pt x="674644" y="1444053"/>
                  </a:lnTo>
                  <a:lnTo>
                    <a:pt x="669511" y="1444053"/>
                  </a:lnTo>
                  <a:lnTo>
                    <a:pt x="456606" y="1444053"/>
                  </a:lnTo>
                  <a:lnTo>
                    <a:pt x="451473" y="1444053"/>
                  </a:lnTo>
                  <a:lnTo>
                    <a:pt x="446341" y="1444053"/>
                  </a:lnTo>
                  <a:lnTo>
                    <a:pt x="233436" y="1444053"/>
                  </a:lnTo>
                  <a:lnTo>
                    <a:pt x="228303" y="1444053"/>
                  </a:lnTo>
                  <a:lnTo>
                    <a:pt x="223170" y="1444053"/>
                  </a:lnTo>
                  <a:lnTo>
                    <a:pt x="10265" y="1444053"/>
                  </a:lnTo>
                  <a:lnTo>
                    <a:pt x="5132" y="1444053"/>
                  </a:lnTo>
                  <a:lnTo>
                    <a:pt x="0" y="1444053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" name="pl13"/>
            <p:cNvSpPr/>
            <p:nvPr/>
          </p:nvSpPr>
          <p:spPr>
            <a:xfrm>
              <a:off x="901571" y="3902203"/>
              <a:ext cx="5132921" cy="977456"/>
            </a:xfrm>
            <a:custGeom>
              <a:avLst/>
              <a:gdLst/>
              <a:ahLst/>
              <a:cxnLst/>
              <a:rect l="0" t="0" r="0" b="0"/>
              <a:pathLst>
                <a:path w="5132921" h="977456">
                  <a:moveTo>
                    <a:pt x="0" y="701950"/>
                  </a:moveTo>
                  <a:lnTo>
                    <a:pt x="5132" y="702308"/>
                  </a:lnTo>
                  <a:lnTo>
                    <a:pt x="218037" y="717152"/>
                  </a:lnTo>
                  <a:lnTo>
                    <a:pt x="223170" y="717510"/>
                  </a:lnTo>
                  <a:lnTo>
                    <a:pt x="228303" y="720795"/>
                  </a:lnTo>
                  <a:lnTo>
                    <a:pt x="441208" y="857037"/>
                  </a:lnTo>
                  <a:lnTo>
                    <a:pt x="446341" y="860321"/>
                  </a:lnTo>
                  <a:lnTo>
                    <a:pt x="451473" y="862048"/>
                  </a:lnTo>
                  <a:lnTo>
                    <a:pt x="664378" y="933644"/>
                  </a:lnTo>
                  <a:lnTo>
                    <a:pt x="669511" y="935370"/>
                  </a:lnTo>
                  <a:lnTo>
                    <a:pt x="674644" y="936338"/>
                  </a:lnTo>
                  <a:lnTo>
                    <a:pt x="887549" y="976488"/>
                  </a:lnTo>
                  <a:lnTo>
                    <a:pt x="892682" y="977456"/>
                  </a:lnTo>
                  <a:lnTo>
                    <a:pt x="897814" y="976625"/>
                  </a:lnTo>
                  <a:lnTo>
                    <a:pt x="1110719" y="942178"/>
                  </a:lnTo>
                  <a:lnTo>
                    <a:pt x="1115852" y="941348"/>
                  </a:lnTo>
                  <a:lnTo>
                    <a:pt x="1120985" y="937877"/>
                  </a:lnTo>
                  <a:lnTo>
                    <a:pt x="1333890" y="793904"/>
                  </a:lnTo>
                  <a:lnTo>
                    <a:pt x="1339023" y="790433"/>
                  </a:lnTo>
                  <a:lnTo>
                    <a:pt x="1344155" y="786082"/>
                  </a:lnTo>
                  <a:lnTo>
                    <a:pt x="1557060" y="605616"/>
                  </a:lnTo>
                  <a:lnTo>
                    <a:pt x="1562193" y="601265"/>
                  </a:lnTo>
                  <a:lnTo>
                    <a:pt x="1567326" y="595052"/>
                  </a:lnTo>
                  <a:lnTo>
                    <a:pt x="1780231" y="337323"/>
                  </a:lnTo>
                  <a:lnTo>
                    <a:pt x="1785364" y="331109"/>
                  </a:lnTo>
                  <a:lnTo>
                    <a:pt x="1790497" y="331364"/>
                  </a:lnTo>
                  <a:lnTo>
                    <a:pt x="2003401" y="341944"/>
                  </a:lnTo>
                  <a:lnTo>
                    <a:pt x="2008534" y="342199"/>
                  </a:lnTo>
                  <a:lnTo>
                    <a:pt x="2013667" y="343000"/>
                  </a:lnTo>
                  <a:lnTo>
                    <a:pt x="2226572" y="376217"/>
                  </a:lnTo>
                  <a:lnTo>
                    <a:pt x="2231705" y="377017"/>
                  </a:lnTo>
                  <a:lnTo>
                    <a:pt x="2236838" y="378876"/>
                  </a:lnTo>
                  <a:lnTo>
                    <a:pt x="2449742" y="455961"/>
                  </a:lnTo>
                  <a:lnTo>
                    <a:pt x="2454875" y="457819"/>
                  </a:lnTo>
                  <a:lnTo>
                    <a:pt x="2460008" y="458679"/>
                  </a:lnTo>
                  <a:lnTo>
                    <a:pt x="2672913" y="494322"/>
                  </a:lnTo>
                  <a:lnTo>
                    <a:pt x="2678046" y="495181"/>
                  </a:lnTo>
                  <a:lnTo>
                    <a:pt x="2683179" y="495383"/>
                  </a:lnTo>
                  <a:lnTo>
                    <a:pt x="2896083" y="503750"/>
                  </a:lnTo>
                  <a:lnTo>
                    <a:pt x="2901216" y="503951"/>
                  </a:lnTo>
                  <a:lnTo>
                    <a:pt x="2906349" y="505609"/>
                  </a:lnTo>
                  <a:lnTo>
                    <a:pt x="3119254" y="574357"/>
                  </a:lnTo>
                  <a:lnTo>
                    <a:pt x="3124387" y="576015"/>
                  </a:lnTo>
                  <a:lnTo>
                    <a:pt x="3129520" y="575718"/>
                  </a:lnTo>
                  <a:lnTo>
                    <a:pt x="3342424" y="563410"/>
                  </a:lnTo>
                  <a:lnTo>
                    <a:pt x="3347557" y="563114"/>
                  </a:lnTo>
                  <a:lnTo>
                    <a:pt x="3352690" y="561299"/>
                  </a:lnTo>
                  <a:lnTo>
                    <a:pt x="3565595" y="486046"/>
                  </a:lnTo>
                  <a:lnTo>
                    <a:pt x="3570728" y="484232"/>
                  </a:lnTo>
                  <a:lnTo>
                    <a:pt x="3575861" y="478049"/>
                  </a:lnTo>
                  <a:lnTo>
                    <a:pt x="3788765" y="221592"/>
                  </a:lnTo>
                  <a:lnTo>
                    <a:pt x="3793898" y="215409"/>
                  </a:lnTo>
                  <a:lnTo>
                    <a:pt x="3799031" y="210455"/>
                  </a:lnTo>
                  <a:lnTo>
                    <a:pt x="4011936" y="4954"/>
                  </a:lnTo>
                  <a:lnTo>
                    <a:pt x="4017069" y="0"/>
                  </a:lnTo>
                  <a:lnTo>
                    <a:pt x="4022202" y="2507"/>
                  </a:lnTo>
                  <a:lnTo>
                    <a:pt x="4235106" y="106534"/>
                  </a:lnTo>
                  <a:lnTo>
                    <a:pt x="4240239" y="109042"/>
                  </a:lnTo>
                  <a:lnTo>
                    <a:pt x="4245372" y="112270"/>
                  </a:lnTo>
                  <a:lnTo>
                    <a:pt x="4458277" y="246151"/>
                  </a:lnTo>
                  <a:lnTo>
                    <a:pt x="4463410" y="249379"/>
                  </a:lnTo>
                  <a:lnTo>
                    <a:pt x="4468543" y="253021"/>
                  </a:lnTo>
                  <a:lnTo>
                    <a:pt x="4681447" y="404080"/>
                  </a:lnTo>
                  <a:lnTo>
                    <a:pt x="4686580" y="407722"/>
                  </a:lnTo>
                  <a:lnTo>
                    <a:pt x="4691713" y="412106"/>
                  </a:lnTo>
                  <a:lnTo>
                    <a:pt x="4904618" y="593922"/>
                  </a:lnTo>
                  <a:lnTo>
                    <a:pt x="4909751" y="598306"/>
                  </a:lnTo>
                  <a:lnTo>
                    <a:pt x="4914884" y="602001"/>
                  </a:lnTo>
                  <a:lnTo>
                    <a:pt x="5127788" y="755285"/>
                  </a:lnTo>
                  <a:lnTo>
                    <a:pt x="5132921" y="758980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2821402" y="3358523"/>
              <a:ext cx="1516430" cy="259853"/>
            </a:xfrm>
            <a:custGeom>
              <a:avLst/>
              <a:gdLst/>
              <a:ahLst/>
              <a:cxnLst/>
              <a:rect l="0" t="0" r="0" b="0"/>
              <a:pathLst>
                <a:path w="1516430" h="259853">
                  <a:moveTo>
                    <a:pt x="41148" y="259853"/>
                  </a:moveTo>
                  <a:lnTo>
                    <a:pt x="1475282" y="259853"/>
                  </a:lnTo>
                  <a:lnTo>
                    <a:pt x="1473625" y="259820"/>
                  </a:lnTo>
                  <a:lnTo>
                    <a:pt x="1480242" y="259553"/>
                  </a:lnTo>
                  <a:lnTo>
                    <a:pt x="1486730" y="258229"/>
                  </a:lnTo>
                  <a:lnTo>
                    <a:pt x="1492922" y="255881"/>
                  </a:lnTo>
                  <a:lnTo>
                    <a:pt x="1498657" y="252570"/>
                  </a:lnTo>
                  <a:lnTo>
                    <a:pt x="1503786" y="248381"/>
                  </a:lnTo>
                  <a:lnTo>
                    <a:pt x="1508178" y="243425"/>
                  </a:lnTo>
                  <a:lnTo>
                    <a:pt x="1511717" y="237828"/>
                  </a:lnTo>
                  <a:lnTo>
                    <a:pt x="1514312" y="231736"/>
                  </a:lnTo>
                  <a:lnTo>
                    <a:pt x="1515897" y="225306"/>
                  </a:lnTo>
                  <a:lnTo>
                    <a:pt x="1516430" y="218705"/>
                  </a:lnTo>
                  <a:lnTo>
                    <a:pt x="1516430" y="41148"/>
                  </a:lnTo>
                  <a:lnTo>
                    <a:pt x="1515897" y="34547"/>
                  </a:lnTo>
                  <a:lnTo>
                    <a:pt x="1514312" y="28117"/>
                  </a:lnTo>
                  <a:lnTo>
                    <a:pt x="1511717" y="22025"/>
                  </a:lnTo>
                  <a:lnTo>
                    <a:pt x="1508178" y="16428"/>
                  </a:lnTo>
                  <a:lnTo>
                    <a:pt x="1503786" y="11471"/>
                  </a:lnTo>
                  <a:lnTo>
                    <a:pt x="1498657" y="7283"/>
                  </a:lnTo>
                  <a:lnTo>
                    <a:pt x="1492922" y="3972"/>
                  </a:lnTo>
                  <a:lnTo>
                    <a:pt x="1486730" y="1624"/>
                  </a:lnTo>
                  <a:lnTo>
                    <a:pt x="1480242" y="300"/>
                  </a:lnTo>
                  <a:lnTo>
                    <a:pt x="1475282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2" name="rc21"/>
            <p:cNvSpPr/>
            <p:nvPr/>
          </p:nvSpPr>
          <p:spPr>
            <a:xfrm>
              <a:off x="6325369" y="2293544"/>
              <a:ext cx="5348915" cy="31980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" name="pl22"/>
            <p:cNvSpPr/>
            <p:nvPr/>
          </p:nvSpPr>
          <p:spPr>
            <a:xfrm>
              <a:off x="6325369" y="5346257"/>
              <a:ext cx="5348915" cy="0"/>
            </a:xfrm>
            <a:custGeom>
              <a:avLst/>
              <a:gdLst/>
              <a:ahLst/>
              <a:cxnLst/>
              <a:rect l="0" t="0" r="0" b="0"/>
              <a:pathLst>
                <a:path w="5348915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3"/>
            <p:cNvSpPr/>
            <p:nvPr/>
          </p:nvSpPr>
          <p:spPr>
            <a:xfrm>
              <a:off x="6325369" y="4597815"/>
              <a:ext cx="5348915" cy="0"/>
            </a:xfrm>
            <a:custGeom>
              <a:avLst/>
              <a:gdLst/>
              <a:ahLst/>
              <a:cxnLst/>
              <a:rect l="0" t="0" r="0" b="0"/>
              <a:pathLst>
                <a:path w="5348915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4"/>
            <p:cNvSpPr/>
            <p:nvPr/>
          </p:nvSpPr>
          <p:spPr>
            <a:xfrm>
              <a:off x="6325369" y="3849374"/>
              <a:ext cx="5348915" cy="0"/>
            </a:xfrm>
            <a:custGeom>
              <a:avLst/>
              <a:gdLst/>
              <a:ahLst/>
              <a:cxnLst/>
              <a:rect l="0" t="0" r="0" b="0"/>
              <a:pathLst>
                <a:path w="5348915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5"/>
            <p:cNvSpPr/>
            <p:nvPr/>
          </p:nvSpPr>
          <p:spPr>
            <a:xfrm>
              <a:off x="6325369" y="3100933"/>
              <a:ext cx="5348915" cy="0"/>
            </a:xfrm>
            <a:custGeom>
              <a:avLst/>
              <a:gdLst/>
              <a:ahLst/>
              <a:cxnLst/>
              <a:rect l="0" t="0" r="0" b="0"/>
              <a:pathLst>
                <a:path w="5348915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6"/>
            <p:cNvSpPr/>
            <p:nvPr/>
          </p:nvSpPr>
          <p:spPr>
            <a:xfrm>
              <a:off x="6325369" y="2352492"/>
              <a:ext cx="5348915" cy="0"/>
            </a:xfrm>
            <a:custGeom>
              <a:avLst/>
              <a:gdLst/>
              <a:ahLst/>
              <a:cxnLst/>
              <a:rect l="0" t="0" r="0" b="0"/>
              <a:pathLst>
                <a:path w="5348915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g27"/>
            <p:cNvSpPr/>
            <p:nvPr/>
          </p:nvSpPr>
          <p:spPr>
            <a:xfrm>
              <a:off x="6428233" y="2438912"/>
              <a:ext cx="5143187" cy="2907344"/>
            </a:xfrm>
            <a:custGeom>
              <a:avLst/>
              <a:gdLst/>
              <a:ahLst/>
              <a:cxnLst/>
              <a:rect l="0" t="0" r="0" b="0"/>
              <a:pathLst>
                <a:path w="5143187" h="2907344">
                  <a:moveTo>
                    <a:pt x="5132" y="1139605"/>
                  </a:moveTo>
                  <a:lnTo>
                    <a:pt x="10265" y="1139530"/>
                  </a:lnTo>
                  <a:lnTo>
                    <a:pt x="223170" y="1136433"/>
                  </a:lnTo>
                  <a:lnTo>
                    <a:pt x="228303" y="1136358"/>
                  </a:lnTo>
                  <a:lnTo>
                    <a:pt x="233436" y="1147933"/>
                  </a:lnTo>
                  <a:lnTo>
                    <a:pt x="446341" y="1628022"/>
                  </a:lnTo>
                  <a:lnTo>
                    <a:pt x="451473" y="1639597"/>
                  </a:lnTo>
                  <a:lnTo>
                    <a:pt x="456606" y="1646627"/>
                  </a:lnTo>
                  <a:lnTo>
                    <a:pt x="669511" y="1938251"/>
                  </a:lnTo>
                  <a:lnTo>
                    <a:pt x="674644" y="1945281"/>
                  </a:lnTo>
                  <a:lnTo>
                    <a:pt x="679777" y="1949201"/>
                  </a:lnTo>
                  <a:lnTo>
                    <a:pt x="892682" y="2111790"/>
                  </a:lnTo>
                  <a:lnTo>
                    <a:pt x="897814" y="2115709"/>
                  </a:lnTo>
                  <a:lnTo>
                    <a:pt x="902947" y="2113254"/>
                  </a:lnTo>
                  <a:lnTo>
                    <a:pt x="1115852" y="2011384"/>
                  </a:lnTo>
                  <a:lnTo>
                    <a:pt x="1120985" y="2008928"/>
                  </a:lnTo>
                  <a:lnTo>
                    <a:pt x="1126118" y="1998596"/>
                  </a:lnTo>
                  <a:lnTo>
                    <a:pt x="1339023" y="1570057"/>
                  </a:lnTo>
                  <a:lnTo>
                    <a:pt x="1344155" y="1559725"/>
                  </a:lnTo>
                  <a:lnTo>
                    <a:pt x="1349288" y="1548656"/>
                  </a:lnTo>
                  <a:lnTo>
                    <a:pt x="1562193" y="1089511"/>
                  </a:lnTo>
                  <a:lnTo>
                    <a:pt x="1567326" y="1078441"/>
                  </a:lnTo>
                  <a:lnTo>
                    <a:pt x="1572459" y="1057427"/>
                  </a:lnTo>
                  <a:lnTo>
                    <a:pt x="1785364" y="185784"/>
                  </a:lnTo>
                  <a:lnTo>
                    <a:pt x="1790497" y="164769"/>
                  </a:lnTo>
                  <a:lnTo>
                    <a:pt x="1795629" y="160980"/>
                  </a:lnTo>
                  <a:lnTo>
                    <a:pt x="2008534" y="3789"/>
                  </a:lnTo>
                  <a:lnTo>
                    <a:pt x="2013667" y="0"/>
                  </a:lnTo>
                  <a:lnTo>
                    <a:pt x="2018800" y="620"/>
                  </a:lnTo>
                  <a:lnTo>
                    <a:pt x="2231705" y="26376"/>
                  </a:lnTo>
                  <a:lnTo>
                    <a:pt x="2236838" y="26997"/>
                  </a:lnTo>
                  <a:lnTo>
                    <a:pt x="2241970" y="34013"/>
                  </a:lnTo>
                  <a:lnTo>
                    <a:pt x="2454875" y="325033"/>
                  </a:lnTo>
                  <a:lnTo>
                    <a:pt x="2460008" y="332049"/>
                  </a:lnTo>
                  <a:lnTo>
                    <a:pt x="2465141" y="340265"/>
                  </a:lnTo>
                  <a:lnTo>
                    <a:pt x="2678046" y="681080"/>
                  </a:lnTo>
                  <a:lnTo>
                    <a:pt x="2683179" y="689297"/>
                  </a:lnTo>
                  <a:lnTo>
                    <a:pt x="2688311" y="691968"/>
                  </a:lnTo>
                  <a:lnTo>
                    <a:pt x="2901216" y="802759"/>
                  </a:lnTo>
                  <a:lnTo>
                    <a:pt x="2906349" y="805430"/>
                  </a:lnTo>
                  <a:lnTo>
                    <a:pt x="2911482" y="813155"/>
                  </a:lnTo>
                  <a:lnTo>
                    <a:pt x="3124387" y="1133601"/>
                  </a:lnTo>
                  <a:lnTo>
                    <a:pt x="3129520" y="1141327"/>
                  </a:lnTo>
                  <a:lnTo>
                    <a:pt x="3134653" y="1142981"/>
                  </a:lnTo>
                  <a:lnTo>
                    <a:pt x="3347557" y="1211613"/>
                  </a:lnTo>
                  <a:lnTo>
                    <a:pt x="3352690" y="1213268"/>
                  </a:lnTo>
                  <a:lnTo>
                    <a:pt x="3357823" y="1213067"/>
                  </a:lnTo>
                  <a:lnTo>
                    <a:pt x="3570728" y="1204760"/>
                  </a:lnTo>
                  <a:lnTo>
                    <a:pt x="3575861" y="1204559"/>
                  </a:lnTo>
                  <a:lnTo>
                    <a:pt x="3580994" y="1199122"/>
                  </a:lnTo>
                  <a:lnTo>
                    <a:pt x="3793898" y="973574"/>
                  </a:lnTo>
                  <a:lnTo>
                    <a:pt x="3799031" y="968136"/>
                  </a:lnTo>
                  <a:lnTo>
                    <a:pt x="3804164" y="964995"/>
                  </a:lnTo>
                  <a:lnTo>
                    <a:pt x="4017069" y="834707"/>
                  </a:lnTo>
                  <a:lnTo>
                    <a:pt x="4022202" y="831566"/>
                  </a:lnTo>
                  <a:lnTo>
                    <a:pt x="4027335" y="832559"/>
                  </a:lnTo>
                  <a:lnTo>
                    <a:pt x="4240239" y="873771"/>
                  </a:lnTo>
                  <a:lnTo>
                    <a:pt x="4245372" y="874764"/>
                  </a:lnTo>
                  <a:lnTo>
                    <a:pt x="4250505" y="875649"/>
                  </a:lnTo>
                  <a:lnTo>
                    <a:pt x="4463410" y="912342"/>
                  </a:lnTo>
                  <a:lnTo>
                    <a:pt x="4468543" y="913227"/>
                  </a:lnTo>
                  <a:lnTo>
                    <a:pt x="4473676" y="915810"/>
                  </a:lnTo>
                  <a:lnTo>
                    <a:pt x="4686580" y="1022967"/>
                  </a:lnTo>
                  <a:lnTo>
                    <a:pt x="4691713" y="1025551"/>
                  </a:lnTo>
                  <a:lnTo>
                    <a:pt x="4696846" y="1030549"/>
                  </a:lnTo>
                  <a:lnTo>
                    <a:pt x="4909751" y="1237852"/>
                  </a:lnTo>
                  <a:lnTo>
                    <a:pt x="4914884" y="1242849"/>
                  </a:lnTo>
                  <a:lnTo>
                    <a:pt x="4920017" y="1248797"/>
                  </a:lnTo>
                  <a:lnTo>
                    <a:pt x="5132921" y="1495488"/>
                  </a:lnTo>
                  <a:lnTo>
                    <a:pt x="5138054" y="1501435"/>
                  </a:lnTo>
                  <a:lnTo>
                    <a:pt x="5143187" y="2907344"/>
                  </a:lnTo>
                  <a:lnTo>
                    <a:pt x="5138054" y="1952941"/>
                  </a:lnTo>
                  <a:lnTo>
                    <a:pt x="5132921" y="1949233"/>
                  </a:lnTo>
                  <a:lnTo>
                    <a:pt x="4920017" y="1795401"/>
                  </a:lnTo>
                  <a:lnTo>
                    <a:pt x="4914884" y="1791692"/>
                  </a:lnTo>
                  <a:lnTo>
                    <a:pt x="4909751" y="1788136"/>
                  </a:lnTo>
                  <a:lnTo>
                    <a:pt x="4696846" y="1640652"/>
                  </a:lnTo>
                  <a:lnTo>
                    <a:pt x="4691713" y="1637096"/>
                  </a:lnTo>
                  <a:lnTo>
                    <a:pt x="4686580" y="1635776"/>
                  </a:lnTo>
                  <a:lnTo>
                    <a:pt x="4473676" y="1581035"/>
                  </a:lnTo>
                  <a:lnTo>
                    <a:pt x="4468543" y="1579715"/>
                  </a:lnTo>
                  <a:lnTo>
                    <a:pt x="4463410" y="1579448"/>
                  </a:lnTo>
                  <a:lnTo>
                    <a:pt x="4250505" y="1568388"/>
                  </a:lnTo>
                  <a:lnTo>
                    <a:pt x="4245372" y="1568121"/>
                  </a:lnTo>
                  <a:lnTo>
                    <a:pt x="4240239" y="1568793"/>
                  </a:lnTo>
                  <a:lnTo>
                    <a:pt x="4027335" y="1596652"/>
                  </a:lnTo>
                  <a:lnTo>
                    <a:pt x="4022202" y="1597324"/>
                  </a:lnTo>
                  <a:lnTo>
                    <a:pt x="4017069" y="1601385"/>
                  </a:lnTo>
                  <a:lnTo>
                    <a:pt x="3804164" y="1769805"/>
                  </a:lnTo>
                  <a:lnTo>
                    <a:pt x="3799031" y="1773866"/>
                  </a:lnTo>
                  <a:lnTo>
                    <a:pt x="3793898" y="1777468"/>
                  </a:lnTo>
                  <a:lnTo>
                    <a:pt x="3580994" y="1926861"/>
                  </a:lnTo>
                  <a:lnTo>
                    <a:pt x="3575861" y="1930463"/>
                  </a:lnTo>
                  <a:lnTo>
                    <a:pt x="3570728" y="1929563"/>
                  </a:lnTo>
                  <a:lnTo>
                    <a:pt x="3357823" y="1892227"/>
                  </a:lnTo>
                  <a:lnTo>
                    <a:pt x="3352690" y="1891327"/>
                  </a:lnTo>
                  <a:lnTo>
                    <a:pt x="3347557" y="1888031"/>
                  </a:lnTo>
                  <a:lnTo>
                    <a:pt x="3134653" y="1751320"/>
                  </a:lnTo>
                  <a:lnTo>
                    <a:pt x="3129520" y="1748024"/>
                  </a:lnTo>
                  <a:lnTo>
                    <a:pt x="3124387" y="1743707"/>
                  </a:lnTo>
                  <a:lnTo>
                    <a:pt x="2911482" y="1564647"/>
                  </a:lnTo>
                  <a:lnTo>
                    <a:pt x="2906349" y="1560330"/>
                  </a:lnTo>
                  <a:lnTo>
                    <a:pt x="2901216" y="1556868"/>
                  </a:lnTo>
                  <a:lnTo>
                    <a:pt x="2688311" y="1413241"/>
                  </a:lnTo>
                  <a:lnTo>
                    <a:pt x="2683179" y="1409779"/>
                  </a:lnTo>
                  <a:lnTo>
                    <a:pt x="2678046" y="1406045"/>
                  </a:lnTo>
                  <a:lnTo>
                    <a:pt x="2465141" y="1251185"/>
                  </a:lnTo>
                  <a:lnTo>
                    <a:pt x="2460008" y="1247451"/>
                  </a:lnTo>
                  <a:lnTo>
                    <a:pt x="2454875" y="1244909"/>
                  </a:lnTo>
                  <a:lnTo>
                    <a:pt x="2241970" y="1139469"/>
                  </a:lnTo>
                  <a:lnTo>
                    <a:pt x="2236838" y="1136927"/>
                  </a:lnTo>
                  <a:lnTo>
                    <a:pt x="2231705" y="1138195"/>
                  </a:lnTo>
                  <a:lnTo>
                    <a:pt x="2018800" y="1190771"/>
                  </a:lnTo>
                  <a:lnTo>
                    <a:pt x="2013667" y="1192038"/>
                  </a:lnTo>
                  <a:lnTo>
                    <a:pt x="2008534" y="1196212"/>
                  </a:lnTo>
                  <a:lnTo>
                    <a:pt x="1795629" y="1369325"/>
                  </a:lnTo>
                  <a:lnTo>
                    <a:pt x="1790497" y="1373499"/>
                  </a:lnTo>
                  <a:lnTo>
                    <a:pt x="1785364" y="1382546"/>
                  </a:lnTo>
                  <a:lnTo>
                    <a:pt x="1572459" y="1757816"/>
                  </a:lnTo>
                  <a:lnTo>
                    <a:pt x="1567326" y="1766863"/>
                  </a:lnTo>
                  <a:lnTo>
                    <a:pt x="1562193" y="1773783"/>
                  </a:lnTo>
                  <a:lnTo>
                    <a:pt x="1349288" y="2060815"/>
                  </a:lnTo>
                  <a:lnTo>
                    <a:pt x="1344155" y="2067735"/>
                  </a:lnTo>
                  <a:lnTo>
                    <a:pt x="1339023" y="2074350"/>
                  </a:lnTo>
                  <a:lnTo>
                    <a:pt x="1126118" y="2348706"/>
                  </a:lnTo>
                  <a:lnTo>
                    <a:pt x="1120985" y="2355320"/>
                  </a:lnTo>
                  <a:lnTo>
                    <a:pt x="1115852" y="2357474"/>
                  </a:lnTo>
                  <a:lnTo>
                    <a:pt x="902947" y="2446792"/>
                  </a:lnTo>
                  <a:lnTo>
                    <a:pt x="897814" y="2448946"/>
                  </a:lnTo>
                  <a:lnTo>
                    <a:pt x="892682" y="2447633"/>
                  </a:lnTo>
                  <a:lnTo>
                    <a:pt x="679777" y="2393171"/>
                  </a:lnTo>
                  <a:lnTo>
                    <a:pt x="674644" y="2391858"/>
                  </a:lnTo>
                  <a:lnTo>
                    <a:pt x="669511" y="2389213"/>
                  </a:lnTo>
                  <a:lnTo>
                    <a:pt x="456606" y="2279505"/>
                  </a:lnTo>
                  <a:lnTo>
                    <a:pt x="451473" y="2276860"/>
                  </a:lnTo>
                  <a:lnTo>
                    <a:pt x="446341" y="2272783"/>
                  </a:lnTo>
                  <a:lnTo>
                    <a:pt x="233436" y="2103706"/>
                  </a:lnTo>
                  <a:lnTo>
                    <a:pt x="228303" y="2099629"/>
                  </a:lnTo>
                  <a:lnTo>
                    <a:pt x="223170" y="2097271"/>
                  </a:lnTo>
                  <a:lnTo>
                    <a:pt x="10265" y="1999452"/>
                  </a:lnTo>
                  <a:lnTo>
                    <a:pt x="5132" y="1997094"/>
                  </a:lnTo>
                  <a:lnTo>
                    <a:pt x="0" y="2907344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  <a:ln>
              <a:solidFill>
                <a:schemeClr val="accent4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29" name="pl28"/>
            <p:cNvSpPr/>
            <p:nvPr/>
          </p:nvSpPr>
          <p:spPr>
            <a:xfrm>
              <a:off x="6433366" y="2438912"/>
              <a:ext cx="5132921" cy="2115709"/>
            </a:xfrm>
            <a:custGeom>
              <a:avLst/>
              <a:gdLst/>
              <a:ahLst/>
              <a:cxnLst/>
              <a:rect l="0" t="0" r="0" b="0"/>
              <a:pathLst>
                <a:path w="5132921" h="2115709">
                  <a:moveTo>
                    <a:pt x="0" y="1139605"/>
                  </a:moveTo>
                  <a:lnTo>
                    <a:pt x="5132" y="1139530"/>
                  </a:lnTo>
                  <a:lnTo>
                    <a:pt x="218037" y="1136433"/>
                  </a:lnTo>
                  <a:lnTo>
                    <a:pt x="223170" y="1136358"/>
                  </a:lnTo>
                  <a:lnTo>
                    <a:pt x="228303" y="1147933"/>
                  </a:lnTo>
                  <a:lnTo>
                    <a:pt x="441208" y="1628022"/>
                  </a:lnTo>
                  <a:lnTo>
                    <a:pt x="446341" y="1639597"/>
                  </a:lnTo>
                  <a:lnTo>
                    <a:pt x="451473" y="1646627"/>
                  </a:lnTo>
                  <a:lnTo>
                    <a:pt x="664378" y="1938251"/>
                  </a:lnTo>
                  <a:lnTo>
                    <a:pt x="669511" y="1945281"/>
                  </a:lnTo>
                  <a:lnTo>
                    <a:pt x="674644" y="1949201"/>
                  </a:lnTo>
                  <a:lnTo>
                    <a:pt x="887549" y="2111790"/>
                  </a:lnTo>
                  <a:lnTo>
                    <a:pt x="892682" y="2115709"/>
                  </a:lnTo>
                  <a:lnTo>
                    <a:pt x="897814" y="2113254"/>
                  </a:lnTo>
                  <a:lnTo>
                    <a:pt x="1110719" y="2011384"/>
                  </a:lnTo>
                  <a:lnTo>
                    <a:pt x="1115852" y="2008928"/>
                  </a:lnTo>
                  <a:lnTo>
                    <a:pt x="1120985" y="1998596"/>
                  </a:lnTo>
                  <a:lnTo>
                    <a:pt x="1333890" y="1570057"/>
                  </a:lnTo>
                  <a:lnTo>
                    <a:pt x="1339023" y="1559725"/>
                  </a:lnTo>
                  <a:lnTo>
                    <a:pt x="1344155" y="1548656"/>
                  </a:lnTo>
                  <a:lnTo>
                    <a:pt x="1557060" y="1089511"/>
                  </a:lnTo>
                  <a:lnTo>
                    <a:pt x="1562193" y="1078441"/>
                  </a:lnTo>
                  <a:lnTo>
                    <a:pt x="1567326" y="1057427"/>
                  </a:lnTo>
                  <a:lnTo>
                    <a:pt x="1780231" y="185784"/>
                  </a:lnTo>
                  <a:lnTo>
                    <a:pt x="1785364" y="164769"/>
                  </a:lnTo>
                  <a:lnTo>
                    <a:pt x="1790497" y="160980"/>
                  </a:lnTo>
                  <a:lnTo>
                    <a:pt x="2003401" y="3789"/>
                  </a:lnTo>
                  <a:lnTo>
                    <a:pt x="2008534" y="0"/>
                  </a:lnTo>
                  <a:lnTo>
                    <a:pt x="2013667" y="620"/>
                  </a:lnTo>
                  <a:lnTo>
                    <a:pt x="2226572" y="26376"/>
                  </a:lnTo>
                  <a:lnTo>
                    <a:pt x="2231705" y="26997"/>
                  </a:lnTo>
                  <a:lnTo>
                    <a:pt x="2236838" y="34013"/>
                  </a:lnTo>
                  <a:lnTo>
                    <a:pt x="2449742" y="325033"/>
                  </a:lnTo>
                  <a:lnTo>
                    <a:pt x="2454875" y="332049"/>
                  </a:lnTo>
                  <a:lnTo>
                    <a:pt x="2460008" y="340265"/>
                  </a:lnTo>
                  <a:lnTo>
                    <a:pt x="2672913" y="681080"/>
                  </a:lnTo>
                  <a:lnTo>
                    <a:pt x="2678046" y="689297"/>
                  </a:lnTo>
                  <a:lnTo>
                    <a:pt x="2683179" y="691968"/>
                  </a:lnTo>
                  <a:lnTo>
                    <a:pt x="2896083" y="802759"/>
                  </a:lnTo>
                  <a:lnTo>
                    <a:pt x="2901216" y="805430"/>
                  </a:lnTo>
                  <a:lnTo>
                    <a:pt x="2906349" y="813155"/>
                  </a:lnTo>
                  <a:lnTo>
                    <a:pt x="3119254" y="1133601"/>
                  </a:lnTo>
                  <a:lnTo>
                    <a:pt x="3124387" y="1141327"/>
                  </a:lnTo>
                  <a:lnTo>
                    <a:pt x="3129520" y="1142981"/>
                  </a:lnTo>
                  <a:lnTo>
                    <a:pt x="3342424" y="1211613"/>
                  </a:lnTo>
                  <a:lnTo>
                    <a:pt x="3347557" y="1213268"/>
                  </a:lnTo>
                  <a:lnTo>
                    <a:pt x="3352690" y="1213067"/>
                  </a:lnTo>
                  <a:lnTo>
                    <a:pt x="3565595" y="1204760"/>
                  </a:lnTo>
                  <a:lnTo>
                    <a:pt x="3570728" y="1204559"/>
                  </a:lnTo>
                  <a:lnTo>
                    <a:pt x="3575861" y="1199122"/>
                  </a:lnTo>
                  <a:lnTo>
                    <a:pt x="3788765" y="973574"/>
                  </a:lnTo>
                  <a:lnTo>
                    <a:pt x="3793898" y="968136"/>
                  </a:lnTo>
                  <a:lnTo>
                    <a:pt x="3799031" y="964995"/>
                  </a:lnTo>
                  <a:lnTo>
                    <a:pt x="4011936" y="834707"/>
                  </a:lnTo>
                  <a:lnTo>
                    <a:pt x="4017069" y="831566"/>
                  </a:lnTo>
                  <a:lnTo>
                    <a:pt x="4022202" y="832559"/>
                  </a:lnTo>
                  <a:lnTo>
                    <a:pt x="4235106" y="873771"/>
                  </a:lnTo>
                  <a:lnTo>
                    <a:pt x="4240239" y="874764"/>
                  </a:lnTo>
                  <a:lnTo>
                    <a:pt x="4245372" y="875649"/>
                  </a:lnTo>
                  <a:lnTo>
                    <a:pt x="4458277" y="912342"/>
                  </a:lnTo>
                  <a:lnTo>
                    <a:pt x="4463410" y="913227"/>
                  </a:lnTo>
                  <a:lnTo>
                    <a:pt x="4468543" y="915810"/>
                  </a:lnTo>
                  <a:lnTo>
                    <a:pt x="4681447" y="1022967"/>
                  </a:lnTo>
                  <a:lnTo>
                    <a:pt x="4686580" y="1025551"/>
                  </a:lnTo>
                  <a:lnTo>
                    <a:pt x="4691713" y="1030549"/>
                  </a:lnTo>
                  <a:lnTo>
                    <a:pt x="4904618" y="1237852"/>
                  </a:lnTo>
                  <a:lnTo>
                    <a:pt x="4909751" y="1242849"/>
                  </a:lnTo>
                  <a:lnTo>
                    <a:pt x="4914884" y="1248797"/>
                  </a:lnTo>
                  <a:lnTo>
                    <a:pt x="5127788" y="1495488"/>
                  </a:lnTo>
                  <a:lnTo>
                    <a:pt x="5132921" y="1501435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g29"/>
            <p:cNvSpPr/>
            <p:nvPr/>
          </p:nvSpPr>
          <p:spPr>
            <a:xfrm>
              <a:off x="6428233" y="3575839"/>
              <a:ext cx="5143187" cy="1770417"/>
            </a:xfrm>
            <a:custGeom>
              <a:avLst/>
              <a:gdLst/>
              <a:ahLst/>
              <a:cxnLst/>
              <a:rect l="0" t="0" r="0" b="0"/>
              <a:pathLst>
                <a:path w="5143187" h="1770417">
                  <a:moveTo>
                    <a:pt x="5132" y="860166"/>
                  </a:moveTo>
                  <a:lnTo>
                    <a:pt x="10265" y="862525"/>
                  </a:lnTo>
                  <a:lnTo>
                    <a:pt x="223170" y="960344"/>
                  </a:lnTo>
                  <a:lnTo>
                    <a:pt x="228303" y="962702"/>
                  </a:lnTo>
                  <a:lnTo>
                    <a:pt x="233436" y="966778"/>
                  </a:lnTo>
                  <a:lnTo>
                    <a:pt x="446341" y="1135856"/>
                  </a:lnTo>
                  <a:lnTo>
                    <a:pt x="451473" y="1139932"/>
                  </a:lnTo>
                  <a:lnTo>
                    <a:pt x="456606" y="1142577"/>
                  </a:lnTo>
                  <a:lnTo>
                    <a:pt x="669511" y="1252286"/>
                  </a:lnTo>
                  <a:lnTo>
                    <a:pt x="674644" y="1254931"/>
                  </a:lnTo>
                  <a:lnTo>
                    <a:pt x="679777" y="1256244"/>
                  </a:lnTo>
                  <a:lnTo>
                    <a:pt x="892682" y="1310705"/>
                  </a:lnTo>
                  <a:lnTo>
                    <a:pt x="897814" y="1312018"/>
                  </a:lnTo>
                  <a:lnTo>
                    <a:pt x="902947" y="1309865"/>
                  </a:lnTo>
                  <a:lnTo>
                    <a:pt x="1115852" y="1220546"/>
                  </a:lnTo>
                  <a:lnTo>
                    <a:pt x="1120985" y="1218393"/>
                  </a:lnTo>
                  <a:lnTo>
                    <a:pt x="1126118" y="1211778"/>
                  </a:lnTo>
                  <a:lnTo>
                    <a:pt x="1339023" y="937422"/>
                  </a:lnTo>
                  <a:lnTo>
                    <a:pt x="1344155" y="930808"/>
                  </a:lnTo>
                  <a:lnTo>
                    <a:pt x="1349288" y="923888"/>
                  </a:lnTo>
                  <a:lnTo>
                    <a:pt x="1562193" y="636856"/>
                  </a:lnTo>
                  <a:lnTo>
                    <a:pt x="1567326" y="629936"/>
                  </a:lnTo>
                  <a:lnTo>
                    <a:pt x="1572459" y="620888"/>
                  </a:lnTo>
                  <a:lnTo>
                    <a:pt x="1785364" y="245619"/>
                  </a:lnTo>
                  <a:lnTo>
                    <a:pt x="1790497" y="236571"/>
                  </a:lnTo>
                  <a:lnTo>
                    <a:pt x="1795629" y="232398"/>
                  </a:lnTo>
                  <a:lnTo>
                    <a:pt x="2008534" y="59284"/>
                  </a:lnTo>
                  <a:lnTo>
                    <a:pt x="2013667" y="55111"/>
                  </a:lnTo>
                  <a:lnTo>
                    <a:pt x="2018800" y="53843"/>
                  </a:lnTo>
                  <a:lnTo>
                    <a:pt x="2231705" y="1267"/>
                  </a:lnTo>
                  <a:lnTo>
                    <a:pt x="2236838" y="0"/>
                  </a:lnTo>
                  <a:lnTo>
                    <a:pt x="2241970" y="2542"/>
                  </a:lnTo>
                  <a:lnTo>
                    <a:pt x="2454875" y="107982"/>
                  </a:lnTo>
                  <a:lnTo>
                    <a:pt x="2460008" y="110524"/>
                  </a:lnTo>
                  <a:lnTo>
                    <a:pt x="2465141" y="114257"/>
                  </a:lnTo>
                  <a:lnTo>
                    <a:pt x="2678046" y="269118"/>
                  </a:lnTo>
                  <a:lnTo>
                    <a:pt x="2683179" y="272851"/>
                  </a:lnTo>
                  <a:lnTo>
                    <a:pt x="2688311" y="276314"/>
                  </a:lnTo>
                  <a:lnTo>
                    <a:pt x="2901216" y="419940"/>
                  </a:lnTo>
                  <a:lnTo>
                    <a:pt x="2906349" y="423403"/>
                  </a:lnTo>
                  <a:lnTo>
                    <a:pt x="2911482" y="427720"/>
                  </a:lnTo>
                  <a:lnTo>
                    <a:pt x="3124387" y="606780"/>
                  </a:lnTo>
                  <a:lnTo>
                    <a:pt x="3129520" y="611097"/>
                  </a:lnTo>
                  <a:lnTo>
                    <a:pt x="3134653" y="614393"/>
                  </a:lnTo>
                  <a:lnTo>
                    <a:pt x="3347557" y="751104"/>
                  </a:lnTo>
                  <a:lnTo>
                    <a:pt x="3352690" y="754400"/>
                  </a:lnTo>
                  <a:lnTo>
                    <a:pt x="3357823" y="755300"/>
                  </a:lnTo>
                  <a:lnTo>
                    <a:pt x="3570728" y="792635"/>
                  </a:lnTo>
                  <a:lnTo>
                    <a:pt x="3575861" y="793535"/>
                  </a:lnTo>
                  <a:lnTo>
                    <a:pt x="3580994" y="789934"/>
                  </a:lnTo>
                  <a:lnTo>
                    <a:pt x="3793898" y="640540"/>
                  </a:lnTo>
                  <a:lnTo>
                    <a:pt x="3799031" y="636938"/>
                  </a:lnTo>
                  <a:lnTo>
                    <a:pt x="3804164" y="632878"/>
                  </a:lnTo>
                  <a:lnTo>
                    <a:pt x="4017069" y="464457"/>
                  </a:lnTo>
                  <a:lnTo>
                    <a:pt x="4022202" y="460396"/>
                  </a:lnTo>
                  <a:lnTo>
                    <a:pt x="4027335" y="459725"/>
                  </a:lnTo>
                  <a:lnTo>
                    <a:pt x="4240239" y="431865"/>
                  </a:lnTo>
                  <a:lnTo>
                    <a:pt x="4245372" y="431194"/>
                  </a:lnTo>
                  <a:lnTo>
                    <a:pt x="4250505" y="431460"/>
                  </a:lnTo>
                  <a:lnTo>
                    <a:pt x="4463410" y="442521"/>
                  </a:lnTo>
                  <a:lnTo>
                    <a:pt x="4468543" y="442787"/>
                  </a:lnTo>
                  <a:lnTo>
                    <a:pt x="4473676" y="444107"/>
                  </a:lnTo>
                  <a:lnTo>
                    <a:pt x="4686580" y="498849"/>
                  </a:lnTo>
                  <a:lnTo>
                    <a:pt x="4691713" y="500168"/>
                  </a:lnTo>
                  <a:lnTo>
                    <a:pt x="4696846" y="503724"/>
                  </a:lnTo>
                  <a:lnTo>
                    <a:pt x="4909751" y="651209"/>
                  </a:lnTo>
                  <a:lnTo>
                    <a:pt x="4914884" y="654765"/>
                  </a:lnTo>
                  <a:lnTo>
                    <a:pt x="4920017" y="658473"/>
                  </a:lnTo>
                  <a:lnTo>
                    <a:pt x="5132921" y="812305"/>
                  </a:lnTo>
                  <a:lnTo>
                    <a:pt x="5138054" y="816014"/>
                  </a:lnTo>
                  <a:lnTo>
                    <a:pt x="5143187" y="1770417"/>
                  </a:lnTo>
                  <a:lnTo>
                    <a:pt x="5138054" y="1316355"/>
                  </a:lnTo>
                  <a:lnTo>
                    <a:pt x="5132921" y="1313906"/>
                  </a:lnTo>
                  <a:lnTo>
                    <a:pt x="4920017" y="1212310"/>
                  </a:lnTo>
                  <a:lnTo>
                    <a:pt x="4914884" y="1209861"/>
                  </a:lnTo>
                  <a:lnTo>
                    <a:pt x="4909751" y="1206956"/>
                  </a:lnTo>
                  <a:lnTo>
                    <a:pt x="4696846" y="1086449"/>
                  </a:lnTo>
                  <a:lnTo>
                    <a:pt x="4691713" y="1083544"/>
                  </a:lnTo>
                  <a:lnTo>
                    <a:pt x="4686580" y="1081130"/>
                  </a:lnTo>
                  <a:lnTo>
                    <a:pt x="4473676" y="981008"/>
                  </a:lnTo>
                  <a:lnTo>
                    <a:pt x="4468543" y="978595"/>
                  </a:lnTo>
                  <a:lnTo>
                    <a:pt x="4463410" y="976455"/>
                  </a:lnTo>
                  <a:lnTo>
                    <a:pt x="4250505" y="887720"/>
                  </a:lnTo>
                  <a:lnTo>
                    <a:pt x="4245372" y="885581"/>
                  </a:lnTo>
                  <a:lnTo>
                    <a:pt x="4240239" y="883919"/>
                  </a:lnTo>
                  <a:lnTo>
                    <a:pt x="4027335" y="814970"/>
                  </a:lnTo>
                  <a:lnTo>
                    <a:pt x="4022202" y="813308"/>
                  </a:lnTo>
                  <a:lnTo>
                    <a:pt x="4017069" y="816592"/>
                  </a:lnTo>
                  <a:lnTo>
                    <a:pt x="3804164" y="952796"/>
                  </a:lnTo>
                  <a:lnTo>
                    <a:pt x="3799031" y="956080"/>
                  </a:lnTo>
                  <a:lnTo>
                    <a:pt x="3793898" y="960178"/>
                  </a:lnTo>
                  <a:lnTo>
                    <a:pt x="3580994" y="1130156"/>
                  </a:lnTo>
                  <a:lnTo>
                    <a:pt x="3575861" y="1134254"/>
                  </a:lnTo>
                  <a:lnTo>
                    <a:pt x="3570728" y="1135456"/>
                  </a:lnTo>
                  <a:lnTo>
                    <a:pt x="3357823" y="1185334"/>
                  </a:lnTo>
                  <a:lnTo>
                    <a:pt x="3352690" y="1186536"/>
                  </a:lnTo>
                  <a:lnTo>
                    <a:pt x="3347557" y="1186733"/>
                  </a:lnTo>
                  <a:lnTo>
                    <a:pt x="3134653" y="1194890"/>
                  </a:lnTo>
                  <a:lnTo>
                    <a:pt x="3129520" y="1195087"/>
                  </a:lnTo>
                  <a:lnTo>
                    <a:pt x="3124387" y="1193988"/>
                  </a:lnTo>
                  <a:lnTo>
                    <a:pt x="2911482" y="1148422"/>
                  </a:lnTo>
                  <a:lnTo>
                    <a:pt x="2906349" y="1147324"/>
                  </a:lnTo>
                  <a:lnTo>
                    <a:pt x="2901216" y="1147190"/>
                  </a:lnTo>
                  <a:lnTo>
                    <a:pt x="2688311" y="1141645"/>
                  </a:lnTo>
                  <a:lnTo>
                    <a:pt x="2683179" y="1141511"/>
                  </a:lnTo>
                  <a:lnTo>
                    <a:pt x="2678046" y="1140941"/>
                  </a:lnTo>
                  <a:lnTo>
                    <a:pt x="2465141" y="1117317"/>
                  </a:lnTo>
                  <a:lnTo>
                    <a:pt x="2460008" y="1116748"/>
                  </a:lnTo>
                  <a:lnTo>
                    <a:pt x="2454875" y="1115516"/>
                  </a:lnTo>
                  <a:lnTo>
                    <a:pt x="2241970" y="1064425"/>
                  </a:lnTo>
                  <a:lnTo>
                    <a:pt x="2236838" y="1063193"/>
                  </a:lnTo>
                  <a:lnTo>
                    <a:pt x="2231705" y="1062662"/>
                  </a:lnTo>
                  <a:lnTo>
                    <a:pt x="2018800" y="1040646"/>
                  </a:lnTo>
                  <a:lnTo>
                    <a:pt x="2013667" y="1040115"/>
                  </a:lnTo>
                  <a:lnTo>
                    <a:pt x="2008534" y="1039946"/>
                  </a:lnTo>
                  <a:lnTo>
                    <a:pt x="1795629" y="1032934"/>
                  </a:lnTo>
                  <a:lnTo>
                    <a:pt x="1790497" y="1032765"/>
                  </a:lnTo>
                  <a:lnTo>
                    <a:pt x="1785364" y="1036883"/>
                  </a:lnTo>
                  <a:lnTo>
                    <a:pt x="1572459" y="1207704"/>
                  </a:lnTo>
                  <a:lnTo>
                    <a:pt x="1567326" y="1211823"/>
                  </a:lnTo>
                  <a:lnTo>
                    <a:pt x="1562193" y="1214706"/>
                  </a:lnTo>
                  <a:lnTo>
                    <a:pt x="1349288" y="1334318"/>
                  </a:lnTo>
                  <a:lnTo>
                    <a:pt x="1344155" y="1337201"/>
                  </a:lnTo>
                  <a:lnTo>
                    <a:pt x="1339023" y="1339502"/>
                  </a:lnTo>
                  <a:lnTo>
                    <a:pt x="1126118" y="1434926"/>
                  </a:lnTo>
                  <a:lnTo>
                    <a:pt x="1120985" y="1437227"/>
                  </a:lnTo>
                  <a:lnTo>
                    <a:pt x="1115852" y="1437777"/>
                  </a:lnTo>
                  <a:lnTo>
                    <a:pt x="902947" y="1460609"/>
                  </a:lnTo>
                  <a:lnTo>
                    <a:pt x="897814" y="1461159"/>
                  </a:lnTo>
                  <a:lnTo>
                    <a:pt x="892682" y="1460518"/>
                  </a:lnTo>
                  <a:lnTo>
                    <a:pt x="679777" y="1433907"/>
                  </a:lnTo>
                  <a:lnTo>
                    <a:pt x="674644" y="1433265"/>
                  </a:lnTo>
                  <a:lnTo>
                    <a:pt x="669511" y="1432121"/>
                  </a:lnTo>
                  <a:lnTo>
                    <a:pt x="456606" y="1384667"/>
                  </a:lnTo>
                  <a:lnTo>
                    <a:pt x="451473" y="1383523"/>
                  </a:lnTo>
                  <a:lnTo>
                    <a:pt x="446341" y="1381346"/>
                  </a:lnTo>
                  <a:lnTo>
                    <a:pt x="233436" y="1291046"/>
                  </a:lnTo>
                  <a:lnTo>
                    <a:pt x="228303" y="1288869"/>
                  </a:lnTo>
                  <a:lnTo>
                    <a:pt x="223170" y="1288632"/>
                  </a:lnTo>
                  <a:lnTo>
                    <a:pt x="10265" y="1278793"/>
                  </a:lnTo>
                  <a:lnTo>
                    <a:pt x="5132" y="1278556"/>
                  </a:lnTo>
                  <a:lnTo>
                    <a:pt x="0" y="1770417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" name="pl30"/>
            <p:cNvSpPr/>
            <p:nvPr/>
          </p:nvSpPr>
          <p:spPr>
            <a:xfrm>
              <a:off x="6433366" y="3575839"/>
              <a:ext cx="5132921" cy="1312018"/>
            </a:xfrm>
            <a:custGeom>
              <a:avLst/>
              <a:gdLst/>
              <a:ahLst/>
              <a:cxnLst/>
              <a:rect l="0" t="0" r="0" b="0"/>
              <a:pathLst>
                <a:path w="5132921" h="1312018">
                  <a:moveTo>
                    <a:pt x="0" y="860166"/>
                  </a:moveTo>
                  <a:lnTo>
                    <a:pt x="5132" y="862525"/>
                  </a:lnTo>
                  <a:lnTo>
                    <a:pt x="218037" y="960344"/>
                  </a:lnTo>
                  <a:lnTo>
                    <a:pt x="223170" y="962702"/>
                  </a:lnTo>
                  <a:lnTo>
                    <a:pt x="228303" y="966778"/>
                  </a:lnTo>
                  <a:lnTo>
                    <a:pt x="441208" y="1135856"/>
                  </a:lnTo>
                  <a:lnTo>
                    <a:pt x="446341" y="1139932"/>
                  </a:lnTo>
                  <a:lnTo>
                    <a:pt x="451473" y="1142577"/>
                  </a:lnTo>
                  <a:lnTo>
                    <a:pt x="664378" y="1252286"/>
                  </a:lnTo>
                  <a:lnTo>
                    <a:pt x="669511" y="1254931"/>
                  </a:lnTo>
                  <a:lnTo>
                    <a:pt x="674644" y="1256244"/>
                  </a:lnTo>
                  <a:lnTo>
                    <a:pt x="887549" y="1310705"/>
                  </a:lnTo>
                  <a:lnTo>
                    <a:pt x="892682" y="1312018"/>
                  </a:lnTo>
                  <a:lnTo>
                    <a:pt x="897814" y="1309865"/>
                  </a:lnTo>
                  <a:lnTo>
                    <a:pt x="1110719" y="1220546"/>
                  </a:lnTo>
                  <a:lnTo>
                    <a:pt x="1115852" y="1218393"/>
                  </a:lnTo>
                  <a:lnTo>
                    <a:pt x="1120985" y="1211778"/>
                  </a:lnTo>
                  <a:lnTo>
                    <a:pt x="1333890" y="937422"/>
                  </a:lnTo>
                  <a:lnTo>
                    <a:pt x="1339023" y="930808"/>
                  </a:lnTo>
                  <a:lnTo>
                    <a:pt x="1344155" y="923888"/>
                  </a:lnTo>
                  <a:lnTo>
                    <a:pt x="1557060" y="636856"/>
                  </a:lnTo>
                  <a:lnTo>
                    <a:pt x="1562193" y="629936"/>
                  </a:lnTo>
                  <a:lnTo>
                    <a:pt x="1567326" y="620888"/>
                  </a:lnTo>
                  <a:lnTo>
                    <a:pt x="1780231" y="245619"/>
                  </a:lnTo>
                  <a:lnTo>
                    <a:pt x="1785364" y="236571"/>
                  </a:lnTo>
                  <a:lnTo>
                    <a:pt x="1790497" y="232398"/>
                  </a:lnTo>
                  <a:lnTo>
                    <a:pt x="2003401" y="59284"/>
                  </a:lnTo>
                  <a:lnTo>
                    <a:pt x="2008534" y="55111"/>
                  </a:lnTo>
                  <a:lnTo>
                    <a:pt x="2013667" y="53843"/>
                  </a:lnTo>
                  <a:lnTo>
                    <a:pt x="2226572" y="1267"/>
                  </a:lnTo>
                  <a:lnTo>
                    <a:pt x="2231705" y="0"/>
                  </a:lnTo>
                  <a:lnTo>
                    <a:pt x="2236838" y="2542"/>
                  </a:lnTo>
                  <a:lnTo>
                    <a:pt x="2449742" y="107982"/>
                  </a:lnTo>
                  <a:lnTo>
                    <a:pt x="2454875" y="110524"/>
                  </a:lnTo>
                  <a:lnTo>
                    <a:pt x="2460008" y="114257"/>
                  </a:lnTo>
                  <a:lnTo>
                    <a:pt x="2672913" y="269118"/>
                  </a:lnTo>
                  <a:lnTo>
                    <a:pt x="2678046" y="272851"/>
                  </a:lnTo>
                  <a:lnTo>
                    <a:pt x="2683179" y="276314"/>
                  </a:lnTo>
                  <a:lnTo>
                    <a:pt x="2896083" y="419940"/>
                  </a:lnTo>
                  <a:lnTo>
                    <a:pt x="2901216" y="423403"/>
                  </a:lnTo>
                  <a:lnTo>
                    <a:pt x="2906349" y="427720"/>
                  </a:lnTo>
                  <a:lnTo>
                    <a:pt x="3119254" y="606780"/>
                  </a:lnTo>
                  <a:lnTo>
                    <a:pt x="3124387" y="611097"/>
                  </a:lnTo>
                  <a:lnTo>
                    <a:pt x="3129520" y="614393"/>
                  </a:lnTo>
                  <a:lnTo>
                    <a:pt x="3342424" y="751104"/>
                  </a:lnTo>
                  <a:lnTo>
                    <a:pt x="3347557" y="754400"/>
                  </a:lnTo>
                  <a:lnTo>
                    <a:pt x="3352690" y="755300"/>
                  </a:lnTo>
                  <a:lnTo>
                    <a:pt x="3565595" y="792635"/>
                  </a:lnTo>
                  <a:lnTo>
                    <a:pt x="3570728" y="793535"/>
                  </a:lnTo>
                  <a:lnTo>
                    <a:pt x="3575861" y="789934"/>
                  </a:lnTo>
                  <a:lnTo>
                    <a:pt x="3788765" y="640540"/>
                  </a:lnTo>
                  <a:lnTo>
                    <a:pt x="3793898" y="636938"/>
                  </a:lnTo>
                  <a:lnTo>
                    <a:pt x="3799031" y="632878"/>
                  </a:lnTo>
                  <a:lnTo>
                    <a:pt x="4011936" y="464457"/>
                  </a:lnTo>
                  <a:lnTo>
                    <a:pt x="4017069" y="460396"/>
                  </a:lnTo>
                  <a:lnTo>
                    <a:pt x="4022202" y="459725"/>
                  </a:lnTo>
                  <a:lnTo>
                    <a:pt x="4235106" y="431865"/>
                  </a:lnTo>
                  <a:lnTo>
                    <a:pt x="4240239" y="431194"/>
                  </a:lnTo>
                  <a:lnTo>
                    <a:pt x="4245372" y="431460"/>
                  </a:lnTo>
                  <a:lnTo>
                    <a:pt x="4458277" y="442521"/>
                  </a:lnTo>
                  <a:lnTo>
                    <a:pt x="4463410" y="442787"/>
                  </a:lnTo>
                  <a:lnTo>
                    <a:pt x="4468543" y="444107"/>
                  </a:lnTo>
                  <a:lnTo>
                    <a:pt x="4681447" y="498849"/>
                  </a:lnTo>
                  <a:lnTo>
                    <a:pt x="4686580" y="500168"/>
                  </a:lnTo>
                  <a:lnTo>
                    <a:pt x="4691713" y="503724"/>
                  </a:lnTo>
                  <a:lnTo>
                    <a:pt x="4904618" y="651209"/>
                  </a:lnTo>
                  <a:lnTo>
                    <a:pt x="4909751" y="654765"/>
                  </a:lnTo>
                  <a:lnTo>
                    <a:pt x="4914884" y="658473"/>
                  </a:lnTo>
                  <a:lnTo>
                    <a:pt x="5127788" y="812305"/>
                  </a:lnTo>
                  <a:lnTo>
                    <a:pt x="5132921" y="816014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g31"/>
            <p:cNvSpPr/>
            <p:nvPr/>
          </p:nvSpPr>
          <p:spPr>
            <a:xfrm>
              <a:off x="6428233" y="4389148"/>
              <a:ext cx="5143187" cy="957108"/>
            </a:xfrm>
            <a:custGeom>
              <a:avLst/>
              <a:gdLst/>
              <a:ahLst/>
              <a:cxnLst/>
              <a:rect l="0" t="0" r="0" b="0"/>
              <a:pathLst>
                <a:path w="5143187" h="957108">
                  <a:moveTo>
                    <a:pt x="5132" y="465247"/>
                  </a:moveTo>
                  <a:lnTo>
                    <a:pt x="10265" y="465485"/>
                  </a:lnTo>
                  <a:lnTo>
                    <a:pt x="223170" y="475323"/>
                  </a:lnTo>
                  <a:lnTo>
                    <a:pt x="228303" y="475560"/>
                  </a:lnTo>
                  <a:lnTo>
                    <a:pt x="233436" y="477737"/>
                  </a:lnTo>
                  <a:lnTo>
                    <a:pt x="446341" y="568038"/>
                  </a:lnTo>
                  <a:lnTo>
                    <a:pt x="451473" y="570215"/>
                  </a:lnTo>
                  <a:lnTo>
                    <a:pt x="456606" y="571359"/>
                  </a:lnTo>
                  <a:lnTo>
                    <a:pt x="669511" y="618813"/>
                  </a:lnTo>
                  <a:lnTo>
                    <a:pt x="674644" y="619957"/>
                  </a:lnTo>
                  <a:lnTo>
                    <a:pt x="679777" y="620598"/>
                  </a:lnTo>
                  <a:lnTo>
                    <a:pt x="892682" y="647209"/>
                  </a:lnTo>
                  <a:lnTo>
                    <a:pt x="897814" y="647851"/>
                  </a:lnTo>
                  <a:lnTo>
                    <a:pt x="902947" y="647300"/>
                  </a:lnTo>
                  <a:lnTo>
                    <a:pt x="1115852" y="624469"/>
                  </a:lnTo>
                  <a:lnTo>
                    <a:pt x="1120985" y="623919"/>
                  </a:lnTo>
                  <a:lnTo>
                    <a:pt x="1126118" y="621618"/>
                  </a:lnTo>
                  <a:lnTo>
                    <a:pt x="1339023" y="526194"/>
                  </a:lnTo>
                  <a:lnTo>
                    <a:pt x="1344155" y="523893"/>
                  </a:lnTo>
                  <a:lnTo>
                    <a:pt x="1349288" y="521009"/>
                  </a:lnTo>
                  <a:lnTo>
                    <a:pt x="1562193" y="401398"/>
                  </a:lnTo>
                  <a:lnTo>
                    <a:pt x="1567326" y="398514"/>
                  </a:lnTo>
                  <a:lnTo>
                    <a:pt x="1572459" y="394396"/>
                  </a:lnTo>
                  <a:lnTo>
                    <a:pt x="1785364" y="223575"/>
                  </a:lnTo>
                  <a:lnTo>
                    <a:pt x="1790497" y="219457"/>
                  </a:lnTo>
                  <a:lnTo>
                    <a:pt x="1795629" y="219626"/>
                  </a:lnTo>
                  <a:lnTo>
                    <a:pt x="2008534" y="226638"/>
                  </a:lnTo>
                  <a:lnTo>
                    <a:pt x="2013667" y="226807"/>
                  </a:lnTo>
                  <a:lnTo>
                    <a:pt x="2018800" y="227338"/>
                  </a:lnTo>
                  <a:lnTo>
                    <a:pt x="2231705" y="249354"/>
                  </a:lnTo>
                  <a:lnTo>
                    <a:pt x="2236838" y="249884"/>
                  </a:lnTo>
                  <a:lnTo>
                    <a:pt x="2241970" y="251116"/>
                  </a:lnTo>
                  <a:lnTo>
                    <a:pt x="2454875" y="302208"/>
                  </a:lnTo>
                  <a:lnTo>
                    <a:pt x="2460008" y="303439"/>
                  </a:lnTo>
                  <a:lnTo>
                    <a:pt x="2465141" y="304009"/>
                  </a:lnTo>
                  <a:lnTo>
                    <a:pt x="2678046" y="327633"/>
                  </a:lnTo>
                  <a:lnTo>
                    <a:pt x="2683179" y="328202"/>
                  </a:lnTo>
                  <a:lnTo>
                    <a:pt x="2688311" y="328336"/>
                  </a:lnTo>
                  <a:lnTo>
                    <a:pt x="2901216" y="333882"/>
                  </a:lnTo>
                  <a:lnTo>
                    <a:pt x="2906349" y="334015"/>
                  </a:lnTo>
                  <a:lnTo>
                    <a:pt x="2911482" y="335114"/>
                  </a:lnTo>
                  <a:lnTo>
                    <a:pt x="3124387" y="380680"/>
                  </a:lnTo>
                  <a:lnTo>
                    <a:pt x="3129520" y="381778"/>
                  </a:lnTo>
                  <a:lnTo>
                    <a:pt x="3134653" y="381582"/>
                  </a:lnTo>
                  <a:lnTo>
                    <a:pt x="3347557" y="373424"/>
                  </a:lnTo>
                  <a:lnTo>
                    <a:pt x="3352690" y="373228"/>
                  </a:lnTo>
                  <a:lnTo>
                    <a:pt x="3357823" y="372025"/>
                  </a:lnTo>
                  <a:lnTo>
                    <a:pt x="3570728" y="322148"/>
                  </a:lnTo>
                  <a:lnTo>
                    <a:pt x="3575861" y="320945"/>
                  </a:lnTo>
                  <a:lnTo>
                    <a:pt x="3580994" y="316847"/>
                  </a:lnTo>
                  <a:lnTo>
                    <a:pt x="3793898" y="146869"/>
                  </a:lnTo>
                  <a:lnTo>
                    <a:pt x="3799031" y="142771"/>
                  </a:lnTo>
                  <a:lnTo>
                    <a:pt x="3804164" y="139488"/>
                  </a:lnTo>
                  <a:lnTo>
                    <a:pt x="4017069" y="3283"/>
                  </a:lnTo>
                  <a:lnTo>
                    <a:pt x="4022202" y="0"/>
                  </a:lnTo>
                  <a:lnTo>
                    <a:pt x="4027335" y="1662"/>
                  </a:lnTo>
                  <a:lnTo>
                    <a:pt x="4240239" y="70610"/>
                  </a:lnTo>
                  <a:lnTo>
                    <a:pt x="4245372" y="72272"/>
                  </a:lnTo>
                  <a:lnTo>
                    <a:pt x="4250505" y="74412"/>
                  </a:lnTo>
                  <a:lnTo>
                    <a:pt x="4463410" y="163147"/>
                  </a:lnTo>
                  <a:lnTo>
                    <a:pt x="4468543" y="165286"/>
                  </a:lnTo>
                  <a:lnTo>
                    <a:pt x="4473676" y="167700"/>
                  </a:lnTo>
                  <a:lnTo>
                    <a:pt x="4686580" y="267822"/>
                  </a:lnTo>
                  <a:lnTo>
                    <a:pt x="4691713" y="270235"/>
                  </a:lnTo>
                  <a:lnTo>
                    <a:pt x="4696846" y="273141"/>
                  </a:lnTo>
                  <a:lnTo>
                    <a:pt x="4909751" y="393647"/>
                  </a:lnTo>
                  <a:lnTo>
                    <a:pt x="4914884" y="396553"/>
                  </a:lnTo>
                  <a:lnTo>
                    <a:pt x="4920017" y="399002"/>
                  </a:lnTo>
                  <a:lnTo>
                    <a:pt x="5132921" y="500597"/>
                  </a:lnTo>
                  <a:lnTo>
                    <a:pt x="5138054" y="503047"/>
                  </a:lnTo>
                  <a:lnTo>
                    <a:pt x="5143187" y="957108"/>
                  </a:lnTo>
                  <a:lnTo>
                    <a:pt x="5138054" y="957108"/>
                  </a:lnTo>
                  <a:lnTo>
                    <a:pt x="5132921" y="957108"/>
                  </a:lnTo>
                  <a:lnTo>
                    <a:pt x="4920017" y="957108"/>
                  </a:lnTo>
                  <a:lnTo>
                    <a:pt x="4914884" y="957108"/>
                  </a:lnTo>
                  <a:lnTo>
                    <a:pt x="4909751" y="957108"/>
                  </a:lnTo>
                  <a:lnTo>
                    <a:pt x="4696846" y="957108"/>
                  </a:lnTo>
                  <a:lnTo>
                    <a:pt x="4691713" y="957108"/>
                  </a:lnTo>
                  <a:lnTo>
                    <a:pt x="4686580" y="957108"/>
                  </a:lnTo>
                  <a:lnTo>
                    <a:pt x="4473676" y="957108"/>
                  </a:lnTo>
                  <a:lnTo>
                    <a:pt x="4468543" y="957108"/>
                  </a:lnTo>
                  <a:lnTo>
                    <a:pt x="4463410" y="957108"/>
                  </a:lnTo>
                  <a:lnTo>
                    <a:pt x="4250505" y="957108"/>
                  </a:lnTo>
                  <a:lnTo>
                    <a:pt x="4245372" y="957108"/>
                  </a:lnTo>
                  <a:lnTo>
                    <a:pt x="4240239" y="957108"/>
                  </a:lnTo>
                  <a:lnTo>
                    <a:pt x="4027335" y="957108"/>
                  </a:lnTo>
                  <a:lnTo>
                    <a:pt x="4022202" y="957108"/>
                  </a:lnTo>
                  <a:lnTo>
                    <a:pt x="4017069" y="957108"/>
                  </a:lnTo>
                  <a:lnTo>
                    <a:pt x="3804164" y="957108"/>
                  </a:lnTo>
                  <a:lnTo>
                    <a:pt x="3799031" y="957108"/>
                  </a:lnTo>
                  <a:lnTo>
                    <a:pt x="3793898" y="957108"/>
                  </a:lnTo>
                  <a:lnTo>
                    <a:pt x="3580994" y="957108"/>
                  </a:lnTo>
                  <a:lnTo>
                    <a:pt x="3575861" y="957108"/>
                  </a:lnTo>
                  <a:lnTo>
                    <a:pt x="3570728" y="957108"/>
                  </a:lnTo>
                  <a:lnTo>
                    <a:pt x="3357823" y="957108"/>
                  </a:lnTo>
                  <a:lnTo>
                    <a:pt x="3352690" y="957108"/>
                  </a:lnTo>
                  <a:lnTo>
                    <a:pt x="3347557" y="957108"/>
                  </a:lnTo>
                  <a:lnTo>
                    <a:pt x="3134653" y="957108"/>
                  </a:lnTo>
                  <a:lnTo>
                    <a:pt x="3129520" y="957108"/>
                  </a:lnTo>
                  <a:lnTo>
                    <a:pt x="3124387" y="957108"/>
                  </a:lnTo>
                  <a:lnTo>
                    <a:pt x="2911482" y="957108"/>
                  </a:lnTo>
                  <a:lnTo>
                    <a:pt x="2906349" y="957108"/>
                  </a:lnTo>
                  <a:lnTo>
                    <a:pt x="2901216" y="957108"/>
                  </a:lnTo>
                  <a:lnTo>
                    <a:pt x="2688311" y="957108"/>
                  </a:lnTo>
                  <a:lnTo>
                    <a:pt x="2683179" y="957108"/>
                  </a:lnTo>
                  <a:lnTo>
                    <a:pt x="2678046" y="957108"/>
                  </a:lnTo>
                  <a:lnTo>
                    <a:pt x="2465141" y="957108"/>
                  </a:lnTo>
                  <a:lnTo>
                    <a:pt x="2460008" y="957108"/>
                  </a:lnTo>
                  <a:lnTo>
                    <a:pt x="2454875" y="957108"/>
                  </a:lnTo>
                  <a:lnTo>
                    <a:pt x="2241970" y="957108"/>
                  </a:lnTo>
                  <a:lnTo>
                    <a:pt x="2236838" y="957108"/>
                  </a:lnTo>
                  <a:lnTo>
                    <a:pt x="2231705" y="957108"/>
                  </a:lnTo>
                  <a:lnTo>
                    <a:pt x="2018800" y="957108"/>
                  </a:lnTo>
                  <a:lnTo>
                    <a:pt x="2013667" y="957108"/>
                  </a:lnTo>
                  <a:lnTo>
                    <a:pt x="2008534" y="957108"/>
                  </a:lnTo>
                  <a:lnTo>
                    <a:pt x="1795629" y="957108"/>
                  </a:lnTo>
                  <a:lnTo>
                    <a:pt x="1790497" y="957108"/>
                  </a:lnTo>
                  <a:lnTo>
                    <a:pt x="1785364" y="957108"/>
                  </a:lnTo>
                  <a:lnTo>
                    <a:pt x="1572459" y="957108"/>
                  </a:lnTo>
                  <a:lnTo>
                    <a:pt x="1567326" y="957108"/>
                  </a:lnTo>
                  <a:lnTo>
                    <a:pt x="1562193" y="957108"/>
                  </a:lnTo>
                  <a:lnTo>
                    <a:pt x="1349288" y="957108"/>
                  </a:lnTo>
                  <a:lnTo>
                    <a:pt x="1344155" y="957108"/>
                  </a:lnTo>
                  <a:lnTo>
                    <a:pt x="1339023" y="957108"/>
                  </a:lnTo>
                  <a:lnTo>
                    <a:pt x="1126118" y="957108"/>
                  </a:lnTo>
                  <a:lnTo>
                    <a:pt x="1120985" y="957108"/>
                  </a:lnTo>
                  <a:lnTo>
                    <a:pt x="1115852" y="957108"/>
                  </a:lnTo>
                  <a:lnTo>
                    <a:pt x="902947" y="957108"/>
                  </a:lnTo>
                  <a:lnTo>
                    <a:pt x="897814" y="957108"/>
                  </a:lnTo>
                  <a:lnTo>
                    <a:pt x="892682" y="957108"/>
                  </a:lnTo>
                  <a:lnTo>
                    <a:pt x="679777" y="957108"/>
                  </a:lnTo>
                  <a:lnTo>
                    <a:pt x="674644" y="957108"/>
                  </a:lnTo>
                  <a:lnTo>
                    <a:pt x="669511" y="957108"/>
                  </a:lnTo>
                  <a:lnTo>
                    <a:pt x="456606" y="957108"/>
                  </a:lnTo>
                  <a:lnTo>
                    <a:pt x="451473" y="957108"/>
                  </a:lnTo>
                  <a:lnTo>
                    <a:pt x="446341" y="957108"/>
                  </a:lnTo>
                  <a:lnTo>
                    <a:pt x="233436" y="957108"/>
                  </a:lnTo>
                  <a:lnTo>
                    <a:pt x="228303" y="957108"/>
                  </a:lnTo>
                  <a:lnTo>
                    <a:pt x="223170" y="957108"/>
                  </a:lnTo>
                  <a:lnTo>
                    <a:pt x="10265" y="957108"/>
                  </a:lnTo>
                  <a:lnTo>
                    <a:pt x="5132" y="957108"/>
                  </a:lnTo>
                  <a:lnTo>
                    <a:pt x="0" y="957108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" name="pl32"/>
            <p:cNvSpPr/>
            <p:nvPr/>
          </p:nvSpPr>
          <p:spPr>
            <a:xfrm>
              <a:off x="6433366" y="4389148"/>
              <a:ext cx="5132921" cy="647851"/>
            </a:xfrm>
            <a:custGeom>
              <a:avLst/>
              <a:gdLst/>
              <a:ahLst/>
              <a:cxnLst/>
              <a:rect l="0" t="0" r="0" b="0"/>
              <a:pathLst>
                <a:path w="5132921" h="647851">
                  <a:moveTo>
                    <a:pt x="0" y="465247"/>
                  </a:moveTo>
                  <a:lnTo>
                    <a:pt x="5132" y="465485"/>
                  </a:lnTo>
                  <a:lnTo>
                    <a:pt x="218037" y="475323"/>
                  </a:lnTo>
                  <a:lnTo>
                    <a:pt x="223170" y="475560"/>
                  </a:lnTo>
                  <a:lnTo>
                    <a:pt x="228303" y="477737"/>
                  </a:lnTo>
                  <a:lnTo>
                    <a:pt x="441208" y="568038"/>
                  </a:lnTo>
                  <a:lnTo>
                    <a:pt x="446341" y="570215"/>
                  </a:lnTo>
                  <a:lnTo>
                    <a:pt x="451473" y="571359"/>
                  </a:lnTo>
                  <a:lnTo>
                    <a:pt x="664378" y="618813"/>
                  </a:lnTo>
                  <a:lnTo>
                    <a:pt x="669511" y="619957"/>
                  </a:lnTo>
                  <a:lnTo>
                    <a:pt x="674644" y="620598"/>
                  </a:lnTo>
                  <a:lnTo>
                    <a:pt x="887549" y="647209"/>
                  </a:lnTo>
                  <a:lnTo>
                    <a:pt x="892682" y="647851"/>
                  </a:lnTo>
                  <a:lnTo>
                    <a:pt x="897814" y="647300"/>
                  </a:lnTo>
                  <a:lnTo>
                    <a:pt x="1110719" y="624469"/>
                  </a:lnTo>
                  <a:lnTo>
                    <a:pt x="1115852" y="623919"/>
                  </a:lnTo>
                  <a:lnTo>
                    <a:pt x="1120985" y="621618"/>
                  </a:lnTo>
                  <a:lnTo>
                    <a:pt x="1333890" y="526194"/>
                  </a:lnTo>
                  <a:lnTo>
                    <a:pt x="1339023" y="523893"/>
                  </a:lnTo>
                  <a:lnTo>
                    <a:pt x="1344155" y="521009"/>
                  </a:lnTo>
                  <a:lnTo>
                    <a:pt x="1557060" y="401398"/>
                  </a:lnTo>
                  <a:lnTo>
                    <a:pt x="1562193" y="398514"/>
                  </a:lnTo>
                  <a:lnTo>
                    <a:pt x="1567326" y="394396"/>
                  </a:lnTo>
                  <a:lnTo>
                    <a:pt x="1780231" y="223575"/>
                  </a:lnTo>
                  <a:lnTo>
                    <a:pt x="1785364" y="219457"/>
                  </a:lnTo>
                  <a:lnTo>
                    <a:pt x="1790497" y="219626"/>
                  </a:lnTo>
                  <a:lnTo>
                    <a:pt x="2003401" y="226638"/>
                  </a:lnTo>
                  <a:lnTo>
                    <a:pt x="2008534" y="226807"/>
                  </a:lnTo>
                  <a:lnTo>
                    <a:pt x="2013667" y="227338"/>
                  </a:lnTo>
                  <a:lnTo>
                    <a:pt x="2226572" y="249354"/>
                  </a:lnTo>
                  <a:lnTo>
                    <a:pt x="2231705" y="249884"/>
                  </a:lnTo>
                  <a:lnTo>
                    <a:pt x="2236838" y="251116"/>
                  </a:lnTo>
                  <a:lnTo>
                    <a:pt x="2449742" y="302208"/>
                  </a:lnTo>
                  <a:lnTo>
                    <a:pt x="2454875" y="303439"/>
                  </a:lnTo>
                  <a:lnTo>
                    <a:pt x="2460008" y="304009"/>
                  </a:lnTo>
                  <a:lnTo>
                    <a:pt x="2672913" y="327633"/>
                  </a:lnTo>
                  <a:lnTo>
                    <a:pt x="2678046" y="328202"/>
                  </a:lnTo>
                  <a:lnTo>
                    <a:pt x="2683179" y="328336"/>
                  </a:lnTo>
                  <a:lnTo>
                    <a:pt x="2896083" y="333882"/>
                  </a:lnTo>
                  <a:lnTo>
                    <a:pt x="2901216" y="334015"/>
                  </a:lnTo>
                  <a:lnTo>
                    <a:pt x="2906349" y="335114"/>
                  </a:lnTo>
                  <a:lnTo>
                    <a:pt x="3119254" y="380680"/>
                  </a:lnTo>
                  <a:lnTo>
                    <a:pt x="3124387" y="381778"/>
                  </a:lnTo>
                  <a:lnTo>
                    <a:pt x="3129520" y="381582"/>
                  </a:lnTo>
                  <a:lnTo>
                    <a:pt x="3342424" y="373424"/>
                  </a:lnTo>
                  <a:lnTo>
                    <a:pt x="3347557" y="373228"/>
                  </a:lnTo>
                  <a:lnTo>
                    <a:pt x="3352690" y="372025"/>
                  </a:lnTo>
                  <a:lnTo>
                    <a:pt x="3565595" y="322148"/>
                  </a:lnTo>
                  <a:lnTo>
                    <a:pt x="3570728" y="320945"/>
                  </a:lnTo>
                  <a:lnTo>
                    <a:pt x="3575861" y="316847"/>
                  </a:lnTo>
                  <a:lnTo>
                    <a:pt x="3788765" y="146869"/>
                  </a:lnTo>
                  <a:lnTo>
                    <a:pt x="3793898" y="142771"/>
                  </a:lnTo>
                  <a:lnTo>
                    <a:pt x="3799031" y="139488"/>
                  </a:lnTo>
                  <a:lnTo>
                    <a:pt x="4011936" y="3283"/>
                  </a:lnTo>
                  <a:lnTo>
                    <a:pt x="4017069" y="0"/>
                  </a:lnTo>
                  <a:lnTo>
                    <a:pt x="4022202" y="1662"/>
                  </a:lnTo>
                  <a:lnTo>
                    <a:pt x="4235106" y="70610"/>
                  </a:lnTo>
                  <a:lnTo>
                    <a:pt x="4240239" y="72272"/>
                  </a:lnTo>
                  <a:lnTo>
                    <a:pt x="4245372" y="74412"/>
                  </a:lnTo>
                  <a:lnTo>
                    <a:pt x="4458277" y="163147"/>
                  </a:lnTo>
                  <a:lnTo>
                    <a:pt x="4463410" y="165286"/>
                  </a:lnTo>
                  <a:lnTo>
                    <a:pt x="4468543" y="167700"/>
                  </a:lnTo>
                  <a:lnTo>
                    <a:pt x="4681447" y="267822"/>
                  </a:lnTo>
                  <a:lnTo>
                    <a:pt x="4686580" y="270235"/>
                  </a:lnTo>
                  <a:lnTo>
                    <a:pt x="4691713" y="273141"/>
                  </a:lnTo>
                  <a:lnTo>
                    <a:pt x="4904618" y="393647"/>
                  </a:lnTo>
                  <a:lnTo>
                    <a:pt x="4909751" y="396553"/>
                  </a:lnTo>
                  <a:lnTo>
                    <a:pt x="4914884" y="399002"/>
                  </a:lnTo>
                  <a:lnTo>
                    <a:pt x="5127788" y="500597"/>
                  </a:lnTo>
                  <a:lnTo>
                    <a:pt x="5132921" y="503047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3"/>
            <p:cNvSpPr/>
            <p:nvPr/>
          </p:nvSpPr>
          <p:spPr>
            <a:xfrm>
              <a:off x="793574" y="1899602"/>
              <a:ext cx="5348915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" name="tx34"/>
            <p:cNvSpPr/>
            <p:nvPr/>
          </p:nvSpPr>
          <p:spPr>
            <a:xfrm>
              <a:off x="3213759" y="2011295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36" name="rc35"/>
            <p:cNvSpPr/>
            <p:nvPr/>
          </p:nvSpPr>
          <p:spPr>
            <a:xfrm>
              <a:off x="6325369" y="1899602"/>
              <a:ext cx="5348915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7" name="tx36"/>
            <p:cNvSpPr/>
            <p:nvPr/>
          </p:nvSpPr>
          <p:spPr>
            <a:xfrm>
              <a:off x="8745554" y="2011295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  <p:sp>
          <p:nvSpPr>
            <p:cNvPr id="38" name="pl37"/>
            <p:cNvSpPr/>
            <p:nvPr/>
          </p:nvSpPr>
          <p:spPr>
            <a:xfrm>
              <a:off x="793574" y="5491624"/>
              <a:ext cx="5348915" cy="0"/>
            </a:xfrm>
            <a:custGeom>
              <a:avLst/>
              <a:gdLst/>
              <a:ahLst/>
              <a:cxnLst/>
              <a:rect l="0" t="0" r="0" b="0"/>
              <a:pathLst>
                <a:path w="5348915">
                  <a:moveTo>
                    <a:pt x="0" y="0"/>
                  </a:moveTo>
                  <a:lnTo>
                    <a:pt x="5348915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l38"/>
            <p:cNvSpPr/>
            <p:nvPr/>
          </p:nvSpPr>
          <p:spPr>
            <a:xfrm>
              <a:off x="901571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1794253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2686935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3579617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4472299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364981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tx44"/>
            <p:cNvSpPr/>
            <p:nvPr/>
          </p:nvSpPr>
          <p:spPr>
            <a:xfrm>
              <a:off x="615653" y="5590761"/>
              <a:ext cx="571834" cy="16698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12am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1571904" y="5591431"/>
              <a:ext cx="444698" cy="1663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4am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2464586" y="5590649"/>
              <a:ext cx="444698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8am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3293700" y="5548010"/>
              <a:ext cx="571834" cy="2097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12pm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4249950" y="5548680"/>
              <a:ext cx="444698" cy="2090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4pm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5142632" y="5548010"/>
              <a:ext cx="444698" cy="2097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8pm</a:t>
              </a:r>
            </a:p>
          </p:txBody>
        </p:sp>
        <p:sp>
          <p:nvSpPr>
            <p:cNvPr id="51" name="pl50"/>
            <p:cNvSpPr/>
            <p:nvPr/>
          </p:nvSpPr>
          <p:spPr>
            <a:xfrm>
              <a:off x="6325369" y="5491624"/>
              <a:ext cx="5348915" cy="0"/>
            </a:xfrm>
            <a:custGeom>
              <a:avLst/>
              <a:gdLst/>
              <a:ahLst/>
              <a:cxnLst/>
              <a:rect l="0" t="0" r="0" b="0"/>
              <a:pathLst>
                <a:path w="5348915">
                  <a:moveTo>
                    <a:pt x="0" y="0"/>
                  </a:moveTo>
                  <a:lnTo>
                    <a:pt x="5348915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1"/>
            <p:cNvSpPr/>
            <p:nvPr/>
          </p:nvSpPr>
          <p:spPr>
            <a:xfrm>
              <a:off x="6433366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2"/>
            <p:cNvSpPr/>
            <p:nvPr/>
          </p:nvSpPr>
          <p:spPr>
            <a:xfrm>
              <a:off x="7326048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3"/>
            <p:cNvSpPr/>
            <p:nvPr/>
          </p:nvSpPr>
          <p:spPr>
            <a:xfrm>
              <a:off x="8218730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4"/>
            <p:cNvSpPr/>
            <p:nvPr/>
          </p:nvSpPr>
          <p:spPr>
            <a:xfrm>
              <a:off x="9111412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5"/>
            <p:cNvSpPr/>
            <p:nvPr/>
          </p:nvSpPr>
          <p:spPr>
            <a:xfrm>
              <a:off x="10004094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6"/>
            <p:cNvSpPr/>
            <p:nvPr/>
          </p:nvSpPr>
          <p:spPr>
            <a:xfrm>
              <a:off x="10896776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tx57"/>
            <p:cNvSpPr/>
            <p:nvPr/>
          </p:nvSpPr>
          <p:spPr>
            <a:xfrm>
              <a:off x="6147449" y="5590761"/>
              <a:ext cx="571834" cy="16698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12am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7103699" y="5591431"/>
              <a:ext cx="444698" cy="1663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4am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7996381" y="5590649"/>
              <a:ext cx="444698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8am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8825495" y="5548010"/>
              <a:ext cx="571834" cy="2097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12pm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9781745" y="5548680"/>
              <a:ext cx="444698" cy="2090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4pm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10674427" y="5548010"/>
              <a:ext cx="444698" cy="2097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8pm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373303" y="5260978"/>
              <a:ext cx="31778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373303" y="4512537"/>
              <a:ext cx="31778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373303" y="3764096"/>
              <a:ext cx="31778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373303" y="3015654"/>
              <a:ext cx="31778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373303" y="2267213"/>
              <a:ext cx="31778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2.0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5636812" y="5811892"/>
              <a:ext cx="1194234" cy="2145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of day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7054109" y="2502210"/>
              <a:ext cx="671682" cy="1929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sz="1800" dirty="0">
                  <a:solidFill>
                    <a:srgbClr val="F5B50C">
                      <a:alpha val="100000"/>
                    </a:srgbClr>
                  </a:solidFill>
                  <a:latin typeface="Arial"/>
                  <a:cs typeface="Arial"/>
                </a:rPr>
                <a:t>Electrified gas</a:t>
              </a:r>
              <a:endParaRPr sz="1800" dirty="0">
                <a:solidFill>
                  <a:srgbClr val="F5B50C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9" name="tx18"/>
            <p:cNvSpPr/>
            <p:nvPr/>
          </p:nvSpPr>
          <p:spPr>
            <a:xfrm>
              <a:off x="6679397" y="3396990"/>
              <a:ext cx="851557" cy="1663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dirty="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  <a:r>
                <a:rPr sz="1800" dirty="0" err="1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aseline</a:t>
              </a:r>
              <a:endParaRPr sz="1800" dirty="0">
                <a:solidFill>
                  <a:srgbClr val="A1253E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6" name="tx15"/>
            <p:cNvSpPr/>
            <p:nvPr/>
          </p:nvSpPr>
          <p:spPr>
            <a:xfrm>
              <a:off x="6679397" y="2848199"/>
              <a:ext cx="749424" cy="1663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dirty="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Electric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679397" y="3094852"/>
              <a:ext cx="825884" cy="1663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dirty="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vehicles</a:t>
              </a:r>
            </a:p>
          </p:txBody>
        </p:sp>
      </p:grpSp>
      <p:sp>
        <p:nvSpPr>
          <p:cNvPr id="70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 dirty="0"/>
              <a:t>Victorian electricity demand </a:t>
            </a:r>
            <a:r>
              <a:rPr lang="en-AU" dirty="0"/>
              <a:t>is </a:t>
            </a:r>
            <a:r>
              <a:rPr dirty="0"/>
              <a:t>set to shift dramatically</a:t>
            </a:r>
            <a:r>
              <a:rPr lang="en-AU" dirty="0"/>
              <a:t> by 2050</a:t>
            </a:r>
            <a:endParaRPr dirty="0"/>
          </a:p>
        </p:txBody>
      </p:sp>
      <p:sp>
        <p:nvSpPr>
          <p:cNvPr id="71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t>Source: Grattan Institute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9059</TotalTime>
  <Words>135</Words>
  <Application>Microsoft Office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Calibri</vt:lpstr>
      <vt:lpstr>DM Serif Display</vt:lpstr>
      <vt:lpstr>Office Theme</vt:lpstr>
      <vt:lpstr>Victorian electricity demand is set to shift dramatically by 2050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 title</dc:title>
  <dc:creator>Kat Clay</dc:creator>
  <cp:lastModifiedBy>Dominic Jones</cp:lastModifiedBy>
  <cp:revision>271</cp:revision>
  <dcterms:created xsi:type="dcterms:W3CDTF">2022-05-20T01:54:03Z</dcterms:created>
  <dcterms:modified xsi:type="dcterms:W3CDTF">2025-06-27T04:22:52Z</dcterms:modified>
</cp:coreProperties>
</file>