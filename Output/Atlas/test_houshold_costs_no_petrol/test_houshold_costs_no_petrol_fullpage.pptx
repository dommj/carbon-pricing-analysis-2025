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Melbourne\Energy\Analysis\analysis_cp_dj_2025\Output\Atlas\test_houshold_costs_no_petrol\test_houshold_costs_no_petrol_fullpage.pptx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40"/>
              <a:ext cx="15041962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7376399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4786156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2195914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  <a:lnTo>
                    <a:pt x="150419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803509" y="199099"/>
              <a:ext cx="12409743" cy="7177299"/>
            </a:xfrm>
            <a:custGeom>
              <a:avLst/>
              <a:pathLst>
                <a:path w="12409743" h="7177299">
                  <a:moveTo>
                    <a:pt x="12384" y="0"/>
                  </a:moveTo>
                  <a:lnTo>
                    <a:pt x="24769" y="6412"/>
                  </a:lnTo>
                  <a:lnTo>
                    <a:pt x="1376108" y="706127"/>
                  </a:lnTo>
                  <a:lnTo>
                    <a:pt x="1388493" y="712539"/>
                  </a:lnTo>
                  <a:lnTo>
                    <a:pt x="1400878" y="721216"/>
                  </a:lnTo>
                  <a:lnTo>
                    <a:pt x="2752216" y="1667958"/>
                  </a:lnTo>
                  <a:lnTo>
                    <a:pt x="2764601" y="1676635"/>
                  </a:lnTo>
                  <a:lnTo>
                    <a:pt x="2776986" y="1679761"/>
                  </a:lnTo>
                  <a:lnTo>
                    <a:pt x="4128324" y="2020852"/>
                  </a:lnTo>
                  <a:lnTo>
                    <a:pt x="4140709" y="2023978"/>
                  </a:lnTo>
                  <a:lnTo>
                    <a:pt x="4153094" y="2023741"/>
                  </a:lnTo>
                  <a:lnTo>
                    <a:pt x="5504432" y="1997894"/>
                  </a:lnTo>
                  <a:lnTo>
                    <a:pt x="5516817" y="1997657"/>
                  </a:lnTo>
                  <a:lnTo>
                    <a:pt x="5529202" y="1999813"/>
                  </a:lnTo>
                  <a:lnTo>
                    <a:pt x="6880540" y="2235045"/>
                  </a:lnTo>
                  <a:lnTo>
                    <a:pt x="6892925" y="2237200"/>
                  </a:lnTo>
                  <a:lnTo>
                    <a:pt x="6905310" y="2239724"/>
                  </a:lnTo>
                  <a:lnTo>
                    <a:pt x="8256648" y="2515107"/>
                  </a:lnTo>
                  <a:lnTo>
                    <a:pt x="8269033" y="2517631"/>
                  </a:lnTo>
                  <a:lnTo>
                    <a:pt x="8281418" y="2519522"/>
                  </a:lnTo>
                  <a:lnTo>
                    <a:pt x="9632757" y="2725856"/>
                  </a:lnTo>
                  <a:lnTo>
                    <a:pt x="9645142" y="2727747"/>
                  </a:lnTo>
                  <a:lnTo>
                    <a:pt x="9657527" y="2728860"/>
                  </a:lnTo>
                  <a:lnTo>
                    <a:pt x="11008865" y="2850221"/>
                  </a:lnTo>
                  <a:lnTo>
                    <a:pt x="11021250" y="2851334"/>
                  </a:lnTo>
                  <a:lnTo>
                    <a:pt x="11033635" y="2850546"/>
                  </a:lnTo>
                  <a:lnTo>
                    <a:pt x="12384973" y="2764609"/>
                  </a:lnTo>
                  <a:lnTo>
                    <a:pt x="12397358" y="2763821"/>
                  </a:lnTo>
                  <a:lnTo>
                    <a:pt x="12409743" y="7177299"/>
                  </a:lnTo>
                  <a:lnTo>
                    <a:pt x="12397358" y="3575084"/>
                  </a:lnTo>
                  <a:lnTo>
                    <a:pt x="12384973" y="3574543"/>
                  </a:lnTo>
                  <a:lnTo>
                    <a:pt x="11033635" y="3515443"/>
                  </a:lnTo>
                  <a:lnTo>
                    <a:pt x="11021250" y="3514902"/>
                  </a:lnTo>
                  <a:lnTo>
                    <a:pt x="11008865" y="3513140"/>
                  </a:lnTo>
                  <a:lnTo>
                    <a:pt x="9657527" y="3320872"/>
                  </a:lnTo>
                  <a:lnTo>
                    <a:pt x="9645142" y="3319110"/>
                  </a:lnTo>
                  <a:lnTo>
                    <a:pt x="9632757" y="3316665"/>
                  </a:lnTo>
                  <a:lnTo>
                    <a:pt x="8281418" y="3049904"/>
                  </a:lnTo>
                  <a:lnTo>
                    <a:pt x="8269033" y="3047460"/>
                  </a:lnTo>
                  <a:lnTo>
                    <a:pt x="8256648" y="3044493"/>
                  </a:lnTo>
                  <a:lnTo>
                    <a:pt x="6905310" y="2720762"/>
                  </a:lnTo>
                  <a:lnTo>
                    <a:pt x="6892925" y="2717795"/>
                  </a:lnTo>
                  <a:lnTo>
                    <a:pt x="6880540" y="2714747"/>
                  </a:lnTo>
                  <a:lnTo>
                    <a:pt x="5529202" y="2382144"/>
                  </a:lnTo>
                  <a:lnTo>
                    <a:pt x="5516817" y="2379096"/>
                  </a:lnTo>
                  <a:lnTo>
                    <a:pt x="5504432" y="2377875"/>
                  </a:lnTo>
                  <a:lnTo>
                    <a:pt x="4153094" y="2244592"/>
                  </a:lnTo>
                  <a:lnTo>
                    <a:pt x="4140709" y="2243370"/>
                  </a:lnTo>
                  <a:lnTo>
                    <a:pt x="4128324" y="2239330"/>
                  </a:lnTo>
                  <a:lnTo>
                    <a:pt x="2776986" y="1798452"/>
                  </a:lnTo>
                  <a:lnTo>
                    <a:pt x="2764601" y="1794411"/>
                  </a:lnTo>
                  <a:lnTo>
                    <a:pt x="2752216" y="1785163"/>
                  </a:lnTo>
                  <a:lnTo>
                    <a:pt x="1400878" y="776063"/>
                  </a:lnTo>
                  <a:lnTo>
                    <a:pt x="1388493" y="766814"/>
                  </a:lnTo>
                  <a:lnTo>
                    <a:pt x="1376108" y="759995"/>
                  </a:lnTo>
                  <a:lnTo>
                    <a:pt x="24769" y="15873"/>
                  </a:lnTo>
                  <a:lnTo>
                    <a:pt x="12384" y="9053"/>
                  </a:lnTo>
                  <a:lnTo>
                    <a:pt x="0" y="7177299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15893" y="199099"/>
              <a:ext cx="12384973" cy="2851334"/>
            </a:xfrm>
            <a:custGeom>
              <a:avLst/>
              <a:pathLst>
                <a:path w="12384973" h="2851334">
                  <a:moveTo>
                    <a:pt x="0" y="0"/>
                  </a:moveTo>
                  <a:lnTo>
                    <a:pt x="12384" y="6412"/>
                  </a:lnTo>
                  <a:lnTo>
                    <a:pt x="1363723" y="706127"/>
                  </a:lnTo>
                  <a:lnTo>
                    <a:pt x="1376108" y="712539"/>
                  </a:lnTo>
                  <a:lnTo>
                    <a:pt x="1388493" y="721216"/>
                  </a:lnTo>
                  <a:lnTo>
                    <a:pt x="2739831" y="1667958"/>
                  </a:lnTo>
                  <a:lnTo>
                    <a:pt x="2752216" y="1676635"/>
                  </a:lnTo>
                  <a:lnTo>
                    <a:pt x="2764601" y="1679761"/>
                  </a:lnTo>
                  <a:lnTo>
                    <a:pt x="4115939" y="2020852"/>
                  </a:lnTo>
                  <a:lnTo>
                    <a:pt x="4128324" y="2023978"/>
                  </a:lnTo>
                  <a:lnTo>
                    <a:pt x="4140709" y="2023741"/>
                  </a:lnTo>
                  <a:lnTo>
                    <a:pt x="5492047" y="1997894"/>
                  </a:lnTo>
                  <a:lnTo>
                    <a:pt x="5504432" y="1997657"/>
                  </a:lnTo>
                  <a:lnTo>
                    <a:pt x="5516817" y="1999813"/>
                  </a:lnTo>
                  <a:lnTo>
                    <a:pt x="6868155" y="2235045"/>
                  </a:lnTo>
                  <a:lnTo>
                    <a:pt x="6880540" y="2237200"/>
                  </a:lnTo>
                  <a:lnTo>
                    <a:pt x="6892925" y="2239724"/>
                  </a:lnTo>
                  <a:lnTo>
                    <a:pt x="8244263" y="2515107"/>
                  </a:lnTo>
                  <a:lnTo>
                    <a:pt x="8256648" y="2517631"/>
                  </a:lnTo>
                  <a:lnTo>
                    <a:pt x="8269033" y="2519522"/>
                  </a:lnTo>
                  <a:lnTo>
                    <a:pt x="9620372" y="2725856"/>
                  </a:lnTo>
                  <a:lnTo>
                    <a:pt x="9632757" y="2727747"/>
                  </a:lnTo>
                  <a:lnTo>
                    <a:pt x="9645142" y="2728860"/>
                  </a:lnTo>
                  <a:lnTo>
                    <a:pt x="10996480" y="2850221"/>
                  </a:lnTo>
                  <a:lnTo>
                    <a:pt x="11008865" y="2851334"/>
                  </a:lnTo>
                  <a:lnTo>
                    <a:pt x="11021250" y="2850546"/>
                  </a:lnTo>
                  <a:lnTo>
                    <a:pt x="12372588" y="2764609"/>
                  </a:lnTo>
                  <a:lnTo>
                    <a:pt x="12384973" y="2763821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803509" y="208153"/>
              <a:ext cx="12409743" cy="7168246"/>
            </a:xfrm>
            <a:custGeom>
              <a:avLst/>
              <a:pathLst>
                <a:path w="12409743" h="7168246">
                  <a:moveTo>
                    <a:pt x="12384" y="0"/>
                  </a:moveTo>
                  <a:lnTo>
                    <a:pt x="24769" y="6819"/>
                  </a:lnTo>
                  <a:lnTo>
                    <a:pt x="1376108" y="750941"/>
                  </a:lnTo>
                  <a:lnTo>
                    <a:pt x="1388493" y="757761"/>
                  </a:lnTo>
                  <a:lnTo>
                    <a:pt x="1400878" y="767009"/>
                  </a:lnTo>
                  <a:lnTo>
                    <a:pt x="2752216" y="1776109"/>
                  </a:lnTo>
                  <a:lnTo>
                    <a:pt x="2764601" y="1785357"/>
                  </a:lnTo>
                  <a:lnTo>
                    <a:pt x="2776986" y="1789398"/>
                  </a:lnTo>
                  <a:lnTo>
                    <a:pt x="4128324" y="2230276"/>
                  </a:lnTo>
                  <a:lnTo>
                    <a:pt x="4140709" y="2234316"/>
                  </a:lnTo>
                  <a:lnTo>
                    <a:pt x="4153094" y="2235538"/>
                  </a:lnTo>
                  <a:lnTo>
                    <a:pt x="5504432" y="2368821"/>
                  </a:lnTo>
                  <a:lnTo>
                    <a:pt x="5516817" y="2370042"/>
                  </a:lnTo>
                  <a:lnTo>
                    <a:pt x="5529202" y="2373091"/>
                  </a:lnTo>
                  <a:lnTo>
                    <a:pt x="6880540" y="2705693"/>
                  </a:lnTo>
                  <a:lnTo>
                    <a:pt x="6892925" y="2708741"/>
                  </a:lnTo>
                  <a:lnTo>
                    <a:pt x="6905310" y="2711708"/>
                  </a:lnTo>
                  <a:lnTo>
                    <a:pt x="8256648" y="3035439"/>
                  </a:lnTo>
                  <a:lnTo>
                    <a:pt x="8269033" y="3038406"/>
                  </a:lnTo>
                  <a:lnTo>
                    <a:pt x="8281418" y="3040851"/>
                  </a:lnTo>
                  <a:lnTo>
                    <a:pt x="9632757" y="3307611"/>
                  </a:lnTo>
                  <a:lnTo>
                    <a:pt x="9645142" y="3310056"/>
                  </a:lnTo>
                  <a:lnTo>
                    <a:pt x="9657527" y="3311818"/>
                  </a:lnTo>
                  <a:lnTo>
                    <a:pt x="11008865" y="3504086"/>
                  </a:lnTo>
                  <a:lnTo>
                    <a:pt x="11021250" y="3505848"/>
                  </a:lnTo>
                  <a:lnTo>
                    <a:pt x="11033635" y="3506389"/>
                  </a:lnTo>
                  <a:lnTo>
                    <a:pt x="12384973" y="3565489"/>
                  </a:lnTo>
                  <a:lnTo>
                    <a:pt x="12397358" y="3566030"/>
                  </a:lnTo>
                  <a:lnTo>
                    <a:pt x="12409743" y="7168246"/>
                  </a:lnTo>
                  <a:lnTo>
                    <a:pt x="12397358" y="4540218"/>
                  </a:lnTo>
                  <a:lnTo>
                    <a:pt x="12384973" y="4540310"/>
                  </a:lnTo>
                  <a:lnTo>
                    <a:pt x="11033635" y="4550340"/>
                  </a:lnTo>
                  <a:lnTo>
                    <a:pt x="11021250" y="4550431"/>
                  </a:lnTo>
                  <a:lnTo>
                    <a:pt x="11008865" y="4550026"/>
                  </a:lnTo>
                  <a:lnTo>
                    <a:pt x="9657527" y="4505793"/>
                  </a:lnTo>
                  <a:lnTo>
                    <a:pt x="9645142" y="4505387"/>
                  </a:lnTo>
                  <a:lnTo>
                    <a:pt x="9632757" y="4504558"/>
                  </a:lnTo>
                  <a:lnTo>
                    <a:pt x="8281418" y="4414036"/>
                  </a:lnTo>
                  <a:lnTo>
                    <a:pt x="8269033" y="4413206"/>
                  </a:lnTo>
                  <a:lnTo>
                    <a:pt x="8256648" y="4412341"/>
                  </a:lnTo>
                  <a:lnTo>
                    <a:pt x="6905310" y="4317928"/>
                  </a:lnTo>
                  <a:lnTo>
                    <a:pt x="6892925" y="4317063"/>
                  </a:lnTo>
                  <a:lnTo>
                    <a:pt x="6880540" y="4316022"/>
                  </a:lnTo>
                  <a:lnTo>
                    <a:pt x="5529202" y="4202523"/>
                  </a:lnTo>
                  <a:lnTo>
                    <a:pt x="5516817" y="4201482"/>
                  </a:lnTo>
                  <a:lnTo>
                    <a:pt x="5504432" y="4200508"/>
                  </a:lnTo>
                  <a:lnTo>
                    <a:pt x="4153094" y="4094180"/>
                  </a:lnTo>
                  <a:lnTo>
                    <a:pt x="4140709" y="4093205"/>
                  </a:lnTo>
                  <a:lnTo>
                    <a:pt x="4128324" y="4091100"/>
                  </a:lnTo>
                  <a:lnTo>
                    <a:pt x="2776986" y="3861421"/>
                  </a:lnTo>
                  <a:lnTo>
                    <a:pt x="2764601" y="3859316"/>
                  </a:lnTo>
                  <a:lnTo>
                    <a:pt x="2752216" y="3855396"/>
                  </a:lnTo>
                  <a:lnTo>
                    <a:pt x="1400878" y="3427701"/>
                  </a:lnTo>
                  <a:lnTo>
                    <a:pt x="1388493" y="3423781"/>
                  </a:lnTo>
                  <a:lnTo>
                    <a:pt x="1376108" y="3420329"/>
                  </a:lnTo>
                  <a:lnTo>
                    <a:pt x="24769" y="3043655"/>
                  </a:lnTo>
                  <a:lnTo>
                    <a:pt x="12384" y="3040202"/>
                  </a:lnTo>
                  <a:lnTo>
                    <a:pt x="0" y="7168246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15893" y="208153"/>
              <a:ext cx="12384973" cy="3566030"/>
            </a:xfrm>
            <a:custGeom>
              <a:avLst/>
              <a:pathLst>
                <a:path w="12384973" h="3566030">
                  <a:moveTo>
                    <a:pt x="0" y="0"/>
                  </a:moveTo>
                  <a:lnTo>
                    <a:pt x="12384" y="6819"/>
                  </a:lnTo>
                  <a:lnTo>
                    <a:pt x="1363723" y="750941"/>
                  </a:lnTo>
                  <a:lnTo>
                    <a:pt x="1376108" y="757761"/>
                  </a:lnTo>
                  <a:lnTo>
                    <a:pt x="1388493" y="767009"/>
                  </a:lnTo>
                  <a:lnTo>
                    <a:pt x="2739831" y="1776109"/>
                  </a:lnTo>
                  <a:lnTo>
                    <a:pt x="2752216" y="1785357"/>
                  </a:lnTo>
                  <a:lnTo>
                    <a:pt x="2764601" y="1789398"/>
                  </a:lnTo>
                  <a:lnTo>
                    <a:pt x="4115939" y="2230276"/>
                  </a:lnTo>
                  <a:lnTo>
                    <a:pt x="4128324" y="2234316"/>
                  </a:lnTo>
                  <a:lnTo>
                    <a:pt x="4140709" y="2235538"/>
                  </a:lnTo>
                  <a:lnTo>
                    <a:pt x="5492047" y="2368821"/>
                  </a:lnTo>
                  <a:lnTo>
                    <a:pt x="5504432" y="2370042"/>
                  </a:lnTo>
                  <a:lnTo>
                    <a:pt x="5516817" y="2373091"/>
                  </a:lnTo>
                  <a:lnTo>
                    <a:pt x="6868155" y="2705693"/>
                  </a:lnTo>
                  <a:lnTo>
                    <a:pt x="6880540" y="2708741"/>
                  </a:lnTo>
                  <a:lnTo>
                    <a:pt x="6892925" y="2711708"/>
                  </a:lnTo>
                  <a:lnTo>
                    <a:pt x="8244263" y="3035439"/>
                  </a:lnTo>
                  <a:lnTo>
                    <a:pt x="8256648" y="3038406"/>
                  </a:lnTo>
                  <a:lnTo>
                    <a:pt x="8269033" y="3040851"/>
                  </a:lnTo>
                  <a:lnTo>
                    <a:pt x="9620372" y="3307611"/>
                  </a:lnTo>
                  <a:lnTo>
                    <a:pt x="9632757" y="3310056"/>
                  </a:lnTo>
                  <a:lnTo>
                    <a:pt x="9645142" y="3311818"/>
                  </a:lnTo>
                  <a:lnTo>
                    <a:pt x="10996480" y="3504086"/>
                  </a:lnTo>
                  <a:lnTo>
                    <a:pt x="11008865" y="3505848"/>
                  </a:lnTo>
                  <a:lnTo>
                    <a:pt x="11021250" y="3506389"/>
                  </a:lnTo>
                  <a:lnTo>
                    <a:pt x="12372588" y="3565489"/>
                  </a:lnTo>
                  <a:lnTo>
                    <a:pt x="12384973" y="356603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803509" y="3248356"/>
              <a:ext cx="12409743" cy="4128043"/>
            </a:xfrm>
            <a:custGeom>
              <a:avLst/>
              <a:pathLst>
                <a:path w="12409743" h="4128043">
                  <a:moveTo>
                    <a:pt x="12384" y="0"/>
                  </a:moveTo>
                  <a:lnTo>
                    <a:pt x="24769" y="3452"/>
                  </a:lnTo>
                  <a:lnTo>
                    <a:pt x="1376108" y="380126"/>
                  </a:lnTo>
                  <a:lnTo>
                    <a:pt x="1388493" y="383578"/>
                  </a:lnTo>
                  <a:lnTo>
                    <a:pt x="1400878" y="387498"/>
                  </a:lnTo>
                  <a:lnTo>
                    <a:pt x="2752216" y="815193"/>
                  </a:lnTo>
                  <a:lnTo>
                    <a:pt x="2764601" y="819113"/>
                  </a:lnTo>
                  <a:lnTo>
                    <a:pt x="2776986" y="821218"/>
                  </a:lnTo>
                  <a:lnTo>
                    <a:pt x="4128324" y="1050897"/>
                  </a:lnTo>
                  <a:lnTo>
                    <a:pt x="4140709" y="1053002"/>
                  </a:lnTo>
                  <a:lnTo>
                    <a:pt x="4153094" y="1053977"/>
                  </a:lnTo>
                  <a:lnTo>
                    <a:pt x="5504432" y="1160305"/>
                  </a:lnTo>
                  <a:lnTo>
                    <a:pt x="5516817" y="1161279"/>
                  </a:lnTo>
                  <a:lnTo>
                    <a:pt x="5529202" y="1162320"/>
                  </a:lnTo>
                  <a:lnTo>
                    <a:pt x="6880540" y="1275819"/>
                  </a:lnTo>
                  <a:lnTo>
                    <a:pt x="6892925" y="1276860"/>
                  </a:lnTo>
                  <a:lnTo>
                    <a:pt x="6905310" y="1277725"/>
                  </a:lnTo>
                  <a:lnTo>
                    <a:pt x="8256648" y="1372138"/>
                  </a:lnTo>
                  <a:lnTo>
                    <a:pt x="8269033" y="1373003"/>
                  </a:lnTo>
                  <a:lnTo>
                    <a:pt x="8281418" y="1373833"/>
                  </a:lnTo>
                  <a:lnTo>
                    <a:pt x="9632757" y="1464355"/>
                  </a:lnTo>
                  <a:lnTo>
                    <a:pt x="9645142" y="1465184"/>
                  </a:lnTo>
                  <a:lnTo>
                    <a:pt x="9657527" y="1465590"/>
                  </a:lnTo>
                  <a:lnTo>
                    <a:pt x="11008865" y="1509823"/>
                  </a:lnTo>
                  <a:lnTo>
                    <a:pt x="11021250" y="1510228"/>
                  </a:lnTo>
                  <a:lnTo>
                    <a:pt x="11033635" y="1510137"/>
                  </a:lnTo>
                  <a:lnTo>
                    <a:pt x="12384973" y="1500107"/>
                  </a:lnTo>
                  <a:lnTo>
                    <a:pt x="12397358" y="1500015"/>
                  </a:lnTo>
                  <a:lnTo>
                    <a:pt x="12409743" y="4128043"/>
                  </a:lnTo>
                  <a:lnTo>
                    <a:pt x="12397358" y="2140605"/>
                  </a:lnTo>
                  <a:lnTo>
                    <a:pt x="12384973" y="2139560"/>
                  </a:lnTo>
                  <a:lnTo>
                    <a:pt x="11033635" y="2025490"/>
                  </a:lnTo>
                  <a:lnTo>
                    <a:pt x="11021250" y="2024444"/>
                  </a:lnTo>
                  <a:lnTo>
                    <a:pt x="11008865" y="2023475"/>
                  </a:lnTo>
                  <a:lnTo>
                    <a:pt x="9657527" y="1917725"/>
                  </a:lnTo>
                  <a:lnTo>
                    <a:pt x="9645142" y="1916756"/>
                  </a:lnTo>
                  <a:lnTo>
                    <a:pt x="9632757" y="1915439"/>
                  </a:lnTo>
                  <a:lnTo>
                    <a:pt x="8281418" y="1771747"/>
                  </a:lnTo>
                  <a:lnTo>
                    <a:pt x="8269033" y="1770430"/>
                  </a:lnTo>
                  <a:lnTo>
                    <a:pt x="8256648" y="1769137"/>
                  </a:lnTo>
                  <a:lnTo>
                    <a:pt x="6905310" y="1627997"/>
                  </a:lnTo>
                  <a:lnTo>
                    <a:pt x="6892925" y="1626704"/>
                  </a:lnTo>
                  <a:lnTo>
                    <a:pt x="6880540" y="1625174"/>
                  </a:lnTo>
                  <a:lnTo>
                    <a:pt x="5529202" y="1458272"/>
                  </a:lnTo>
                  <a:lnTo>
                    <a:pt x="5516817" y="1456742"/>
                  </a:lnTo>
                  <a:lnTo>
                    <a:pt x="5504432" y="1454982"/>
                  </a:lnTo>
                  <a:lnTo>
                    <a:pt x="4153094" y="1262966"/>
                  </a:lnTo>
                  <a:lnTo>
                    <a:pt x="4140709" y="1261206"/>
                  </a:lnTo>
                  <a:lnTo>
                    <a:pt x="4128324" y="1258559"/>
                  </a:lnTo>
                  <a:lnTo>
                    <a:pt x="2776986" y="969666"/>
                  </a:lnTo>
                  <a:lnTo>
                    <a:pt x="2764601" y="967018"/>
                  </a:lnTo>
                  <a:lnTo>
                    <a:pt x="2752216" y="962782"/>
                  </a:lnTo>
                  <a:lnTo>
                    <a:pt x="1400878" y="500576"/>
                  </a:lnTo>
                  <a:lnTo>
                    <a:pt x="1388493" y="496340"/>
                  </a:lnTo>
                  <a:lnTo>
                    <a:pt x="1376108" y="492493"/>
                  </a:lnTo>
                  <a:lnTo>
                    <a:pt x="24769" y="72698"/>
                  </a:lnTo>
                  <a:lnTo>
                    <a:pt x="12384" y="68850"/>
                  </a:lnTo>
                  <a:lnTo>
                    <a:pt x="0" y="4128043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15893" y="3248356"/>
              <a:ext cx="12384973" cy="1510228"/>
            </a:xfrm>
            <a:custGeom>
              <a:avLst/>
              <a:pathLst>
                <a:path w="12384973" h="1510228">
                  <a:moveTo>
                    <a:pt x="0" y="0"/>
                  </a:moveTo>
                  <a:lnTo>
                    <a:pt x="12384" y="3452"/>
                  </a:lnTo>
                  <a:lnTo>
                    <a:pt x="1363723" y="380126"/>
                  </a:lnTo>
                  <a:lnTo>
                    <a:pt x="1376108" y="383578"/>
                  </a:lnTo>
                  <a:lnTo>
                    <a:pt x="1388493" y="387498"/>
                  </a:lnTo>
                  <a:lnTo>
                    <a:pt x="2739831" y="815193"/>
                  </a:lnTo>
                  <a:lnTo>
                    <a:pt x="2752216" y="819113"/>
                  </a:lnTo>
                  <a:lnTo>
                    <a:pt x="2764601" y="821218"/>
                  </a:lnTo>
                  <a:lnTo>
                    <a:pt x="4115939" y="1050897"/>
                  </a:lnTo>
                  <a:lnTo>
                    <a:pt x="4128324" y="1053002"/>
                  </a:lnTo>
                  <a:lnTo>
                    <a:pt x="4140709" y="1053977"/>
                  </a:lnTo>
                  <a:lnTo>
                    <a:pt x="5492047" y="1160305"/>
                  </a:lnTo>
                  <a:lnTo>
                    <a:pt x="5504432" y="1161279"/>
                  </a:lnTo>
                  <a:lnTo>
                    <a:pt x="5516817" y="1162320"/>
                  </a:lnTo>
                  <a:lnTo>
                    <a:pt x="6868155" y="1275819"/>
                  </a:lnTo>
                  <a:lnTo>
                    <a:pt x="6880540" y="1276860"/>
                  </a:lnTo>
                  <a:lnTo>
                    <a:pt x="6892925" y="1277725"/>
                  </a:lnTo>
                  <a:lnTo>
                    <a:pt x="8244263" y="1372138"/>
                  </a:lnTo>
                  <a:lnTo>
                    <a:pt x="8256648" y="1373003"/>
                  </a:lnTo>
                  <a:lnTo>
                    <a:pt x="8269033" y="1373833"/>
                  </a:lnTo>
                  <a:lnTo>
                    <a:pt x="9620372" y="1464355"/>
                  </a:lnTo>
                  <a:lnTo>
                    <a:pt x="9632757" y="1465184"/>
                  </a:lnTo>
                  <a:lnTo>
                    <a:pt x="9645142" y="1465590"/>
                  </a:lnTo>
                  <a:lnTo>
                    <a:pt x="10996480" y="1509823"/>
                  </a:lnTo>
                  <a:lnTo>
                    <a:pt x="11008865" y="1510228"/>
                  </a:lnTo>
                  <a:lnTo>
                    <a:pt x="11021250" y="1510137"/>
                  </a:lnTo>
                  <a:lnTo>
                    <a:pt x="12372588" y="1500107"/>
                  </a:lnTo>
                  <a:lnTo>
                    <a:pt x="12384973" y="1500015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803509" y="3317206"/>
              <a:ext cx="12409743" cy="4059192"/>
            </a:xfrm>
            <a:custGeom>
              <a:avLst/>
              <a:pathLst>
                <a:path w="12409743" h="4059192">
                  <a:moveTo>
                    <a:pt x="12384" y="0"/>
                  </a:moveTo>
                  <a:lnTo>
                    <a:pt x="24769" y="3847"/>
                  </a:lnTo>
                  <a:lnTo>
                    <a:pt x="1376108" y="423642"/>
                  </a:lnTo>
                  <a:lnTo>
                    <a:pt x="1388493" y="427490"/>
                  </a:lnTo>
                  <a:lnTo>
                    <a:pt x="1400878" y="431726"/>
                  </a:lnTo>
                  <a:lnTo>
                    <a:pt x="2752216" y="893931"/>
                  </a:lnTo>
                  <a:lnTo>
                    <a:pt x="2764601" y="898167"/>
                  </a:lnTo>
                  <a:lnTo>
                    <a:pt x="2776986" y="900815"/>
                  </a:lnTo>
                  <a:lnTo>
                    <a:pt x="4128324" y="1189708"/>
                  </a:lnTo>
                  <a:lnTo>
                    <a:pt x="4140709" y="1192356"/>
                  </a:lnTo>
                  <a:lnTo>
                    <a:pt x="4153094" y="1194115"/>
                  </a:lnTo>
                  <a:lnTo>
                    <a:pt x="5504432" y="1386132"/>
                  </a:lnTo>
                  <a:lnTo>
                    <a:pt x="5516817" y="1387892"/>
                  </a:lnTo>
                  <a:lnTo>
                    <a:pt x="5529202" y="1389421"/>
                  </a:lnTo>
                  <a:lnTo>
                    <a:pt x="6880540" y="1556323"/>
                  </a:lnTo>
                  <a:lnTo>
                    <a:pt x="6892925" y="1557853"/>
                  </a:lnTo>
                  <a:lnTo>
                    <a:pt x="6905310" y="1559147"/>
                  </a:lnTo>
                  <a:lnTo>
                    <a:pt x="8256648" y="1700286"/>
                  </a:lnTo>
                  <a:lnTo>
                    <a:pt x="8269033" y="1701580"/>
                  </a:lnTo>
                  <a:lnTo>
                    <a:pt x="8281418" y="1702897"/>
                  </a:lnTo>
                  <a:lnTo>
                    <a:pt x="9632757" y="1846588"/>
                  </a:lnTo>
                  <a:lnTo>
                    <a:pt x="9645142" y="1847905"/>
                  </a:lnTo>
                  <a:lnTo>
                    <a:pt x="9657527" y="1848875"/>
                  </a:lnTo>
                  <a:lnTo>
                    <a:pt x="11008865" y="1954625"/>
                  </a:lnTo>
                  <a:lnTo>
                    <a:pt x="11021250" y="1955594"/>
                  </a:lnTo>
                  <a:lnTo>
                    <a:pt x="11033635" y="1956639"/>
                  </a:lnTo>
                  <a:lnTo>
                    <a:pt x="12384973" y="2070709"/>
                  </a:lnTo>
                  <a:lnTo>
                    <a:pt x="12397358" y="2071754"/>
                  </a:lnTo>
                  <a:lnTo>
                    <a:pt x="12409743" y="4059192"/>
                  </a:lnTo>
                  <a:lnTo>
                    <a:pt x="12397358" y="4059192"/>
                  </a:lnTo>
                  <a:lnTo>
                    <a:pt x="12384973" y="4059192"/>
                  </a:lnTo>
                  <a:lnTo>
                    <a:pt x="11033635" y="4059192"/>
                  </a:lnTo>
                  <a:lnTo>
                    <a:pt x="11021250" y="4059192"/>
                  </a:lnTo>
                  <a:lnTo>
                    <a:pt x="11008865" y="4059192"/>
                  </a:lnTo>
                  <a:lnTo>
                    <a:pt x="9657527" y="4059192"/>
                  </a:lnTo>
                  <a:lnTo>
                    <a:pt x="9645142" y="4059192"/>
                  </a:lnTo>
                  <a:lnTo>
                    <a:pt x="9632757" y="4059192"/>
                  </a:lnTo>
                  <a:lnTo>
                    <a:pt x="8281418" y="4059192"/>
                  </a:lnTo>
                  <a:lnTo>
                    <a:pt x="8269033" y="4059192"/>
                  </a:lnTo>
                  <a:lnTo>
                    <a:pt x="8256648" y="4059192"/>
                  </a:lnTo>
                  <a:lnTo>
                    <a:pt x="6905310" y="4059192"/>
                  </a:lnTo>
                  <a:lnTo>
                    <a:pt x="6892925" y="4059192"/>
                  </a:lnTo>
                  <a:lnTo>
                    <a:pt x="6880540" y="4059192"/>
                  </a:lnTo>
                  <a:lnTo>
                    <a:pt x="5529202" y="4059192"/>
                  </a:lnTo>
                  <a:lnTo>
                    <a:pt x="5516817" y="4059192"/>
                  </a:lnTo>
                  <a:lnTo>
                    <a:pt x="5504432" y="4059192"/>
                  </a:lnTo>
                  <a:lnTo>
                    <a:pt x="4153094" y="4059192"/>
                  </a:lnTo>
                  <a:lnTo>
                    <a:pt x="4140709" y="4059192"/>
                  </a:lnTo>
                  <a:lnTo>
                    <a:pt x="4128324" y="4059192"/>
                  </a:lnTo>
                  <a:lnTo>
                    <a:pt x="2776986" y="4059192"/>
                  </a:lnTo>
                  <a:lnTo>
                    <a:pt x="2764601" y="4059192"/>
                  </a:lnTo>
                  <a:lnTo>
                    <a:pt x="2752216" y="4059192"/>
                  </a:lnTo>
                  <a:lnTo>
                    <a:pt x="1400878" y="4059192"/>
                  </a:lnTo>
                  <a:lnTo>
                    <a:pt x="1388493" y="4059192"/>
                  </a:lnTo>
                  <a:lnTo>
                    <a:pt x="1376108" y="4059192"/>
                  </a:lnTo>
                  <a:lnTo>
                    <a:pt x="24769" y="4059192"/>
                  </a:lnTo>
                  <a:lnTo>
                    <a:pt x="12384" y="4059192"/>
                  </a:lnTo>
                  <a:lnTo>
                    <a:pt x="0" y="405919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815893" y="3317206"/>
              <a:ext cx="12384973" cy="2071754"/>
            </a:xfrm>
            <a:custGeom>
              <a:avLst/>
              <a:pathLst>
                <a:path w="12384973" h="2071754">
                  <a:moveTo>
                    <a:pt x="0" y="0"/>
                  </a:moveTo>
                  <a:lnTo>
                    <a:pt x="12384" y="3847"/>
                  </a:lnTo>
                  <a:lnTo>
                    <a:pt x="1363723" y="423642"/>
                  </a:lnTo>
                  <a:lnTo>
                    <a:pt x="1376108" y="427490"/>
                  </a:lnTo>
                  <a:lnTo>
                    <a:pt x="1388493" y="431726"/>
                  </a:lnTo>
                  <a:lnTo>
                    <a:pt x="2739831" y="893931"/>
                  </a:lnTo>
                  <a:lnTo>
                    <a:pt x="2752216" y="898167"/>
                  </a:lnTo>
                  <a:lnTo>
                    <a:pt x="2764601" y="900815"/>
                  </a:lnTo>
                  <a:lnTo>
                    <a:pt x="4115939" y="1189708"/>
                  </a:lnTo>
                  <a:lnTo>
                    <a:pt x="4128324" y="1192356"/>
                  </a:lnTo>
                  <a:lnTo>
                    <a:pt x="4140709" y="1194115"/>
                  </a:lnTo>
                  <a:lnTo>
                    <a:pt x="5492047" y="1386132"/>
                  </a:lnTo>
                  <a:lnTo>
                    <a:pt x="5504432" y="1387892"/>
                  </a:lnTo>
                  <a:lnTo>
                    <a:pt x="5516817" y="1389421"/>
                  </a:lnTo>
                  <a:lnTo>
                    <a:pt x="6868155" y="1556323"/>
                  </a:lnTo>
                  <a:lnTo>
                    <a:pt x="6880540" y="1557853"/>
                  </a:lnTo>
                  <a:lnTo>
                    <a:pt x="6892925" y="1559147"/>
                  </a:lnTo>
                  <a:lnTo>
                    <a:pt x="8244263" y="1700286"/>
                  </a:lnTo>
                  <a:lnTo>
                    <a:pt x="8256648" y="1701580"/>
                  </a:lnTo>
                  <a:lnTo>
                    <a:pt x="8269033" y="1702897"/>
                  </a:lnTo>
                  <a:lnTo>
                    <a:pt x="9620372" y="1846588"/>
                  </a:lnTo>
                  <a:lnTo>
                    <a:pt x="9632757" y="1847905"/>
                  </a:lnTo>
                  <a:lnTo>
                    <a:pt x="9645142" y="1848875"/>
                  </a:lnTo>
                  <a:lnTo>
                    <a:pt x="10996480" y="1954625"/>
                  </a:lnTo>
                  <a:lnTo>
                    <a:pt x="11008865" y="1955594"/>
                  </a:lnTo>
                  <a:lnTo>
                    <a:pt x="11021250" y="1956639"/>
                  </a:lnTo>
                  <a:lnTo>
                    <a:pt x="12372588" y="2070709"/>
                  </a:lnTo>
                  <a:lnTo>
                    <a:pt x="12384973" y="207175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13338478" y="3238625"/>
              <a:ext cx="1414297" cy="259853"/>
            </a:xfrm>
            <a:custGeom>
              <a:avLst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13356766" y="3281265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3338478" y="4131350"/>
              <a:ext cx="1185808" cy="259853"/>
            </a:xfrm>
            <a:custGeom>
              <a:avLst/>
              <a:pathLst>
                <a:path w="1185808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556" y="243425"/>
                  </a:lnTo>
                  <a:lnTo>
                    <a:pt x="1181095" y="237828"/>
                  </a:lnTo>
                  <a:lnTo>
                    <a:pt x="1183691" y="231736"/>
                  </a:lnTo>
                  <a:lnTo>
                    <a:pt x="1185276" y="225306"/>
                  </a:lnTo>
                  <a:lnTo>
                    <a:pt x="1185808" y="218705"/>
                  </a:lnTo>
                  <a:lnTo>
                    <a:pt x="1185808" y="41147"/>
                  </a:lnTo>
                  <a:lnTo>
                    <a:pt x="1185276" y="34547"/>
                  </a:lnTo>
                  <a:lnTo>
                    <a:pt x="1183691" y="28117"/>
                  </a:lnTo>
                  <a:lnTo>
                    <a:pt x="1181095" y="22025"/>
                  </a:lnTo>
                  <a:lnTo>
                    <a:pt x="1177556" y="16428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13356766" y="4176780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1" name="pg20"/>
            <p:cNvSpPr/>
            <p:nvPr/>
          </p:nvSpPr>
          <p:spPr>
            <a:xfrm>
              <a:off x="13338478" y="4938739"/>
              <a:ext cx="1554270" cy="259853"/>
            </a:xfrm>
            <a:custGeom>
              <a:avLst/>
              <a:pathLst>
                <a:path w="1554270" h="259853">
                  <a:moveTo>
                    <a:pt x="41148" y="259853"/>
                  </a:moveTo>
                  <a:lnTo>
                    <a:pt x="1513122" y="259853"/>
                  </a:lnTo>
                  <a:lnTo>
                    <a:pt x="1511465" y="259820"/>
                  </a:lnTo>
                  <a:lnTo>
                    <a:pt x="1518081" y="259553"/>
                  </a:lnTo>
                  <a:lnTo>
                    <a:pt x="1524570" y="258229"/>
                  </a:lnTo>
                  <a:lnTo>
                    <a:pt x="1530761" y="255881"/>
                  </a:lnTo>
                  <a:lnTo>
                    <a:pt x="1536496" y="252570"/>
                  </a:lnTo>
                  <a:lnTo>
                    <a:pt x="1541626" y="248381"/>
                  </a:lnTo>
                  <a:lnTo>
                    <a:pt x="1546017" y="243425"/>
                  </a:lnTo>
                  <a:lnTo>
                    <a:pt x="1549556" y="237828"/>
                  </a:lnTo>
                  <a:lnTo>
                    <a:pt x="1552152" y="231736"/>
                  </a:lnTo>
                  <a:lnTo>
                    <a:pt x="1553737" y="225306"/>
                  </a:lnTo>
                  <a:lnTo>
                    <a:pt x="1554270" y="218705"/>
                  </a:lnTo>
                  <a:lnTo>
                    <a:pt x="1554270" y="41148"/>
                  </a:lnTo>
                  <a:lnTo>
                    <a:pt x="1553737" y="34547"/>
                  </a:lnTo>
                  <a:lnTo>
                    <a:pt x="1552152" y="28117"/>
                  </a:lnTo>
                  <a:lnTo>
                    <a:pt x="1549556" y="22025"/>
                  </a:lnTo>
                  <a:lnTo>
                    <a:pt x="1546017" y="16428"/>
                  </a:lnTo>
                  <a:lnTo>
                    <a:pt x="1541626" y="11471"/>
                  </a:lnTo>
                  <a:lnTo>
                    <a:pt x="1536496" y="7283"/>
                  </a:lnTo>
                  <a:lnTo>
                    <a:pt x="1530761" y="3972"/>
                  </a:lnTo>
                  <a:lnTo>
                    <a:pt x="1524570" y="1624"/>
                  </a:lnTo>
                  <a:lnTo>
                    <a:pt x="1518081" y="300"/>
                  </a:lnTo>
                  <a:lnTo>
                    <a:pt x="15131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13356766" y="4984169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3" name="pg22"/>
            <p:cNvSpPr/>
            <p:nvPr/>
          </p:nvSpPr>
          <p:spPr>
            <a:xfrm>
              <a:off x="13338478" y="6252753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13356766" y="6295281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6750" y="725596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828" y="4656899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$1,000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28" y="206665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803509" y="7376399"/>
              <a:ext cx="15041962" cy="0"/>
            </a:xfrm>
            <a:custGeom>
              <a:avLst/>
              <a:pathLst>
                <a:path w="15041962" h="0">
                  <a:moveTo>
                    <a:pt x="0" y="0"/>
                  </a:moveTo>
                  <a:lnTo>
                    <a:pt x="150419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815893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7696434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3200867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561621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442161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2946594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36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2025-05-01T16:38:06Z</dcterms:modified>
</cp:coreProperties>
</file>