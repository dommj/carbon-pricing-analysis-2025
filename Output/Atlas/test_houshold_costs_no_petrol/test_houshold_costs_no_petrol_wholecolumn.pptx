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Melbourne\Energy\Analysis\analysis_cp_dj_2025\Output\Atlas\test_houshold_costs_no_petrol\test_houshold_costs_no_petrol_wholecolumn.pptx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/>
          <a:p>
            <a:r>
              <a:rPr/>
              <a:t>Projected energy costs to residential consumers, Victoria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40"/>
              <a:ext cx="7064362" cy="7284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73763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4786156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2195914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803509" y="199099"/>
              <a:ext cx="5828157" cy="7177299"/>
            </a:xfrm>
            <a:custGeom>
              <a:avLst/>
              <a:pathLst>
                <a:path w="5828157" h="7177299">
                  <a:moveTo>
                    <a:pt x="5816" y="0"/>
                  </a:moveTo>
                  <a:lnTo>
                    <a:pt x="11633" y="6412"/>
                  </a:lnTo>
                  <a:lnTo>
                    <a:pt x="646280" y="706127"/>
                  </a:lnTo>
                  <a:lnTo>
                    <a:pt x="652097" y="712539"/>
                  </a:lnTo>
                  <a:lnTo>
                    <a:pt x="657913" y="721216"/>
                  </a:lnTo>
                  <a:lnTo>
                    <a:pt x="1292561" y="1667958"/>
                  </a:lnTo>
                  <a:lnTo>
                    <a:pt x="1298377" y="1676635"/>
                  </a:lnTo>
                  <a:lnTo>
                    <a:pt x="1304194" y="1679761"/>
                  </a:lnTo>
                  <a:lnTo>
                    <a:pt x="1938841" y="2020852"/>
                  </a:lnTo>
                  <a:lnTo>
                    <a:pt x="1944658" y="2023978"/>
                  </a:lnTo>
                  <a:lnTo>
                    <a:pt x="1950474" y="2023741"/>
                  </a:lnTo>
                  <a:lnTo>
                    <a:pt x="2585122" y="1997894"/>
                  </a:lnTo>
                  <a:lnTo>
                    <a:pt x="2590938" y="1997657"/>
                  </a:lnTo>
                  <a:lnTo>
                    <a:pt x="2596755" y="1999813"/>
                  </a:lnTo>
                  <a:lnTo>
                    <a:pt x="3231402" y="2235045"/>
                  </a:lnTo>
                  <a:lnTo>
                    <a:pt x="3237219" y="2237200"/>
                  </a:lnTo>
                  <a:lnTo>
                    <a:pt x="3243035" y="2239724"/>
                  </a:lnTo>
                  <a:lnTo>
                    <a:pt x="3877683" y="2515107"/>
                  </a:lnTo>
                  <a:lnTo>
                    <a:pt x="3883499" y="2517631"/>
                  </a:lnTo>
                  <a:lnTo>
                    <a:pt x="3889316" y="2519522"/>
                  </a:lnTo>
                  <a:lnTo>
                    <a:pt x="4523963" y="2725856"/>
                  </a:lnTo>
                  <a:lnTo>
                    <a:pt x="4529780" y="2727747"/>
                  </a:lnTo>
                  <a:lnTo>
                    <a:pt x="4535596" y="2728860"/>
                  </a:lnTo>
                  <a:lnTo>
                    <a:pt x="5170244" y="2850221"/>
                  </a:lnTo>
                  <a:lnTo>
                    <a:pt x="5176060" y="2851334"/>
                  </a:lnTo>
                  <a:lnTo>
                    <a:pt x="5181877" y="2850546"/>
                  </a:lnTo>
                  <a:lnTo>
                    <a:pt x="5816524" y="2764609"/>
                  </a:lnTo>
                  <a:lnTo>
                    <a:pt x="5822341" y="2763821"/>
                  </a:lnTo>
                  <a:lnTo>
                    <a:pt x="5828157" y="7177299"/>
                  </a:lnTo>
                  <a:lnTo>
                    <a:pt x="5822341" y="3575084"/>
                  </a:lnTo>
                  <a:lnTo>
                    <a:pt x="5816524" y="3574543"/>
                  </a:lnTo>
                  <a:lnTo>
                    <a:pt x="5181877" y="3515443"/>
                  </a:lnTo>
                  <a:lnTo>
                    <a:pt x="5176060" y="3514902"/>
                  </a:lnTo>
                  <a:lnTo>
                    <a:pt x="5170244" y="3513140"/>
                  </a:lnTo>
                  <a:lnTo>
                    <a:pt x="4535596" y="3320872"/>
                  </a:lnTo>
                  <a:lnTo>
                    <a:pt x="4529780" y="3319110"/>
                  </a:lnTo>
                  <a:lnTo>
                    <a:pt x="4523963" y="3316665"/>
                  </a:lnTo>
                  <a:lnTo>
                    <a:pt x="3889316" y="3049904"/>
                  </a:lnTo>
                  <a:lnTo>
                    <a:pt x="3883499" y="3047460"/>
                  </a:lnTo>
                  <a:lnTo>
                    <a:pt x="3877683" y="3044493"/>
                  </a:lnTo>
                  <a:lnTo>
                    <a:pt x="3243035" y="2720762"/>
                  </a:lnTo>
                  <a:lnTo>
                    <a:pt x="3237219" y="2717795"/>
                  </a:lnTo>
                  <a:lnTo>
                    <a:pt x="3231402" y="2714747"/>
                  </a:lnTo>
                  <a:lnTo>
                    <a:pt x="2596755" y="2382144"/>
                  </a:lnTo>
                  <a:lnTo>
                    <a:pt x="2590938" y="2379096"/>
                  </a:lnTo>
                  <a:lnTo>
                    <a:pt x="2585122" y="2377875"/>
                  </a:lnTo>
                  <a:lnTo>
                    <a:pt x="1950474" y="2244592"/>
                  </a:lnTo>
                  <a:lnTo>
                    <a:pt x="1944658" y="2243370"/>
                  </a:lnTo>
                  <a:lnTo>
                    <a:pt x="1938841" y="2239330"/>
                  </a:lnTo>
                  <a:lnTo>
                    <a:pt x="1304194" y="1798452"/>
                  </a:lnTo>
                  <a:lnTo>
                    <a:pt x="1298377" y="1794411"/>
                  </a:lnTo>
                  <a:lnTo>
                    <a:pt x="1292561" y="1785163"/>
                  </a:lnTo>
                  <a:lnTo>
                    <a:pt x="657913" y="776063"/>
                  </a:lnTo>
                  <a:lnTo>
                    <a:pt x="652097" y="766814"/>
                  </a:lnTo>
                  <a:lnTo>
                    <a:pt x="646280" y="759995"/>
                  </a:lnTo>
                  <a:lnTo>
                    <a:pt x="11633" y="15873"/>
                  </a:lnTo>
                  <a:lnTo>
                    <a:pt x="5816" y="9053"/>
                  </a:lnTo>
                  <a:lnTo>
                    <a:pt x="0" y="7177299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09325" y="199099"/>
              <a:ext cx="5816524" cy="2851334"/>
            </a:xfrm>
            <a:custGeom>
              <a:avLst/>
              <a:pathLst>
                <a:path w="5816524" h="2851334">
                  <a:moveTo>
                    <a:pt x="0" y="0"/>
                  </a:moveTo>
                  <a:lnTo>
                    <a:pt x="5816" y="6412"/>
                  </a:lnTo>
                  <a:lnTo>
                    <a:pt x="640463" y="706127"/>
                  </a:lnTo>
                  <a:lnTo>
                    <a:pt x="646280" y="712539"/>
                  </a:lnTo>
                  <a:lnTo>
                    <a:pt x="652097" y="721216"/>
                  </a:lnTo>
                  <a:lnTo>
                    <a:pt x="1286744" y="1667958"/>
                  </a:lnTo>
                  <a:lnTo>
                    <a:pt x="1292561" y="1676635"/>
                  </a:lnTo>
                  <a:lnTo>
                    <a:pt x="1298377" y="1679761"/>
                  </a:lnTo>
                  <a:lnTo>
                    <a:pt x="1933025" y="2020852"/>
                  </a:lnTo>
                  <a:lnTo>
                    <a:pt x="1938841" y="2023978"/>
                  </a:lnTo>
                  <a:lnTo>
                    <a:pt x="1944658" y="2023741"/>
                  </a:lnTo>
                  <a:lnTo>
                    <a:pt x="2579305" y="1997894"/>
                  </a:lnTo>
                  <a:lnTo>
                    <a:pt x="2585122" y="1997657"/>
                  </a:lnTo>
                  <a:lnTo>
                    <a:pt x="2590938" y="1999813"/>
                  </a:lnTo>
                  <a:lnTo>
                    <a:pt x="3225586" y="2235045"/>
                  </a:lnTo>
                  <a:lnTo>
                    <a:pt x="3231402" y="2237200"/>
                  </a:lnTo>
                  <a:lnTo>
                    <a:pt x="3237219" y="2239724"/>
                  </a:lnTo>
                  <a:lnTo>
                    <a:pt x="3871866" y="2515107"/>
                  </a:lnTo>
                  <a:lnTo>
                    <a:pt x="3877683" y="2517631"/>
                  </a:lnTo>
                  <a:lnTo>
                    <a:pt x="3883499" y="2519522"/>
                  </a:lnTo>
                  <a:lnTo>
                    <a:pt x="4518147" y="2725856"/>
                  </a:lnTo>
                  <a:lnTo>
                    <a:pt x="4523963" y="2727747"/>
                  </a:lnTo>
                  <a:lnTo>
                    <a:pt x="4529780" y="2728860"/>
                  </a:lnTo>
                  <a:lnTo>
                    <a:pt x="5164427" y="2850221"/>
                  </a:lnTo>
                  <a:lnTo>
                    <a:pt x="5170244" y="2851334"/>
                  </a:lnTo>
                  <a:lnTo>
                    <a:pt x="5176060" y="2850546"/>
                  </a:lnTo>
                  <a:lnTo>
                    <a:pt x="5810708" y="2764609"/>
                  </a:lnTo>
                  <a:lnTo>
                    <a:pt x="5816524" y="2763821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803509" y="208153"/>
              <a:ext cx="5828157" cy="7168246"/>
            </a:xfrm>
            <a:custGeom>
              <a:avLst/>
              <a:pathLst>
                <a:path w="5828157" h="7168246">
                  <a:moveTo>
                    <a:pt x="5816" y="0"/>
                  </a:moveTo>
                  <a:lnTo>
                    <a:pt x="11633" y="6819"/>
                  </a:lnTo>
                  <a:lnTo>
                    <a:pt x="646280" y="750941"/>
                  </a:lnTo>
                  <a:lnTo>
                    <a:pt x="652097" y="757761"/>
                  </a:lnTo>
                  <a:lnTo>
                    <a:pt x="657913" y="767009"/>
                  </a:lnTo>
                  <a:lnTo>
                    <a:pt x="1292561" y="1776109"/>
                  </a:lnTo>
                  <a:lnTo>
                    <a:pt x="1298377" y="1785357"/>
                  </a:lnTo>
                  <a:lnTo>
                    <a:pt x="1304194" y="1789398"/>
                  </a:lnTo>
                  <a:lnTo>
                    <a:pt x="1938841" y="2230276"/>
                  </a:lnTo>
                  <a:lnTo>
                    <a:pt x="1944658" y="2234316"/>
                  </a:lnTo>
                  <a:lnTo>
                    <a:pt x="1950474" y="2235538"/>
                  </a:lnTo>
                  <a:lnTo>
                    <a:pt x="2585122" y="2368821"/>
                  </a:lnTo>
                  <a:lnTo>
                    <a:pt x="2590938" y="2370042"/>
                  </a:lnTo>
                  <a:lnTo>
                    <a:pt x="2596755" y="2373091"/>
                  </a:lnTo>
                  <a:lnTo>
                    <a:pt x="3231402" y="2705693"/>
                  </a:lnTo>
                  <a:lnTo>
                    <a:pt x="3237219" y="2708741"/>
                  </a:lnTo>
                  <a:lnTo>
                    <a:pt x="3243035" y="2711708"/>
                  </a:lnTo>
                  <a:lnTo>
                    <a:pt x="3877683" y="3035439"/>
                  </a:lnTo>
                  <a:lnTo>
                    <a:pt x="3883499" y="3038406"/>
                  </a:lnTo>
                  <a:lnTo>
                    <a:pt x="3889316" y="3040851"/>
                  </a:lnTo>
                  <a:lnTo>
                    <a:pt x="4523963" y="3307611"/>
                  </a:lnTo>
                  <a:lnTo>
                    <a:pt x="4529780" y="3310056"/>
                  </a:lnTo>
                  <a:lnTo>
                    <a:pt x="4535596" y="3311818"/>
                  </a:lnTo>
                  <a:lnTo>
                    <a:pt x="5170244" y="3504086"/>
                  </a:lnTo>
                  <a:lnTo>
                    <a:pt x="5176060" y="3505848"/>
                  </a:lnTo>
                  <a:lnTo>
                    <a:pt x="5181877" y="3506389"/>
                  </a:lnTo>
                  <a:lnTo>
                    <a:pt x="5816524" y="3565489"/>
                  </a:lnTo>
                  <a:lnTo>
                    <a:pt x="5822341" y="3566030"/>
                  </a:lnTo>
                  <a:lnTo>
                    <a:pt x="5828157" y="7168246"/>
                  </a:lnTo>
                  <a:lnTo>
                    <a:pt x="5822341" y="4540218"/>
                  </a:lnTo>
                  <a:lnTo>
                    <a:pt x="5816524" y="4540310"/>
                  </a:lnTo>
                  <a:lnTo>
                    <a:pt x="5181877" y="4550340"/>
                  </a:lnTo>
                  <a:lnTo>
                    <a:pt x="5176060" y="4550431"/>
                  </a:lnTo>
                  <a:lnTo>
                    <a:pt x="5170244" y="4550026"/>
                  </a:lnTo>
                  <a:lnTo>
                    <a:pt x="4535596" y="4505793"/>
                  </a:lnTo>
                  <a:lnTo>
                    <a:pt x="4529780" y="4505387"/>
                  </a:lnTo>
                  <a:lnTo>
                    <a:pt x="4523963" y="4504558"/>
                  </a:lnTo>
                  <a:lnTo>
                    <a:pt x="3889316" y="4414036"/>
                  </a:lnTo>
                  <a:lnTo>
                    <a:pt x="3883499" y="4413206"/>
                  </a:lnTo>
                  <a:lnTo>
                    <a:pt x="3877683" y="4412341"/>
                  </a:lnTo>
                  <a:lnTo>
                    <a:pt x="3243035" y="4317928"/>
                  </a:lnTo>
                  <a:lnTo>
                    <a:pt x="3237219" y="4317063"/>
                  </a:lnTo>
                  <a:lnTo>
                    <a:pt x="3231402" y="4316022"/>
                  </a:lnTo>
                  <a:lnTo>
                    <a:pt x="2596755" y="4202523"/>
                  </a:lnTo>
                  <a:lnTo>
                    <a:pt x="2590938" y="4201482"/>
                  </a:lnTo>
                  <a:lnTo>
                    <a:pt x="2585122" y="4200508"/>
                  </a:lnTo>
                  <a:lnTo>
                    <a:pt x="1950474" y="4094180"/>
                  </a:lnTo>
                  <a:lnTo>
                    <a:pt x="1944658" y="4093205"/>
                  </a:lnTo>
                  <a:lnTo>
                    <a:pt x="1938841" y="4091100"/>
                  </a:lnTo>
                  <a:lnTo>
                    <a:pt x="1304194" y="3861421"/>
                  </a:lnTo>
                  <a:lnTo>
                    <a:pt x="1298377" y="3859316"/>
                  </a:lnTo>
                  <a:lnTo>
                    <a:pt x="1292561" y="3855396"/>
                  </a:lnTo>
                  <a:lnTo>
                    <a:pt x="657913" y="3427701"/>
                  </a:lnTo>
                  <a:lnTo>
                    <a:pt x="652097" y="3423781"/>
                  </a:lnTo>
                  <a:lnTo>
                    <a:pt x="646280" y="3420329"/>
                  </a:lnTo>
                  <a:lnTo>
                    <a:pt x="11633" y="3043655"/>
                  </a:lnTo>
                  <a:lnTo>
                    <a:pt x="5816" y="3040202"/>
                  </a:lnTo>
                  <a:lnTo>
                    <a:pt x="0" y="7168246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9325" y="208153"/>
              <a:ext cx="5816524" cy="3566030"/>
            </a:xfrm>
            <a:custGeom>
              <a:avLst/>
              <a:pathLst>
                <a:path w="5816524" h="3566030">
                  <a:moveTo>
                    <a:pt x="0" y="0"/>
                  </a:moveTo>
                  <a:lnTo>
                    <a:pt x="5816" y="6819"/>
                  </a:lnTo>
                  <a:lnTo>
                    <a:pt x="640463" y="750941"/>
                  </a:lnTo>
                  <a:lnTo>
                    <a:pt x="646280" y="757761"/>
                  </a:lnTo>
                  <a:lnTo>
                    <a:pt x="652097" y="767009"/>
                  </a:lnTo>
                  <a:lnTo>
                    <a:pt x="1286744" y="1776109"/>
                  </a:lnTo>
                  <a:lnTo>
                    <a:pt x="1292561" y="1785357"/>
                  </a:lnTo>
                  <a:lnTo>
                    <a:pt x="1298377" y="1789398"/>
                  </a:lnTo>
                  <a:lnTo>
                    <a:pt x="1933025" y="2230276"/>
                  </a:lnTo>
                  <a:lnTo>
                    <a:pt x="1938841" y="2234316"/>
                  </a:lnTo>
                  <a:lnTo>
                    <a:pt x="1944658" y="2235538"/>
                  </a:lnTo>
                  <a:lnTo>
                    <a:pt x="2579305" y="2368821"/>
                  </a:lnTo>
                  <a:lnTo>
                    <a:pt x="2585122" y="2370042"/>
                  </a:lnTo>
                  <a:lnTo>
                    <a:pt x="2590938" y="2373091"/>
                  </a:lnTo>
                  <a:lnTo>
                    <a:pt x="3225586" y="2705693"/>
                  </a:lnTo>
                  <a:lnTo>
                    <a:pt x="3231402" y="2708741"/>
                  </a:lnTo>
                  <a:lnTo>
                    <a:pt x="3237219" y="2711708"/>
                  </a:lnTo>
                  <a:lnTo>
                    <a:pt x="3871866" y="3035439"/>
                  </a:lnTo>
                  <a:lnTo>
                    <a:pt x="3877683" y="3038406"/>
                  </a:lnTo>
                  <a:lnTo>
                    <a:pt x="3883499" y="3040851"/>
                  </a:lnTo>
                  <a:lnTo>
                    <a:pt x="4518147" y="3307611"/>
                  </a:lnTo>
                  <a:lnTo>
                    <a:pt x="4523963" y="3310056"/>
                  </a:lnTo>
                  <a:lnTo>
                    <a:pt x="4529780" y="3311818"/>
                  </a:lnTo>
                  <a:lnTo>
                    <a:pt x="5164427" y="3504086"/>
                  </a:lnTo>
                  <a:lnTo>
                    <a:pt x="5170244" y="3505848"/>
                  </a:lnTo>
                  <a:lnTo>
                    <a:pt x="5176060" y="3506389"/>
                  </a:lnTo>
                  <a:lnTo>
                    <a:pt x="5810708" y="3565489"/>
                  </a:lnTo>
                  <a:lnTo>
                    <a:pt x="5816524" y="3566030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803509" y="3248356"/>
              <a:ext cx="5828157" cy="4128043"/>
            </a:xfrm>
            <a:custGeom>
              <a:avLst/>
              <a:pathLst>
                <a:path w="5828157" h="4128043">
                  <a:moveTo>
                    <a:pt x="5816" y="0"/>
                  </a:moveTo>
                  <a:lnTo>
                    <a:pt x="11633" y="3452"/>
                  </a:lnTo>
                  <a:lnTo>
                    <a:pt x="646280" y="380126"/>
                  </a:lnTo>
                  <a:lnTo>
                    <a:pt x="652097" y="383578"/>
                  </a:lnTo>
                  <a:lnTo>
                    <a:pt x="657913" y="387498"/>
                  </a:lnTo>
                  <a:lnTo>
                    <a:pt x="1292561" y="815193"/>
                  </a:lnTo>
                  <a:lnTo>
                    <a:pt x="1298377" y="819113"/>
                  </a:lnTo>
                  <a:lnTo>
                    <a:pt x="1304194" y="821218"/>
                  </a:lnTo>
                  <a:lnTo>
                    <a:pt x="1938841" y="1050897"/>
                  </a:lnTo>
                  <a:lnTo>
                    <a:pt x="1944658" y="1053002"/>
                  </a:lnTo>
                  <a:lnTo>
                    <a:pt x="1950474" y="1053977"/>
                  </a:lnTo>
                  <a:lnTo>
                    <a:pt x="2585122" y="1160305"/>
                  </a:lnTo>
                  <a:lnTo>
                    <a:pt x="2590938" y="1161279"/>
                  </a:lnTo>
                  <a:lnTo>
                    <a:pt x="2596755" y="1162320"/>
                  </a:lnTo>
                  <a:lnTo>
                    <a:pt x="3231402" y="1275819"/>
                  </a:lnTo>
                  <a:lnTo>
                    <a:pt x="3237219" y="1276860"/>
                  </a:lnTo>
                  <a:lnTo>
                    <a:pt x="3243035" y="1277725"/>
                  </a:lnTo>
                  <a:lnTo>
                    <a:pt x="3877683" y="1372138"/>
                  </a:lnTo>
                  <a:lnTo>
                    <a:pt x="3883499" y="1373003"/>
                  </a:lnTo>
                  <a:lnTo>
                    <a:pt x="3889316" y="1373833"/>
                  </a:lnTo>
                  <a:lnTo>
                    <a:pt x="4523963" y="1464355"/>
                  </a:lnTo>
                  <a:lnTo>
                    <a:pt x="4529780" y="1465184"/>
                  </a:lnTo>
                  <a:lnTo>
                    <a:pt x="4535596" y="1465590"/>
                  </a:lnTo>
                  <a:lnTo>
                    <a:pt x="5170244" y="1509823"/>
                  </a:lnTo>
                  <a:lnTo>
                    <a:pt x="5176060" y="1510228"/>
                  </a:lnTo>
                  <a:lnTo>
                    <a:pt x="5181877" y="1510137"/>
                  </a:lnTo>
                  <a:lnTo>
                    <a:pt x="5816524" y="1500107"/>
                  </a:lnTo>
                  <a:lnTo>
                    <a:pt x="5822341" y="1500015"/>
                  </a:lnTo>
                  <a:lnTo>
                    <a:pt x="5828157" y="4128043"/>
                  </a:lnTo>
                  <a:lnTo>
                    <a:pt x="5822341" y="2140605"/>
                  </a:lnTo>
                  <a:lnTo>
                    <a:pt x="5816524" y="2139560"/>
                  </a:lnTo>
                  <a:lnTo>
                    <a:pt x="5181877" y="2025490"/>
                  </a:lnTo>
                  <a:lnTo>
                    <a:pt x="5176060" y="2024444"/>
                  </a:lnTo>
                  <a:lnTo>
                    <a:pt x="5170244" y="2023475"/>
                  </a:lnTo>
                  <a:lnTo>
                    <a:pt x="4535596" y="1917725"/>
                  </a:lnTo>
                  <a:lnTo>
                    <a:pt x="4529780" y="1916756"/>
                  </a:lnTo>
                  <a:lnTo>
                    <a:pt x="4523963" y="1915439"/>
                  </a:lnTo>
                  <a:lnTo>
                    <a:pt x="3889316" y="1771747"/>
                  </a:lnTo>
                  <a:lnTo>
                    <a:pt x="3883499" y="1770430"/>
                  </a:lnTo>
                  <a:lnTo>
                    <a:pt x="3877683" y="1769137"/>
                  </a:lnTo>
                  <a:lnTo>
                    <a:pt x="3243035" y="1627997"/>
                  </a:lnTo>
                  <a:lnTo>
                    <a:pt x="3237219" y="1626704"/>
                  </a:lnTo>
                  <a:lnTo>
                    <a:pt x="3231402" y="1625174"/>
                  </a:lnTo>
                  <a:lnTo>
                    <a:pt x="2596755" y="1458272"/>
                  </a:lnTo>
                  <a:lnTo>
                    <a:pt x="2590938" y="1456742"/>
                  </a:lnTo>
                  <a:lnTo>
                    <a:pt x="2585122" y="1454982"/>
                  </a:lnTo>
                  <a:lnTo>
                    <a:pt x="1950474" y="1262966"/>
                  </a:lnTo>
                  <a:lnTo>
                    <a:pt x="1944658" y="1261206"/>
                  </a:lnTo>
                  <a:lnTo>
                    <a:pt x="1938841" y="1258559"/>
                  </a:lnTo>
                  <a:lnTo>
                    <a:pt x="1304194" y="969666"/>
                  </a:lnTo>
                  <a:lnTo>
                    <a:pt x="1298377" y="967018"/>
                  </a:lnTo>
                  <a:lnTo>
                    <a:pt x="1292561" y="962782"/>
                  </a:lnTo>
                  <a:lnTo>
                    <a:pt x="657913" y="500576"/>
                  </a:lnTo>
                  <a:lnTo>
                    <a:pt x="652097" y="496340"/>
                  </a:lnTo>
                  <a:lnTo>
                    <a:pt x="646280" y="492493"/>
                  </a:lnTo>
                  <a:lnTo>
                    <a:pt x="11633" y="72698"/>
                  </a:lnTo>
                  <a:lnTo>
                    <a:pt x="5816" y="68850"/>
                  </a:lnTo>
                  <a:lnTo>
                    <a:pt x="0" y="4128043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809325" y="3248356"/>
              <a:ext cx="5816524" cy="1510228"/>
            </a:xfrm>
            <a:custGeom>
              <a:avLst/>
              <a:pathLst>
                <a:path w="5816524" h="1510228">
                  <a:moveTo>
                    <a:pt x="0" y="0"/>
                  </a:moveTo>
                  <a:lnTo>
                    <a:pt x="5816" y="3452"/>
                  </a:lnTo>
                  <a:lnTo>
                    <a:pt x="640463" y="380126"/>
                  </a:lnTo>
                  <a:lnTo>
                    <a:pt x="646280" y="383578"/>
                  </a:lnTo>
                  <a:lnTo>
                    <a:pt x="652097" y="387498"/>
                  </a:lnTo>
                  <a:lnTo>
                    <a:pt x="1286744" y="815193"/>
                  </a:lnTo>
                  <a:lnTo>
                    <a:pt x="1292561" y="819113"/>
                  </a:lnTo>
                  <a:lnTo>
                    <a:pt x="1298377" y="821218"/>
                  </a:lnTo>
                  <a:lnTo>
                    <a:pt x="1933025" y="1050897"/>
                  </a:lnTo>
                  <a:lnTo>
                    <a:pt x="1938841" y="1053002"/>
                  </a:lnTo>
                  <a:lnTo>
                    <a:pt x="1944658" y="1053977"/>
                  </a:lnTo>
                  <a:lnTo>
                    <a:pt x="2579305" y="1160305"/>
                  </a:lnTo>
                  <a:lnTo>
                    <a:pt x="2585122" y="1161279"/>
                  </a:lnTo>
                  <a:lnTo>
                    <a:pt x="2590938" y="1162320"/>
                  </a:lnTo>
                  <a:lnTo>
                    <a:pt x="3225586" y="1275819"/>
                  </a:lnTo>
                  <a:lnTo>
                    <a:pt x="3231402" y="1276860"/>
                  </a:lnTo>
                  <a:lnTo>
                    <a:pt x="3237219" y="1277725"/>
                  </a:lnTo>
                  <a:lnTo>
                    <a:pt x="3871866" y="1372138"/>
                  </a:lnTo>
                  <a:lnTo>
                    <a:pt x="3877683" y="1373003"/>
                  </a:lnTo>
                  <a:lnTo>
                    <a:pt x="3883499" y="1373833"/>
                  </a:lnTo>
                  <a:lnTo>
                    <a:pt x="4518147" y="1464355"/>
                  </a:lnTo>
                  <a:lnTo>
                    <a:pt x="4523963" y="1465184"/>
                  </a:lnTo>
                  <a:lnTo>
                    <a:pt x="4529780" y="1465590"/>
                  </a:lnTo>
                  <a:lnTo>
                    <a:pt x="5164427" y="1509823"/>
                  </a:lnTo>
                  <a:lnTo>
                    <a:pt x="5170244" y="1510228"/>
                  </a:lnTo>
                  <a:lnTo>
                    <a:pt x="5176060" y="1510137"/>
                  </a:lnTo>
                  <a:lnTo>
                    <a:pt x="5810708" y="1500107"/>
                  </a:lnTo>
                  <a:lnTo>
                    <a:pt x="5816524" y="1500015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803509" y="3317206"/>
              <a:ext cx="5828157" cy="4059192"/>
            </a:xfrm>
            <a:custGeom>
              <a:avLst/>
              <a:pathLst>
                <a:path w="5828157" h="4059192">
                  <a:moveTo>
                    <a:pt x="5816" y="0"/>
                  </a:moveTo>
                  <a:lnTo>
                    <a:pt x="11633" y="3847"/>
                  </a:lnTo>
                  <a:lnTo>
                    <a:pt x="646280" y="423642"/>
                  </a:lnTo>
                  <a:lnTo>
                    <a:pt x="652097" y="427490"/>
                  </a:lnTo>
                  <a:lnTo>
                    <a:pt x="657913" y="431726"/>
                  </a:lnTo>
                  <a:lnTo>
                    <a:pt x="1292561" y="893931"/>
                  </a:lnTo>
                  <a:lnTo>
                    <a:pt x="1298377" y="898167"/>
                  </a:lnTo>
                  <a:lnTo>
                    <a:pt x="1304194" y="900815"/>
                  </a:lnTo>
                  <a:lnTo>
                    <a:pt x="1938841" y="1189708"/>
                  </a:lnTo>
                  <a:lnTo>
                    <a:pt x="1944658" y="1192356"/>
                  </a:lnTo>
                  <a:lnTo>
                    <a:pt x="1950474" y="1194115"/>
                  </a:lnTo>
                  <a:lnTo>
                    <a:pt x="2585122" y="1386132"/>
                  </a:lnTo>
                  <a:lnTo>
                    <a:pt x="2590938" y="1387892"/>
                  </a:lnTo>
                  <a:lnTo>
                    <a:pt x="2596755" y="1389421"/>
                  </a:lnTo>
                  <a:lnTo>
                    <a:pt x="3231402" y="1556323"/>
                  </a:lnTo>
                  <a:lnTo>
                    <a:pt x="3237219" y="1557853"/>
                  </a:lnTo>
                  <a:lnTo>
                    <a:pt x="3243035" y="1559147"/>
                  </a:lnTo>
                  <a:lnTo>
                    <a:pt x="3877683" y="1700286"/>
                  </a:lnTo>
                  <a:lnTo>
                    <a:pt x="3883499" y="1701580"/>
                  </a:lnTo>
                  <a:lnTo>
                    <a:pt x="3889316" y="1702897"/>
                  </a:lnTo>
                  <a:lnTo>
                    <a:pt x="4523963" y="1846588"/>
                  </a:lnTo>
                  <a:lnTo>
                    <a:pt x="4529780" y="1847905"/>
                  </a:lnTo>
                  <a:lnTo>
                    <a:pt x="4535596" y="1848875"/>
                  </a:lnTo>
                  <a:lnTo>
                    <a:pt x="5170244" y="1954625"/>
                  </a:lnTo>
                  <a:lnTo>
                    <a:pt x="5176060" y="1955594"/>
                  </a:lnTo>
                  <a:lnTo>
                    <a:pt x="5181877" y="1956639"/>
                  </a:lnTo>
                  <a:lnTo>
                    <a:pt x="5816524" y="2070709"/>
                  </a:lnTo>
                  <a:lnTo>
                    <a:pt x="5822341" y="2071754"/>
                  </a:lnTo>
                  <a:lnTo>
                    <a:pt x="5828157" y="4059192"/>
                  </a:lnTo>
                  <a:lnTo>
                    <a:pt x="5822341" y="4059192"/>
                  </a:lnTo>
                  <a:lnTo>
                    <a:pt x="5816524" y="4059192"/>
                  </a:lnTo>
                  <a:lnTo>
                    <a:pt x="5181877" y="4059192"/>
                  </a:lnTo>
                  <a:lnTo>
                    <a:pt x="5176060" y="4059192"/>
                  </a:lnTo>
                  <a:lnTo>
                    <a:pt x="5170244" y="4059192"/>
                  </a:lnTo>
                  <a:lnTo>
                    <a:pt x="4535596" y="4059192"/>
                  </a:lnTo>
                  <a:lnTo>
                    <a:pt x="4529780" y="4059192"/>
                  </a:lnTo>
                  <a:lnTo>
                    <a:pt x="4523963" y="4059192"/>
                  </a:lnTo>
                  <a:lnTo>
                    <a:pt x="3889316" y="4059192"/>
                  </a:lnTo>
                  <a:lnTo>
                    <a:pt x="3883499" y="4059192"/>
                  </a:lnTo>
                  <a:lnTo>
                    <a:pt x="3877683" y="4059192"/>
                  </a:lnTo>
                  <a:lnTo>
                    <a:pt x="3243035" y="4059192"/>
                  </a:lnTo>
                  <a:lnTo>
                    <a:pt x="3237219" y="4059192"/>
                  </a:lnTo>
                  <a:lnTo>
                    <a:pt x="3231402" y="4059192"/>
                  </a:lnTo>
                  <a:lnTo>
                    <a:pt x="2596755" y="4059192"/>
                  </a:lnTo>
                  <a:lnTo>
                    <a:pt x="2590938" y="4059192"/>
                  </a:lnTo>
                  <a:lnTo>
                    <a:pt x="2585122" y="4059192"/>
                  </a:lnTo>
                  <a:lnTo>
                    <a:pt x="1950474" y="4059192"/>
                  </a:lnTo>
                  <a:lnTo>
                    <a:pt x="1944658" y="4059192"/>
                  </a:lnTo>
                  <a:lnTo>
                    <a:pt x="1938841" y="4059192"/>
                  </a:lnTo>
                  <a:lnTo>
                    <a:pt x="1304194" y="4059192"/>
                  </a:lnTo>
                  <a:lnTo>
                    <a:pt x="1298377" y="4059192"/>
                  </a:lnTo>
                  <a:lnTo>
                    <a:pt x="1292561" y="4059192"/>
                  </a:lnTo>
                  <a:lnTo>
                    <a:pt x="657913" y="4059192"/>
                  </a:lnTo>
                  <a:lnTo>
                    <a:pt x="652097" y="4059192"/>
                  </a:lnTo>
                  <a:lnTo>
                    <a:pt x="646280" y="4059192"/>
                  </a:lnTo>
                  <a:lnTo>
                    <a:pt x="11633" y="4059192"/>
                  </a:lnTo>
                  <a:lnTo>
                    <a:pt x="5816" y="4059192"/>
                  </a:lnTo>
                  <a:lnTo>
                    <a:pt x="0" y="4059192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809325" y="3317206"/>
              <a:ext cx="5816524" cy="2071754"/>
            </a:xfrm>
            <a:custGeom>
              <a:avLst/>
              <a:pathLst>
                <a:path w="5816524" h="2071754">
                  <a:moveTo>
                    <a:pt x="0" y="0"/>
                  </a:moveTo>
                  <a:lnTo>
                    <a:pt x="5816" y="3847"/>
                  </a:lnTo>
                  <a:lnTo>
                    <a:pt x="640463" y="423642"/>
                  </a:lnTo>
                  <a:lnTo>
                    <a:pt x="646280" y="427490"/>
                  </a:lnTo>
                  <a:lnTo>
                    <a:pt x="652097" y="431726"/>
                  </a:lnTo>
                  <a:lnTo>
                    <a:pt x="1286744" y="893931"/>
                  </a:lnTo>
                  <a:lnTo>
                    <a:pt x="1292561" y="898167"/>
                  </a:lnTo>
                  <a:lnTo>
                    <a:pt x="1298377" y="900815"/>
                  </a:lnTo>
                  <a:lnTo>
                    <a:pt x="1933025" y="1189708"/>
                  </a:lnTo>
                  <a:lnTo>
                    <a:pt x="1938841" y="1192356"/>
                  </a:lnTo>
                  <a:lnTo>
                    <a:pt x="1944658" y="1194115"/>
                  </a:lnTo>
                  <a:lnTo>
                    <a:pt x="2579305" y="1386132"/>
                  </a:lnTo>
                  <a:lnTo>
                    <a:pt x="2585122" y="1387892"/>
                  </a:lnTo>
                  <a:lnTo>
                    <a:pt x="2590938" y="1389421"/>
                  </a:lnTo>
                  <a:lnTo>
                    <a:pt x="3225586" y="1556323"/>
                  </a:lnTo>
                  <a:lnTo>
                    <a:pt x="3231402" y="1557853"/>
                  </a:lnTo>
                  <a:lnTo>
                    <a:pt x="3237219" y="1559147"/>
                  </a:lnTo>
                  <a:lnTo>
                    <a:pt x="3871866" y="1700286"/>
                  </a:lnTo>
                  <a:lnTo>
                    <a:pt x="3877683" y="1701580"/>
                  </a:lnTo>
                  <a:lnTo>
                    <a:pt x="3883499" y="1702897"/>
                  </a:lnTo>
                  <a:lnTo>
                    <a:pt x="4518147" y="1846588"/>
                  </a:lnTo>
                  <a:lnTo>
                    <a:pt x="4523963" y="1847905"/>
                  </a:lnTo>
                  <a:lnTo>
                    <a:pt x="4529780" y="1848875"/>
                  </a:lnTo>
                  <a:lnTo>
                    <a:pt x="5164427" y="1954625"/>
                  </a:lnTo>
                  <a:lnTo>
                    <a:pt x="5170244" y="1955594"/>
                  </a:lnTo>
                  <a:lnTo>
                    <a:pt x="5176060" y="1956639"/>
                  </a:lnTo>
                  <a:lnTo>
                    <a:pt x="5810708" y="2070709"/>
                  </a:lnTo>
                  <a:lnTo>
                    <a:pt x="5816524" y="207175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6690478" y="3238625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77393" y="259853"/>
                  </a:lnTo>
                  <a:lnTo>
                    <a:pt x="11773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6708766" y="3281265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6690478" y="4131350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393" y="243608"/>
                  </a:lnTo>
                  <a:lnTo>
                    <a:pt x="1177393" y="16245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tx19"/>
            <p:cNvSpPr/>
            <p:nvPr/>
          </p:nvSpPr>
          <p:spPr>
            <a:xfrm>
              <a:off x="6708766" y="4176780"/>
              <a:ext cx="113094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Residential</a:t>
              </a:r>
            </a:p>
          </p:txBody>
        </p:sp>
        <p:sp>
          <p:nvSpPr>
            <p:cNvPr id="21" name="pg20"/>
            <p:cNvSpPr/>
            <p:nvPr/>
          </p:nvSpPr>
          <p:spPr>
            <a:xfrm>
              <a:off x="6690478" y="4938739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77393" y="259853"/>
                  </a:lnTo>
                  <a:lnTo>
                    <a:pt x="11773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6708766" y="4984169"/>
              <a:ext cx="1499406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3" name="pg22"/>
            <p:cNvSpPr/>
            <p:nvPr/>
          </p:nvSpPr>
          <p:spPr>
            <a:xfrm>
              <a:off x="6690478" y="6252753"/>
              <a:ext cx="474112" cy="259853"/>
            </a:xfrm>
            <a:custGeom>
              <a:avLst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8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6708766" y="6295281"/>
              <a:ext cx="4192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46750" y="7255960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828" y="4656899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$1,000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828" y="206665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28" name="pl27"/>
            <p:cNvSpPr/>
            <p:nvPr/>
          </p:nvSpPr>
          <p:spPr>
            <a:xfrm>
              <a:off x="803509" y="73763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809325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4040728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662585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555052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786455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371577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35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Overall consumer energy costs will decline as prices ease and electrification increases</a:t>
            </a:r>
          </a:p>
        </p:txBody>
      </p:sp>
      <p:sp>
        <p:nvSpPr>
          <p:cNvPr id="36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2025-05-01T16:37:42Z</dcterms:modified>
</cp:coreProperties>
</file>