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703233-CAB1-4673-BD11-F55890D9F47F}" v="1" dt="2025-05-01T06:39:32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94653"/>
  </p:normalViewPr>
  <p:slideViewPr>
    <p:cSldViewPr snapToGrid="0" snapToObjects="1">
      <p:cViewPr varScale="1">
        <p:scale>
          <a:sx n="106" d="100"/>
          <a:sy n="106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D4703233-CAB1-4673-BD11-F55890D9F47F}"/>
    <pc:docChg chg="custSel modSld">
      <pc:chgData name="Dominic Jones" userId="8a7bc671-a4ae-414f-b318-851f1451f1f7" providerId="ADAL" clId="{D4703233-CAB1-4673-BD11-F55890D9F47F}" dt="2025-05-01T06:39:54.836" v="8" actId="1035"/>
      <pc:docMkLst>
        <pc:docMk/>
      </pc:docMkLst>
      <pc:sldChg chg="addSp delSp modSp mod">
        <pc:chgData name="Dominic Jones" userId="8a7bc671-a4ae-414f-b318-851f1451f1f7" providerId="ADAL" clId="{D4703233-CAB1-4673-BD11-F55890D9F47F}" dt="2025-05-01T06:39:54.836" v="8" actId="1035"/>
        <pc:sldMkLst>
          <pc:docMk/>
          <pc:sldMk cId="0" sldId="256"/>
        </pc:sldMkLst>
        <pc:spChg chg="del">
          <ac:chgData name="Dominic Jones" userId="8a7bc671-a4ae-414f-b318-851f1451f1f7" providerId="ADAL" clId="{D4703233-CAB1-4673-BD11-F55890D9F47F}" dt="2025-05-01T06:39:32.251" v="0" actId="47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Dominic Jones" userId="8a7bc671-a4ae-414f-b318-851f1451f1f7" providerId="ADAL" clId="{D4703233-CAB1-4673-BD11-F55890D9F47F}" dt="2025-05-01T06:39:54.836" v="8" actId="1035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Dominic Jones" userId="8a7bc671-a4ae-414f-b318-851f1451f1f7" providerId="ADAL" clId="{D4703233-CAB1-4673-BD11-F55890D9F47F}" dt="2025-05-01T06:39:45.175" v="3" actId="1076"/>
          <ac:spMkLst>
            <pc:docMk/>
            <pc:sldMk cId="0" sldId="256"/>
            <ac:spMk id="37" creationId="{EB324DDF-3A84-2A2F-48C6-F325328561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Melbourne\Energy\Analysis\analysis_cp_dj_2025\Output\Atlas\test_houshold_costs_no_petrol\test_houshold_costs_no_petrol_fullslide.pptx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1/05/2025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t>Projected energy costs to residential consumers, Victoria</a:t>
            </a:r>
          </a:p>
        </p:txBody>
      </p:sp>
      <p:grpSp>
        <p:nvGrpSpPr>
          <p:cNvPr id="3" name="Content Placeholder 3"/>
          <p:cNvGrpSpPr/>
          <p:nvPr/>
        </p:nvGrpSpPr>
        <p:grpSpPr>
          <a:xfrm>
            <a:off x="371475" y="1808162"/>
            <a:ext cx="11412538" cy="4284662"/>
            <a:chOff x="371475" y="1808162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174984" y="1899602"/>
              <a:ext cx="10499300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5"/>
            <p:cNvSpPr/>
            <p:nvPr/>
          </p:nvSpPr>
          <p:spPr>
            <a:xfrm>
              <a:off x="1174984" y="5491624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  <a:lnTo>
                    <a:pt x="1049930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1174984" y="4214444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  <a:lnTo>
                    <a:pt x="1049930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1174984" y="2937263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  <a:lnTo>
                    <a:pt x="1049930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1174984" y="1952687"/>
              <a:ext cx="8662009" cy="3538937"/>
            </a:xfrm>
            <a:custGeom>
              <a:avLst/>
              <a:gdLst/>
              <a:ahLst/>
              <a:cxnLst/>
              <a:rect l="0" t="0" r="0" b="0"/>
              <a:pathLst>
                <a:path w="8662009" h="3538937">
                  <a:moveTo>
                    <a:pt x="8644" y="0"/>
                  </a:moveTo>
                  <a:lnTo>
                    <a:pt x="17289" y="3162"/>
                  </a:lnTo>
                  <a:lnTo>
                    <a:pt x="960524" y="348172"/>
                  </a:lnTo>
                  <a:lnTo>
                    <a:pt x="969169" y="351334"/>
                  </a:lnTo>
                  <a:lnTo>
                    <a:pt x="977813" y="355612"/>
                  </a:lnTo>
                  <a:lnTo>
                    <a:pt x="1921048" y="822426"/>
                  </a:lnTo>
                  <a:lnTo>
                    <a:pt x="1929693" y="826704"/>
                  </a:lnTo>
                  <a:lnTo>
                    <a:pt x="1938338" y="828246"/>
                  </a:lnTo>
                  <a:lnTo>
                    <a:pt x="2881573" y="996429"/>
                  </a:lnTo>
                  <a:lnTo>
                    <a:pt x="2890218" y="997970"/>
                  </a:lnTo>
                  <a:lnTo>
                    <a:pt x="2898862" y="997853"/>
                  </a:lnTo>
                  <a:lnTo>
                    <a:pt x="3842097" y="985109"/>
                  </a:lnTo>
                  <a:lnTo>
                    <a:pt x="3850742" y="984992"/>
                  </a:lnTo>
                  <a:lnTo>
                    <a:pt x="3859387" y="986055"/>
                  </a:lnTo>
                  <a:lnTo>
                    <a:pt x="4802622" y="1102041"/>
                  </a:lnTo>
                  <a:lnTo>
                    <a:pt x="4811267" y="1103104"/>
                  </a:lnTo>
                  <a:lnTo>
                    <a:pt x="4819911" y="1104349"/>
                  </a:lnTo>
                  <a:lnTo>
                    <a:pt x="5763146" y="1240133"/>
                  </a:lnTo>
                  <a:lnTo>
                    <a:pt x="5771791" y="1241377"/>
                  </a:lnTo>
                  <a:lnTo>
                    <a:pt x="5780436" y="1242310"/>
                  </a:lnTo>
                  <a:lnTo>
                    <a:pt x="6723671" y="1344048"/>
                  </a:lnTo>
                  <a:lnTo>
                    <a:pt x="6732316" y="1344980"/>
                  </a:lnTo>
                  <a:lnTo>
                    <a:pt x="6740960" y="1345528"/>
                  </a:lnTo>
                  <a:lnTo>
                    <a:pt x="7684195" y="1405369"/>
                  </a:lnTo>
                  <a:lnTo>
                    <a:pt x="7692840" y="1405917"/>
                  </a:lnTo>
                  <a:lnTo>
                    <a:pt x="7701485" y="1405529"/>
                  </a:lnTo>
                  <a:lnTo>
                    <a:pt x="8644720" y="1363155"/>
                  </a:lnTo>
                  <a:lnTo>
                    <a:pt x="8653365" y="1362767"/>
                  </a:lnTo>
                  <a:lnTo>
                    <a:pt x="8662009" y="3538937"/>
                  </a:lnTo>
                  <a:lnTo>
                    <a:pt x="8653365" y="1762780"/>
                  </a:lnTo>
                  <a:lnTo>
                    <a:pt x="8644720" y="1762513"/>
                  </a:lnTo>
                  <a:lnTo>
                    <a:pt x="7701485" y="1733372"/>
                  </a:lnTo>
                  <a:lnTo>
                    <a:pt x="7692840" y="1733105"/>
                  </a:lnTo>
                  <a:lnTo>
                    <a:pt x="7684195" y="1732236"/>
                  </a:lnTo>
                  <a:lnTo>
                    <a:pt x="6740960" y="1637434"/>
                  </a:lnTo>
                  <a:lnTo>
                    <a:pt x="6732316" y="1636565"/>
                  </a:lnTo>
                  <a:lnTo>
                    <a:pt x="6723671" y="1635360"/>
                  </a:lnTo>
                  <a:lnTo>
                    <a:pt x="5780436" y="1503827"/>
                  </a:lnTo>
                  <a:lnTo>
                    <a:pt x="5771791" y="1502622"/>
                  </a:lnTo>
                  <a:lnTo>
                    <a:pt x="5763146" y="1501159"/>
                  </a:lnTo>
                  <a:lnTo>
                    <a:pt x="4819911" y="1341536"/>
                  </a:lnTo>
                  <a:lnTo>
                    <a:pt x="4811267" y="1340073"/>
                  </a:lnTo>
                  <a:lnTo>
                    <a:pt x="4802622" y="1338570"/>
                  </a:lnTo>
                  <a:lnTo>
                    <a:pt x="3859387" y="1174572"/>
                  </a:lnTo>
                  <a:lnTo>
                    <a:pt x="3850742" y="1173069"/>
                  </a:lnTo>
                  <a:lnTo>
                    <a:pt x="3842097" y="1172467"/>
                  </a:lnTo>
                  <a:lnTo>
                    <a:pt x="2898862" y="1106749"/>
                  </a:lnTo>
                  <a:lnTo>
                    <a:pt x="2890218" y="1106146"/>
                  </a:lnTo>
                  <a:lnTo>
                    <a:pt x="2881573" y="1104154"/>
                  </a:lnTo>
                  <a:lnTo>
                    <a:pt x="1938338" y="886769"/>
                  </a:lnTo>
                  <a:lnTo>
                    <a:pt x="1929693" y="884777"/>
                  </a:lnTo>
                  <a:lnTo>
                    <a:pt x="1921048" y="880216"/>
                  </a:lnTo>
                  <a:lnTo>
                    <a:pt x="977813" y="382656"/>
                  </a:lnTo>
                  <a:lnTo>
                    <a:pt x="969169" y="378096"/>
                  </a:lnTo>
                  <a:lnTo>
                    <a:pt x="960524" y="374733"/>
                  </a:lnTo>
                  <a:lnTo>
                    <a:pt x="17289" y="7826"/>
                  </a:lnTo>
                  <a:lnTo>
                    <a:pt x="8644" y="4464"/>
                  </a:lnTo>
                  <a:lnTo>
                    <a:pt x="0" y="3538937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1183628" y="1952687"/>
              <a:ext cx="8644720" cy="1405917"/>
            </a:xfrm>
            <a:custGeom>
              <a:avLst/>
              <a:gdLst/>
              <a:ahLst/>
              <a:cxnLst/>
              <a:rect l="0" t="0" r="0" b="0"/>
              <a:pathLst>
                <a:path w="8644720" h="1405917">
                  <a:moveTo>
                    <a:pt x="0" y="0"/>
                  </a:moveTo>
                  <a:lnTo>
                    <a:pt x="8644" y="3162"/>
                  </a:lnTo>
                  <a:lnTo>
                    <a:pt x="951879" y="348172"/>
                  </a:lnTo>
                  <a:lnTo>
                    <a:pt x="960524" y="351334"/>
                  </a:lnTo>
                  <a:lnTo>
                    <a:pt x="969169" y="355612"/>
                  </a:lnTo>
                  <a:lnTo>
                    <a:pt x="1912404" y="822426"/>
                  </a:lnTo>
                  <a:lnTo>
                    <a:pt x="1921048" y="826704"/>
                  </a:lnTo>
                  <a:lnTo>
                    <a:pt x="1929693" y="828246"/>
                  </a:lnTo>
                  <a:lnTo>
                    <a:pt x="2872928" y="996429"/>
                  </a:lnTo>
                  <a:lnTo>
                    <a:pt x="2881573" y="997970"/>
                  </a:lnTo>
                  <a:lnTo>
                    <a:pt x="2890218" y="997853"/>
                  </a:lnTo>
                  <a:lnTo>
                    <a:pt x="3833453" y="985109"/>
                  </a:lnTo>
                  <a:lnTo>
                    <a:pt x="3842097" y="984992"/>
                  </a:lnTo>
                  <a:lnTo>
                    <a:pt x="3850742" y="986055"/>
                  </a:lnTo>
                  <a:lnTo>
                    <a:pt x="4793977" y="1102041"/>
                  </a:lnTo>
                  <a:lnTo>
                    <a:pt x="4802622" y="1103104"/>
                  </a:lnTo>
                  <a:lnTo>
                    <a:pt x="4811267" y="1104349"/>
                  </a:lnTo>
                  <a:lnTo>
                    <a:pt x="5754502" y="1240133"/>
                  </a:lnTo>
                  <a:lnTo>
                    <a:pt x="5763146" y="1241377"/>
                  </a:lnTo>
                  <a:lnTo>
                    <a:pt x="5771791" y="1242310"/>
                  </a:lnTo>
                  <a:lnTo>
                    <a:pt x="6715026" y="1344048"/>
                  </a:lnTo>
                  <a:lnTo>
                    <a:pt x="6723671" y="1344980"/>
                  </a:lnTo>
                  <a:lnTo>
                    <a:pt x="6732316" y="1345528"/>
                  </a:lnTo>
                  <a:lnTo>
                    <a:pt x="7675551" y="1405369"/>
                  </a:lnTo>
                  <a:lnTo>
                    <a:pt x="7684195" y="1405917"/>
                  </a:lnTo>
                  <a:lnTo>
                    <a:pt x="7692840" y="1405529"/>
                  </a:lnTo>
                  <a:lnTo>
                    <a:pt x="8636075" y="1363155"/>
                  </a:lnTo>
                  <a:lnTo>
                    <a:pt x="8644720" y="1362767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1174984" y="1957151"/>
              <a:ext cx="8662009" cy="3534473"/>
            </a:xfrm>
            <a:custGeom>
              <a:avLst/>
              <a:gdLst/>
              <a:ahLst/>
              <a:cxnLst/>
              <a:rect l="0" t="0" r="0" b="0"/>
              <a:pathLst>
                <a:path w="8662009" h="3534473">
                  <a:moveTo>
                    <a:pt x="8644" y="0"/>
                  </a:moveTo>
                  <a:lnTo>
                    <a:pt x="17289" y="3362"/>
                  </a:lnTo>
                  <a:lnTo>
                    <a:pt x="960524" y="370269"/>
                  </a:lnTo>
                  <a:lnTo>
                    <a:pt x="969169" y="373631"/>
                  </a:lnTo>
                  <a:lnTo>
                    <a:pt x="977813" y="378192"/>
                  </a:lnTo>
                  <a:lnTo>
                    <a:pt x="1921048" y="875752"/>
                  </a:lnTo>
                  <a:lnTo>
                    <a:pt x="1929693" y="880312"/>
                  </a:lnTo>
                  <a:lnTo>
                    <a:pt x="1938338" y="882305"/>
                  </a:lnTo>
                  <a:lnTo>
                    <a:pt x="2881573" y="1099690"/>
                  </a:lnTo>
                  <a:lnTo>
                    <a:pt x="2890218" y="1101682"/>
                  </a:lnTo>
                  <a:lnTo>
                    <a:pt x="2898862" y="1102285"/>
                  </a:lnTo>
                  <a:lnTo>
                    <a:pt x="3842097" y="1168003"/>
                  </a:lnTo>
                  <a:lnTo>
                    <a:pt x="3850742" y="1168605"/>
                  </a:lnTo>
                  <a:lnTo>
                    <a:pt x="3859387" y="1170108"/>
                  </a:lnTo>
                  <a:lnTo>
                    <a:pt x="4802622" y="1334106"/>
                  </a:lnTo>
                  <a:lnTo>
                    <a:pt x="4811267" y="1335609"/>
                  </a:lnTo>
                  <a:lnTo>
                    <a:pt x="4819911" y="1337072"/>
                  </a:lnTo>
                  <a:lnTo>
                    <a:pt x="5763146" y="1496695"/>
                  </a:lnTo>
                  <a:lnTo>
                    <a:pt x="5771791" y="1498158"/>
                  </a:lnTo>
                  <a:lnTo>
                    <a:pt x="5780436" y="1499363"/>
                  </a:lnTo>
                  <a:lnTo>
                    <a:pt x="6723671" y="1630896"/>
                  </a:lnTo>
                  <a:lnTo>
                    <a:pt x="6732316" y="1632101"/>
                  </a:lnTo>
                  <a:lnTo>
                    <a:pt x="6740960" y="1632970"/>
                  </a:lnTo>
                  <a:lnTo>
                    <a:pt x="7684195" y="1727772"/>
                  </a:lnTo>
                  <a:lnTo>
                    <a:pt x="7692840" y="1728641"/>
                  </a:lnTo>
                  <a:lnTo>
                    <a:pt x="7701485" y="1728908"/>
                  </a:lnTo>
                  <a:lnTo>
                    <a:pt x="8644720" y="1758048"/>
                  </a:lnTo>
                  <a:lnTo>
                    <a:pt x="8653365" y="1758315"/>
                  </a:lnTo>
                  <a:lnTo>
                    <a:pt x="8662009" y="3534473"/>
                  </a:lnTo>
                  <a:lnTo>
                    <a:pt x="8653365" y="2238661"/>
                  </a:lnTo>
                  <a:lnTo>
                    <a:pt x="8644720" y="2238707"/>
                  </a:lnTo>
                  <a:lnTo>
                    <a:pt x="7701485" y="2243652"/>
                  </a:lnTo>
                  <a:lnTo>
                    <a:pt x="7692840" y="2243698"/>
                  </a:lnTo>
                  <a:lnTo>
                    <a:pt x="7684195" y="2243498"/>
                  </a:lnTo>
                  <a:lnTo>
                    <a:pt x="6740960" y="2221687"/>
                  </a:lnTo>
                  <a:lnTo>
                    <a:pt x="6732316" y="2221487"/>
                  </a:lnTo>
                  <a:lnTo>
                    <a:pt x="6723671" y="2221078"/>
                  </a:lnTo>
                  <a:lnTo>
                    <a:pt x="5780436" y="2176444"/>
                  </a:lnTo>
                  <a:lnTo>
                    <a:pt x="5771791" y="2176035"/>
                  </a:lnTo>
                  <a:lnTo>
                    <a:pt x="5763146" y="2175609"/>
                  </a:lnTo>
                  <a:lnTo>
                    <a:pt x="4819911" y="2129056"/>
                  </a:lnTo>
                  <a:lnTo>
                    <a:pt x="4811267" y="2128629"/>
                  </a:lnTo>
                  <a:lnTo>
                    <a:pt x="4802622" y="2128117"/>
                  </a:lnTo>
                  <a:lnTo>
                    <a:pt x="3859387" y="2072153"/>
                  </a:lnTo>
                  <a:lnTo>
                    <a:pt x="3850742" y="2071640"/>
                  </a:lnTo>
                  <a:lnTo>
                    <a:pt x="3842097" y="2071159"/>
                  </a:lnTo>
                  <a:lnTo>
                    <a:pt x="2898862" y="2018732"/>
                  </a:lnTo>
                  <a:lnTo>
                    <a:pt x="2890218" y="2018251"/>
                  </a:lnTo>
                  <a:lnTo>
                    <a:pt x="2881573" y="2017214"/>
                  </a:lnTo>
                  <a:lnTo>
                    <a:pt x="1938338" y="1903965"/>
                  </a:lnTo>
                  <a:lnTo>
                    <a:pt x="1929693" y="1902927"/>
                  </a:lnTo>
                  <a:lnTo>
                    <a:pt x="1921048" y="1900994"/>
                  </a:lnTo>
                  <a:lnTo>
                    <a:pt x="977813" y="1690109"/>
                  </a:lnTo>
                  <a:lnTo>
                    <a:pt x="969169" y="1688176"/>
                  </a:lnTo>
                  <a:lnTo>
                    <a:pt x="960524" y="1686474"/>
                  </a:lnTo>
                  <a:lnTo>
                    <a:pt x="17289" y="1500746"/>
                  </a:lnTo>
                  <a:lnTo>
                    <a:pt x="8644" y="1499043"/>
                  </a:lnTo>
                  <a:lnTo>
                    <a:pt x="0" y="3534473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1183628" y="1957151"/>
              <a:ext cx="8644720" cy="1758315"/>
            </a:xfrm>
            <a:custGeom>
              <a:avLst/>
              <a:gdLst/>
              <a:ahLst/>
              <a:cxnLst/>
              <a:rect l="0" t="0" r="0" b="0"/>
              <a:pathLst>
                <a:path w="8644720" h="1758315">
                  <a:moveTo>
                    <a:pt x="0" y="0"/>
                  </a:moveTo>
                  <a:lnTo>
                    <a:pt x="8644" y="3362"/>
                  </a:lnTo>
                  <a:lnTo>
                    <a:pt x="951879" y="370269"/>
                  </a:lnTo>
                  <a:lnTo>
                    <a:pt x="960524" y="373631"/>
                  </a:lnTo>
                  <a:lnTo>
                    <a:pt x="969169" y="378192"/>
                  </a:lnTo>
                  <a:lnTo>
                    <a:pt x="1912404" y="875752"/>
                  </a:lnTo>
                  <a:lnTo>
                    <a:pt x="1921048" y="880312"/>
                  </a:lnTo>
                  <a:lnTo>
                    <a:pt x="1929693" y="882305"/>
                  </a:lnTo>
                  <a:lnTo>
                    <a:pt x="2872928" y="1099690"/>
                  </a:lnTo>
                  <a:lnTo>
                    <a:pt x="2881573" y="1101682"/>
                  </a:lnTo>
                  <a:lnTo>
                    <a:pt x="2890218" y="1102285"/>
                  </a:lnTo>
                  <a:lnTo>
                    <a:pt x="3833453" y="1168003"/>
                  </a:lnTo>
                  <a:lnTo>
                    <a:pt x="3842097" y="1168605"/>
                  </a:lnTo>
                  <a:lnTo>
                    <a:pt x="3850742" y="1170108"/>
                  </a:lnTo>
                  <a:lnTo>
                    <a:pt x="4793977" y="1334106"/>
                  </a:lnTo>
                  <a:lnTo>
                    <a:pt x="4802622" y="1335609"/>
                  </a:lnTo>
                  <a:lnTo>
                    <a:pt x="4811267" y="1337072"/>
                  </a:lnTo>
                  <a:lnTo>
                    <a:pt x="5754502" y="1496695"/>
                  </a:lnTo>
                  <a:lnTo>
                    <a:pt x="5763146" y="1498158"/>
                  </a:lnTo>
                  <a:lnTo>
                    <a:pt x="5771791" y="1499363"/>
                  </a:lnTo>
                  <a:lnTo>
                    <a:pt x="6715026" y="1630896"/>
                  </a:lnTo>
                  <a:lnTo>
                    <a:pt x="6723671" y="1632101"/>
                  </a:lnTo>
                  <a:lnTo>
                    <a:pt x="6732316" y="1632970"/>
                  </a:lnTo>
                  <a:lnTo>
                    <a:pt x="7675551" y="1727772"/>
                  </a:lnTo>
                  <a:lnTo>
                    <a:pt x="7684195" y="1728641"/>
                  </a:lnTo>
                  <a:lnTo>
                    <a:pt x="7692840" y="1728908"/>
                  </a:lnTo>
                  <a:lnTo>
                    <a:pt x="8636075" y="1758048"/>
                  </a:lnTo>
                  <a:lnTo>
                    <a:pt x="8644720" y="175831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1174984" y="3456195"/>
              <a:ext cx="8662009" cy="2035429"/>
            </a:xfrm>
            <a:custGeom>
              <a:avLst/>
              <a:gdLst/>
              <a:ahLst/>
              <a:cxnLst/>
              <a:rect l="0" t="0" r="0" b="0"/>
              <a:pathLst>
                <a:path w="8662009" h="2035429">
                  <a:moveTo>
                    <a:pt x="8644" y="0"/>
                  </a:moveTo>
                  <a:lnTo>
                    <a:pt x="17289" y="1702"/>
                  </a:lnTo>
                  <a:lnTo>
                    <a:pt x="960524" y="187430"/>
                  </a:lnTo>
                  <a:lnTo>
                    <a:pt x="969169" y="189132"/>
                  </a:lnTo>
                  <a:lnTo>
                    <a:pt x="977813" y="191065"/>
                  </a:lnTo>
                  <a:lnTo>
                    <a:pt x="1921048" y="401950"/>
                  </a:lnTo>
                  <a:lnTo>
                    <a:pt x="1929693" y="403883"/>
                  </a:lnTo>
                  <a:lnTo>
                    <a:pt x="1938338" y="404921"/>
                  </a:lnTo>
                  <a:lnTo>
                    <a:pt x="2881573" y="518170"/>
                  </a:lnTo>
                  <a:lnTo>
                    <a:pt x="2890218" y="519208"/>
                  </a:lnTo>
                  <a:lnTo>
                    <a:pt x="2898862" y="519688"/>
                  </a:lnTo>
                  <a:lnTo>
                    <a:pt x="3842097" y="572116"/>
                  </a:lnTo>
                  <a:lnTo>
                    <a:pt x="3850742" y="572596"/>
                  </a:lnTo>
                  <a:lnTo>
                    <a:pt x="3859387" y="573109"/>
                  </a:lnTo>
                  <a:lnTo>
                    <a:pt x="4802622" y="629073"/>
                  </a:lnTo>
                  <a:lnTo>
                    <a:pt x="4811267" y="629586"/>
                  </a:lnTo>
                  <a:lnTo>
                    <a:pt x="4819911" y="630012"/>
                  </a:lnTo>
                  <a:lnTo>
                    <a:pt x="5763146" y="676565"/>
                  </a:lnTo>
                  <a:lnTo>
                    <a:pt x="5771791" y="676991"/>
                  </a:lnTo>
                  <a:lnTo>
                    <a:pt x="5780436" y="677401"/>
                  </a:lnTo>
                  <a:lnTo>
                    <a:pt x="6723671" y="722034"/>
                  </a:lnTo>
                  <a:lnTo>
                    <a:pt x="6732316" y="722444"/>
                  </a:lnTo>
                  <a:lnTo>
                    <a:pt x="6740960" y="722643"/>
                  </a:lnTo>
                  <a:lnTo>
                    <a:pt x="7684195" y="744454"/>
                  </a:lnTo>
                  <a:lnTo>
                    <a:pt x="7692840" y="744654"/>
                  </a:lnTo>
                  <a:lnTo>
                    <a:pt x="7701485" y="744608"/>
                  </a:lnTo>
                  <a:lnTo>
                    <a:pt x="8644720" y="739663"/>
                  </a:lnTo>
                  <a:lnTo>
                    <a:pt x="8653365" y="739617"/>
                  </a:lnTo>
                  <a:lnTo>
                    <a:pt x="8662009" y="2035429"/>
                  </a:lnTo>
                  <a:lnTo>
                    <a:pt x="8653365" y="1055476"/>
                  </a:lnTo>
                  <a:lnTo>
                    <a:pt x="8644720" y="1054960"/>
                  </a:lnTo>
                  <a:lnTo>
                    <a:pt x="7701485" y="998715"/>
                  </a:lnTo>
                  <a:lnTo>
                    <a:pt x="7692840" y="998200"/>
                  </a:lnTo>
                  <a:lnTo>
                    <a:pt x="7684195" y="997722"/>
                  </a:lnTo>
                  <a:lnTo>
                    <a:pt x="6740960" y="945579"/>
                  </a:lnTo>
                  <a:lnTo>
                    <a:pt x="6732316" y="945102"/>
                  </a:lnTo>
                  <a:lnTo>
                    <a:pt x="6723671" y="944452"/>
                  </a:lnTo>
                  <a:lnTo>
                    <a:pt x="5780436" y="873602"/>
                  </a:lnTo>
                  <a:lnTo>
                    <a:pt x="5771791" y="872952"/>
                  </a:lnTo>
                  <a:lnTo>
                    <a:pt x="5763146" y="872314"/>
                  </a:lnTo>
                  <a:lnTo>
                    <a:pt x="4819911" y="802722"/>
                  </a:lnTo>
                  <a:lnTo>
                    <a:pt x="4811267" y="802084"/>
                  </a:lnTo>
                  <a:lnTo>
                    <a:pt x="4802622" y="801330"/>
                  </a:lnTo>
                  <a:lnTo>
                    <a:pt x="3859387" y="719035"/>
                  </a:lnTo>
                  <a:lnTo>
                    <a:pt x="3850742" y="718281"/>
                  </a:lnTo>
                  <a:lnTo>
                    <a:pt x="3842097" y="717413"/>
                  </a:lnTo>
                  <a:lnTo>
                    <a:pt x="2898862" y="622735"/>
                  </a:lnTo>
                  <a:lnTo>
                    <a:pt x="2890218" y="621867"/>
                  </a:lnTo>
                  <a:lnTo>
                    <a:pt x="2881573" y="620562"/>
                  </a:lnTo>
                  <a:lnTo>
                    <a:pt x="1938338" y="478116"/>
                  </a:lnTo>
                  <a:lnTo>
                    <a:pt x="1929693" y="476811"/>
                  </a:lnTo>
                  <a:lnTo>
                    <a:pt x="1921048" y="474722"/>
                  </a:lnTo>
                  <a:lnTo>
                    <a:pt x="977813" y="246821"/>
                  </a:lnTo>
                  <a:lnTo>
                    <a:pt x="969169" y="244732"/>
                  </a:lnTo>
                  <a:lnTo>
                    <a:pt x="960524" y="242835"/>
                  </a:lnTo>
                  <a:lnTo>
                    <a:pt x="17289" y="35845"/>
                  </a:lnTo>
                  <a:lnTo>
                    <a:pt x="8644" y="33948"/>
                  </a:lnTo>
                  <a:lnTo>
                    <a:pt x="0" y="2035429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pl13"/>
            <p:cNvSpPr/>
            <p:nvPr/>
          </p:nvSpPr>
          <p:spPr>
            <a:xfrm>
              <a:off x="1183628" y="3456195"/>
              <a:ext cx="8644720" cy="744654"/>
            </a:xfrm>
            <a:custGeom>
              <a:avLst/>
              <a:gdLst/>
              <a:ahLst/>
              <a:cxnLst/>
              <a:rect l="0" t="0" r="0" b="0"/>
              <a:pathLst>
                <a:path w="8644720" h="744654">
                  <a:moveTo>
                    <a:pt x="0" y="0"/>
                  </a:moveTo>
                  <a:lnTo>
                    <a:pt x="8644" y="1702"/>
                  </a:lnTo>
                  <a:lnTo>
                    <a:pt x="951879" y="187430"/>
                  </a:lnTo>
                  <a:lnTo>
                    <a:pt x="960524" y="189132"/>
                  </a:lnTo>
                  <a:lnTo>
                    <a:pt x="969169" y="191065"/>
                  </a:lnTo>
                  <a:lnTo>
                    <a:pt x="1912404" y="401950"/>
                  </a:lnTo>
                  <a:lnTo>
                    <a:pt x="1921048" y="403883"/>
                  </a:lnTo>
                  <a:lnTo>
                    <a:pt x="1929693" y="404921"/>
                  </a:lnTo>
                  <a:lnTo>
                    <a:pt x="2872928" y="518170"/>
                  </a:lnTo>
                  <a:lnTo>
                    <a:pt x="2881573" y="519208"/>
                  </a:lnTo>
                  <a:lnTo>
                    <a:pt x="2890218" y="519688"/>
                  </a:lnTo>
                  <a:lnTo>
                    <a:pt x="3833453" y="572116"/>
                  </a:lnTo>
                  <a:lnTo>
                    <a:pt x="3842097" y="572596"/>
                  </a:lnTo>
                  <a:lnTo>
                    <a:pt x="3850742" y="573109"/>
                  </a:lnTo>
                  <a:lnTo>
                    <a:pt x="4793977" y="629073"/>
                  </a:lnTo>
                  <a:lnTo>
                    <a:pt x="4802622" y="629586"/>
                  </a:lnTo>
                  <a:lnTo>
                    <a:pt x="4811267" y="630012"/>
                  </a:lnTo>
                  <a:lnTo>
                    <a:pt x="5754502" y="676565"/>
                  </a:lnTo>
                  <a:lnTo>
                    <a:pt x="5763146" y="676991"/>
                  </a:lnTo>
                  <a:lnTo>
                    <a:pt x="5771791" y="677401"/>
                  </a:lnTo>
                  <a:lnTo>
                    <a:pt x="6715026" y="722034"/>
                  </a:lnTo>
                  <a:lnTo>
                    <a:pt x="6723671" y="722444"/>
                  </a:lnTo>
                  <a:lnTo>
                    <a:pt x="6732316" y="722643"/>
                  </a:lnTo>
                  <a:lnTo>
                    <a:pt x="7675551" y="744454"/>
                  </a:lnTo>
                  <a:lnTo>
                    <a:pt x="7684195" y="744654"/>
                  </a:lnTo>
                  <a:lnTo>
                    <a:pt x="7692840" y="744608"/>
                  </a:lnTo>
                  <a:lnTo>
                    <a:pt x="8636075" y="739663"/>
                  </a:lnTo>
                  <a:lnTo>
                    <a:pt x="8644720" y="739617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1174984" y="3490143"/>
              <a:ext cx="8662009" cy="2001480"/>
            </a:xfrm>
            <a:custGeom>
              <a:avLst/>
              <a:gdLst/>
              <a:ahLst/>
              <a:cxnLst/>
              <a:rect l="0" t="0" r="0" b="0"/>
              <a:pathLst>
                <a:path w="8662009" h="2001480">
                  <a:moveTo>
                    <a:pt x="8644" y="0"/>
                  </a:moveTo>
                  <a:lnTo>
                    <a:pt x="17289" y="1897"/>
                  </a:lnTo>
                  <a:lnTo>
                    <a:pt x="960524" y="208887"/>
                  </a:lnTo>
                  <a:lnTo>
                    <a:pt x="969169" y="210784"/>
                  </a:lnTo>
                  <a:lnTo>
                    <a:pt x="977813" y="212872"/>
                  </a:lnTo>
                  <a:lnTo>
                    <a:pt x="1921048" y="440774"/>
                  </a:lnTo>
                  <a:lnTo>
                    <a:pt x="1929693" y="442862"/>
                  </a:lnTo>
                  <a:lnTo>
                    <a:pt x="1938338" y="444168"/>
                  </a:lnTo>
                  <a:lnTo>
                    <a:pt x="2881573" y="586613"/>
                  </a:lnTo>
                  <a:lnTo>
                    <a:pt x="2890218" y="587919"/>
                  </a:lnTo>
                  <a:lnTo>
                    <a:pt x="2898862" y="588787"/>
                  </a:lnTo>
                  <a:lnTo>
                    <a:pt x="3842097" y="683465"/>
                  </a:lnTo>
                  <a:lnTo>
                    <a:pt x="3850742" y="684333"/>
                  </a:lnTo>
                  <a:lnTo>
                    <a:pt x="3859387" y="685087"/>
                  </a:lnTo>
                  <a:lnTo>
                    <a:pt x="4802622" y="767382"/>
                  </a:lnTo>
                  <a:lnTo>
                    <a:pt x="4811267" y="768136"/>
                  </a:lnTo>
                  <a:lnTo>
                    <a:pt x="4819911" y="768774"/>
                  </a:lnTo>
                  <a:lnTo>
                    <a:pt x="5763146" y="838366"/>
                  </a:lnTo>
                  <a:lnTo>
                    <a:pt x="5771791" y="839004"/>
                  </a:lnTo>
                  <a:lnTo>
                    <a:pt x="5780436" y="839653"/>
                  </a:lnTo>
                  <a:lnTo>
                    <a:pt x="6723671" y="910504"/>
                  </a:lnTo>
                  <a:lnTo>
                    <a:pt x="6732316" y="911153"/>
                  </a:lnTo>
                  <a:lnTo>
                    <a:pt x="6740960" y="911631"/>
                  </a:lnTo>
                  <a:lnTo>
                    <a:pt x="7684195" y="963774"/>
                  </a:lnTo>
                  <a:lnTo>
                    <a:pt x="7692840" y="964251"/>
                  </a:lnTo>
                  <a:lnTo>
                    <a:pt x="7701485" y="964767"/>
                  </a:lnTo>
                  <a:lnTo>
                    <a:pt x="8644720" y="1021012"/>
                  </a:lnTo>
                  <a:lnTo>
                    <a:pt x="8653365" y="1021527"/>
                  </a:lnTo>
                  <a:lnTo>
                    <a:pt x="8662009" y="2001480"/>
                  </a:lnTo>
                  <a:lnTo>
                    <a:pt x="8653365" y="2001480"/>
                  </a:lnTo>
                  <a:lnTo>
                    <a:pt x="8644720" y="2001480"/>
                  </a:lnTo>
                  <a:lnTo>
                    <a:pt x="7701485" y="2001480"/>
                  </a:lnTo>
                  <a:lnTo>
                    <a:pt x="7692840" y="2001480"/>
                  </a:lnTo>
                  <a:lnTo>
                    <a:pt x="7684195" y="2001480"/>
                  </a:lnTo>
                  <a:lnTo>
                    <a:pt x="6740960" y="2001480"/>
                  </a:lnTo>
                  <a:lnTo>
                    <a:pt x="6732316" y="2001480"/>
                  </a:lnTo>
                  <a:lnTo>
                    <a:pt x="6723671" y="2001480"/>
                  </a:lnTo>
                  <a:lnTo>
                    <a:pt x="5780436" y="2001480"/>
                  </a:lnTo>
                  <a:lnTo>
                    <a:pt x="5771791" y="2001480"/>
                  </a:lnTo>
                  <a:lnTo>
                    <a:pt x="5763146" y="2001480"/>
                  </a:lnTo>
                  <a:lnTo>
                    <a:pt x="4819911" y="2001480"/>
                  </a:lnTo>
                  <a:lnTo>
                    <a:pt x="4811267" y="2001480"/>
                  </a:lnTo>
                  <a:lnTo>
                    <a:pt x="4802622" y="2001480"/>
                  </a:lnTo>
                  <a:lnTo>
                    <a:pt x="3859387" y="2001480"/>
                  </a:lnTo>
                  <a:lnTo>
                    <a:pt x="3850742" y="2001480"/>
                  </a:lnTo>
                  <a:lnTo>
                    <a:pt x="3842097" y="2001480"/>
                  </a:lnTo>
                  <a:lnTo>
                    <a:pt x="2898862" y="2001480"/>
                  </a:lnTo>
                  <a:lnTo>
                    <a:pt x="2890218" y="2001480"/>
                  </a:lnTo>
                  <a:lnTo>
                    <a:pt x="2881573" y="2001480"/>
                  </a:lnTo>
                  <a:lnTo>
                    <a:pt x="1938338" y="2001480"/>
                  </a:lnTo>
                  <a:lnTo>
                    <a:pt x="1929693" y="2001480"/>
                  </a:lnTo>
                  <a:lnTo>
                    <a:pt x="1921048" y="2001480"/>
                  </a:lnTo>
                  <a:lnTo>
                    <a:pt x="977813" y="2001480"/>
                  </a:lnTo>
                  <a:lnTo>
                    <a:pt x="969169" y="2001480"/>
                  </a:lnTo>
                  <a:lnTo>
                    <a:pt x="960524" y="2001480"/>
                  </a:lnTo>
                  <a:lnTo>
                    <a:pt x="17289" y="2001480"/>
                  </a:lnTo>
                  <a:lnTo>
                    <a:pt x="8644" y="2001480"/>
                  </a:lnTo>
                  <a:lnTo>
                    <a:pt x="0" y="2001480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1183628" y="3490143"/>
              <a:ext cx="8644720" cy="1021527"/>
            </a:xfrm>
            <a:custGeom>
              <a:avLst/>
              <a:gdLst/>
              <a:ahLst/>
              <a:cxnLst/>
              <a:rect l="0" t="0" r="0" b="0"/>
              <a:pathLst>
                <a:path w="8644720" h="1021527">
                  <a:moveTo>
                    <a:pt x="0" y="0"/>
                  </a:moveTo>
                  <a:lnTo>
                    <a:pt x="8644" y="1897"/>
                  </a:lnTo>
                  <a:lnTo>
                    <a:pt x="951879" y="208887"/>
                  </a:lnTo>
                  <a:lnTo>
                    <a:pt x="960524" y="210784"/>
                  </a:lnTo>
                  <a:lnTo>
                    <a:pt x="969169" y="212872"/>
                  </a:lnTo>
                  <a:lnTo>
                    <a:pt x="1912404" y="440774"/>
                  </a:lnTo>
                  <a:lnTo>
                    <a:pt x="1921048" y="442862"/>
                  </a:lnTo>
                  <a:lnTo>
                    <a:pt x="1929693" y="444168"/>
                  </a:lnTo>
                  <a:lnTo>
                    <a:pt x="2872928" y="586613"/>
                  </a:lnTo>
                  <a:lnTo>
                    <a:pt x="2881573" y="587919"/>
                  </a:lnTo>
                  <a:lnTo>
                    <a:pt x="2890218" y="588787"/>
                  </a:lnTo>
                  <a:lnTo>
                    <a:pt x="3833453" y="683465"/>
                  </a:lnTo>
                  <a:lnTo>
                    <a:pt x="3842097" y="684333"/>
                  </a:lnTo>
                  <a:lnTo>
                    <a:pt x="3850742" y="685087"/>
                  </a:lnTo>
                  <a:lnTo>
                    <a:pt x="4793977" y="767382"/>
                  </a:lnTo>
                  <a:lnTo>
                    <a:pt x="4802622" y="768136"/>
                  </a:lnTo>
                  <a:lnTo>
                    <a:pt x="4811267" y="768774"/>
                  </a:lnTo>
                  <a:lnTo>
                    <a:pt x="5754502" y="838366"/>
                  </a:lnTo>
                  <a:lnTo>
                    <a:pt x="5763146" y="839004"/>
                  </a:lnTo>
                  <a:lnTo>
                    <a:pt x="5771791" y="839653"/>
                  </a:lnTo>
                  <a:lnTo>
                    <a:pt x="6715026" y="910504"/>
                  </a:lnTo>
                  <a:lnTo>
                    <a:pt x="6723671" y="911153"/>
                  </a:lnTo>
                  <a:lnTo>
                    <a:pt x="6732316" y="911631"/>
                  </a:lnTo>
                  <a:lnTo>
                    <a:pt x="7675551" y="963774"/>
                  </a:lnTo>
                  <a:lnTo>
                    <a:pt x="7684195" y="964251"/>
                  </a:lnTo>
                  <a:lnTo>
                    <a:pt x="7692840" y="964767"/>
                  </a:lnTo>
                  <a:lnTo>
                    <a:pt x="8636075" y="1021012"/>
                  </a:lnTo>
                  <a:lnTo>
                    <a:pt x="8644720" y="1021527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9924401" y="3385533"/>
              <a:ext cx="1414297" cy="259853"/>
            </a:xfrm>
            <a:custGeom>
              <a:avLst/>
              <a:gdLst/>
              <a:ahLst/>
              <a:cxnLst/>
              <a:rect l="0" t="0" r="0" b="0"/>
              <a:pathLst>
                <a:path w="1414297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84597" y="258229"/>
                  </a:lnTo>
                  <a:lnTo>
                    <a:pt x="1390789" y="255881"/>
                  </a:lnTo>
                  <a:lnTo>
                    <a:pt x="1396524" y="252570"/>
                  </a:lnTo>
                  <a:lnTo>
                    <a:pt x="1401653" y="248381"/>
                  </a:lnTo>
                  <a:lnTo>
                    <a:pt x="1406044" y="243425"/>
                  </a:lnTo>
                  <a:lnTo>
                    <a:pt x="1409584" y="237828"/>
                  </a:lnTo>
                  <a:lnTo>
                    <a:pt x="1412179" y="231736"/>
                  </a:lnTo>
                  <a:lnTo>
                    <a:pt x="1413764" y="225306"/>
                  </a:lnTo>
                  <a:lnTo>
                    <a:pt x="1414297" y="218705"/>
                  </a:lnTo>
                  <a:lnTo>
                    <a:pt x="1414297" y="41148"/>
                  </a:lnTo>
                  <a:lnTo>
                    <a:pt x="1413764" y="34547"/>
                  </a:lnTo>
                  <a:lnTo>
                    <a:pt x="1412179" y="28117"/>
                  </a:lnTo>
                  <a:lnTo>
                    <a:pt x="1409584" y="22025"/>
                  </a:lnTo>
                  <a:lnTo>
                    <a:pt x="1406044" y="16428"/>
                  </a:lnTo>
                  <a:lnTo>
                    <a:pt x="1401653" y="11471"/>
                  </a:lnTo>
                  <a:lnTo>
                    <a:pt x="1396524" y="7283"/>
                  </a:lnTo>
                  <a:lnTo>
                    <a:pt x="1390789" y="3972"/>
                  </a:lnTo>
                  <a:lnTo>
                    <a:pt x="1384597" y="1624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" name="tx17"/>
            <p:cNvSpPr/>
            <p:nvPr/>
          </p:nvSpPr>
          <p:spPr>
            <a:xfrm>
              <a:off x="9942689" y="3428173"/>
              <a:ext cx="1359433" cy="169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9924401" y="3825713"/>
              <a:ext cx="1185808" cy="259853"/>
            </a:xfrm>
            <a:custGeom>
              <a:avLst/>
              <a:gdLst/>
              <a:ahLst/>
              <a:cxnLst/>
              <a:rect l="0" t="0" r="0" b="0"/>
              <a:pathLst>
                <a:path w="1185808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556" y="243425"/>
                  </a:lnTo>
                  <a:lnTo>
                    <a:pt x="1181095" y="237828"/>
                  </a:lnTo>
                  <a:lnTo>
                    <a:pt x="1183691" y="231736"/>
                  </a:lnTo>
                  <a:lnTo>
                    <a:pt x="1185276" y="225306"/>
                  </a:lnTo>
                  <a:lnTo>
                    <a:pt x="1185808" y="218705"/>
                  </a:lnTo>
                  <a:lnTo>
                    <a:pt x="1185808" y="41148"/>
                  </a:lnTo>
                  <a:lnTo>
                    <a:pt x="1185276" y="34547"/>
                  </a:lnTo>
                  <a:lnTo>
                    <a:pt x="1183691" y="28117"/>
                  </a:lnTo>
                  <a:lnTo>
                    <a:pt x="1181095" y="22025"/>
                  </a:lnTo>
                  <a:lnTo>
                    <a:pt x="1177556" y="16428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" name="pg20"/>
            <p:cNvSpPr/>
            <p:nvPr/>
          </p:nvSpPr>
          <p:spPr>
            <a:xfrm>
              <a:off x="9924401" y="4223815"/>
              <a:ext cx="1554270" cy="259853"/>
            </a:xfrm>
            <a:custGeom>
              <a:avLst/>
              <a:gdLst/>
              <a:ahLst/>
              <a:cxnLst/>
              <a:rect l="0" t="0" r="0" b="0"/>
              <a:pathLst>
                <a:path w="1554270" h="259853">
                  <a:moveTo>
                    <a:pt x="41148" y="259853"/>
                  </a:moveTo>
                  <a:lnTo>
                    <a:pt x="1513122" y="259853"/>
                  </a:lnTo>
                  <a:lnTo>
                    <a:pt x="1511465" y="259820"/>
                  </a:lnTo>
                  <a:lnTo>
                    <a:pt x="1518081" y="259553"/>
                  </a:lnTo>
                  <a:lnTo>
                    <a:pt x="1524570" y="258229"/>
                  </a:lnTo>
                  <a:lnTo>
                    <a:pt x="1530761" y="255881"/>
                  </a:lnTo>
                  <a:lnTo>
                    <a:pt x="1536496" y="252570"/>
                  </a:lnTo>
                  <a:lnTo>
                    <a:pt x="1541626" y="248381"/>
                  </a:lnTo>
                  <a:lnTo>
                    <a:pt x="1546017" y="243425"/>
                  </a:lnTo>
                  <a:lnTo>
                    <a:pt x="1549556" y="237828"/>
                  </a:lnTo>
                  <a:lnTo>
                    <a:pt x="1552152" y="231736"/>
                  </a:lnTo>
                  <a:lnTo>
                    <a:pt x="1553737" y="225306"/>
                  </a:lnTo>
                  <a:lnTo>
                    <a:pt x="1554270" y="218705"/>
                  </a:lnTo>
                  <a:lnTo>
                    <a:pt x="1554270" y="41148"/>
                  </a:lnTo>
                  <a:lnTo>
                    <a:pt x="1553737" y="34547"/>
                  </a:lnTo>
                  <a:lnTo>
                    <a:pt x="1552152" y="28117"/>
                  </a:lnTo>
                  <a:lnTo>
                    <a:pt x="1549556" y="22025"/>
                  </a:lnTo>
                  <a:lnTo>
                    <a:pt x="1546017" y="16428"/>
                  </a:lnTo>
                  <a:lnTo>
                    <a:pt x="1541626" y="11471"/>
                  </a:lnTo>
                  <a:lnTo>
                    <a:pt x="1536496" y="7283"/>
                  </a:lnTo>
                  <a:lnTo>
                    <a:pt x="1530761" y="3972"/>
                  </a:lnTo>
                  <a:lnTo>
                    <a:pt x="1524570" y="1624"/>
                  </a:lnTo>
                  <a:lnTo>
                    <a:pt x="1518081" y="300"/>
                  </a:lnTo>
                  <a:lnTo>
                    <a:pt x="15131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" name="tx21"/>
            <p:cNvSpPr/>
            <p:nvPr/>
          </p:nvSpPr>
          <p:spPr>
            <a:xfrm>
              <a:off x="9942689" y="4340555"/>
              <a:ext cx="1499406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3" name="pg22"/>
            <p:cNvSpPr/>
            <p:nvPr/>
          </p:nvSpPr>
          <p:spPr>
            <a:xfrm>
              <a:off x="9924401" y="4871720"/>
              <a:ext cx="474112" cy="259853"/>
            </a:xfrm>
            <a:custGeom>
              <a:avLst/>
              <a:gdLst/>
              <a:ahLst/>
              <a:cxnLst/>
              <a:rect l="0" t="0" r="0" b="0"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9942689" y="4914248"/>
              <a:ext cx="419248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18225" y="5371185"/>
              <a:ext cx="254272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73303" y="4085186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$1,000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73303" y="2808006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1174984" y="5491624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8"/>
            <p:cNvSpPr/>
            <p:nvPr/>
          </p:nvSpPr>
          <p:spPr>
            <a:xfrm>
              <a:off x="1183628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29"/>
            <p:cNvSpPr/>
            <p:nvPr/>
          </p:nvSpPr>
          <p:spPr>
            <a:xfrm>
              <a:off x="598625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9828349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x31"/>
            <p:cNvSpPr/>
            <p:nvPr/>
          </p:nvSpPr>
          <p:spPr>
            <a:xfrm>
              <a:off x="929355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731978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574076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t>Overall consumer energy costs will decline as prices ease and electrification increases</a:t>
            </a:r>
          </a:p>
        </p:txBody>
      </p:sp>
      <p:sp>
        <p:nvSpPr>
          <p:cNvPr id="36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37" name="tx22">
            <a:extLst>
              <a:ext uri="{FF2B5EF4-FFF2-40B4-BE49-F238E27FC236}">
                <a16:creationId xmlns:a16="http://schemas.microsoft.com/office/drawing/2014/main" id="{EB324DDF-3A84-2A2F-48C6-F325328561C5}"/>
              </a:ext>
            </a:extLst>
          </p:cNvPr>
          <p:cNvSpPr/>
          <p:nvPr/>
        </p:nvSpPr>
        <p:spPr>
          <a:xfrm>
            <a:off x="9836993" y="3748094"/>
            <a:ext cx="1893875" cy="461665"/>
          </a:xfrm>
          <a:prstGeom prst="rect">
            <a:avLst/>
          </a:prstGeom>
          <a:noFill/>
        </p:spPr>
        <p:txBody>
          <a:bodyPr wrap="square" lIns="0" tIns="0" rIns="0" bIns="0" anchor="ctr" anchorCtr="1">
            <a:spAutoFit/>
          </a:bodyPr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solidFill>
                  <a:srgbClr val="EF7900">
                    <a:alpha val="100000"/>
                  </a:srgbClr>
                </a:solidFill>
                <a:latin typeface="Arial"/>
                <a:cs typeface="Arial"/>
              </a:rPr>
              <a:t>Other r</a:t>
            </a:r>
            <a:r>
              <a:rPr sz="1800" dirty="0" err="1">
                <a:solidFill>
                  <a:srgbClr val="EF7900">
                    <a:alpha val="100000"/>
                  </a:srgbClr>
                </a:solidFill>
                <a:latin typeface="Arial"/>
                <a:cs typeface="Arial"/>
              </a:rPr>
              <a:t>esidential</a:t>
            </a:r>
            <a:r>
              <a:rPr lang="en-AU" sz="1800" dirty="0">
                <a:solidFill>
                  <a:srgbClr val="EF7900">
                    <a:alpha val="100000"/>
                  </a:srgbClr>
                </a:solidFill>
                <a:latin typeface="Arial"/>
                <a:cs typeface="Arial"/>
              </a:rPr>
              <a:t> electricity</a:t>
            </a:r>
            <a:endParaRPr sz="1800" dirty="0">
              <a:solidFill>
                <a:srgbClr val="EF7900">
                  <a:alpha val="100000"/>
                </a:srgb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9056</TotalTime>
  <Words>135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Overall consumer energy costs will decline as prices ease and electrification increases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271</cp:revision>
  <dcterms:created xsi:type="dcterms:W3CDTF">2022-05-20T01:54:03Z</dcterms:created>
  <dcterms:modified xsi:type="dcterms:W3CDTF">2025-05-01T06:40:05Z</dcterms:modified>
</cp:coreProperties>
</file>