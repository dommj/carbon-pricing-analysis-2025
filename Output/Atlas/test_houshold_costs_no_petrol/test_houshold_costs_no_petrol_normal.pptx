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Melbourne/Energy/Analysis/analysis_cp_dj_2025/R/calculate_average_household_costs.R
Powerpoint file location: C:\Users\domijones\OneDrive - The University of Melbourne\Energy\Analysis\analysis_cp_dj_2025\Output\Atlas\test_houshold_costs_no_petrol\test_houshold_costs_no_petrol_normal.pptx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Projected energy costs to residential consumers, Victoria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803509" y="91439"/>
              <a:ext cx="7064362" cy="4527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803509" y="46187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803509" y="300904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803509" y="1399300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  <a:lnTo>
                    <a:pt x="706436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8"/>
            <p:cNvSpPr/>
            <p:nvPr/>
          </p:nvSpPr>
          <p:spPr>
            <a:xfrm>
              <a:off x="803509" y="158346"/>
              <a:ext cx="5828157" cy="4460452"/>
            </a:xfrm>
            <a:custGeom>
              <a:avLst/>
              <a:pathLst>
                <a:path w="5828157" h="4460452">
                  <a:moveTo>
                    <a:pt x="5816" y="0"/>
                  </a:moveTo>
                  <a:lnTo>
                    <a:pt x="11633" y="3985"/>
                  </a:lnTo>
                  <a:lnTo>
                    <a:pt x="646280" y="438834"/>
                  </a:lnTo>
                  <a:lnTo>
                    <a:pt x="652097" y="442819"/>
                  </a:lnTo>
                  <a:lnTo>
                    <a:pt x="657913" y="448212"/>
                  </a:lnTo>
                  <a:lnTo>
                    <a:pt x="1292561" y="1036580"/>
                  </a:lnTo>
                  <a:lnTo>
                    <a:pt x="1298377" y="1041973"/>
                  </a:lnTo>
                  <a:lnTo>
                    <a:pt x="1304194" y="1043915"/>
                  </a:lnTo>
                  <a:lnTo>
                    <a:pt x="1938841" y="1255892"/>
                  </a:lnTo>
                  <a:lnTo>
                    <a:pt x="1944658" y="1257835"/>
                  </a:lnTo>
                  <a:lnTo>
                    <a:pt x="1950474" y="1257688"/>
                  </a:lnTo>
                  <a:lnTo>
                    <a:pt x="2585122" y="1241624"/>
                  </a:lnTo>
                  <a:lnTo>
                    <a:pt x="2590938" y="1241477"/>
                  </a:lnTo>
                  <a:lnTo>
                    <a:pt x="2596755" y="1242817"/>
                  </a:lnTo>
                  <a:lnTo>
                    <a:pt x="3231402" y="1389005"/>
                  </a:lnTo>
                  <a:lnTo>
                    <a:pt x="3237219" y="1390345"/>
                  </a:lnTo>
                  <a:lnTo>
                    <a:pt x="3243035" y="1391914"/>
                  </a:lnTo>
                  <a:lnTo>
                    <a:pt x="3877683" y="1563055"/>
                  </a:lnTo>
                  <a:lnTo>
                    <a:pt x="3883499" y="1564624"/>
                  </a:lnTo>
                  <a:lnTo>
                    <a:pt x="3889316" y="1565799"/>
                  </a:lnTo>
                  <a:lnTo>
                    <a:pt x="4523963" y="1694029"/>
                  </a:lnTo>
                  <a:lnTo>
                    <a:pt x="4529780" y="1695204"/>
                  </a:lnTo>
                  <a:lnTo>
                    <a:pt x="4535596" y="1695895"/>
                  </a:lnTo>
                  <a:lnTo>
                    <a:pt x="5170244" y="1771317"/>
                  </a:lnTo>
                  <a:lnTo>
                    <a:pt x="5176060" y="1772009"/>
                  </a:lnTo>
                  <a:lnTo>
                    <a:pt x="5181877" y="1771519"/>
                  </a:lnTo>
                  <a:lnTo>
                    <a:pt x="5816524" y="1718112"/>
                  </a:lnTo>
                  <a:lnTo>
                    <a:pt x="5822341" y="1717623"/>
                  </a:lnTo>
                  <a:lnTo>
                    <a:pt x="5828157" y="4460452"/>
                  </a:lnTo>
                  <a:lnTo>
                    <a:pt x="5822341" y="2221796"/>
                  </a:lnTo>
                  <a:lnTo>
                    <a:pt x="5816524" y="2221459"/>
                  </a:lnTo>
                  <a:lnTo>
                    <a:pt x="5181877" y="2184731"/>
                  </a:lnTo>
                  <a:lnTo>
                    <a:pt x="5176060" y="2184394"/>
                  </a:lnTo>
                  <a:lnTo>
                    <a:pt x="5170244" y="2183299"/>
                  </a:lnTo>
                  <a:lnTo>
                    <a:pt x="4535596" y="2063811"/>
                  </a:lnTo>
                  <a:lnTo>
                    <a:pt x="4529780" y="2062716"/>
                  </a:lnTo>
                  <a:lnTo>
                    <a:pt x="4523963" y="2061197"/>
                  </a:lnTo>
                  <a:lnTo>
                    <a:pt x="3889316" y="1895414"/>
                  </a:lnTo>
                  <a:lnTo>
                    <a:pt x="3883499" y="1893894"/>
                  </a:lnTo>
                  <a:lnTo>
                    <a:pt x="3877683" y="1892050"/>
                  </a:lnTo>
                  <a:lnTo>
                    <a:pt x="3243035" y="1690863"/>
                  </a:lnTo>
                  <a:lnTo>
                    <a:pt x="3237219" y="1689019"/>
                  </a:lnTo>
                  <a:lnTo>
                    <a:pt x="3231402" y="1687125"/>
                  </a:lnTo>
                  <a:lnTo>
                    <a:pt x="2596755" y="1480423"/>
                  </a:lnTo>
                  <a:lnTo>
                    <a:pt x="2590938" y="1478529"/>
                  </a:lnTo>
                  <a:lnTo>
                    <a:pt x="2585122" y="1477770"/>
                  </a:lnTo>
                  <a:lnTo>
                    <a:pt x="1950474" y="1394939"/>
                  </a:lnTo>
                  <a:lnTo>
                    <a:pt x="1944658" y="1394180"/>
                  </a:lnTo>
                  <a:lnTo>
                    <a:pt x="1938841" y="1391668"/>
                  </a:lnTo>
                  <a:lnTo>
                    <a:pt x="1304194" y="1117678"/>
                  </a:lnTo>
                  <a:lnTo>
                    <a:pt x="1298377" y="1115167"/>
                  </a:lnTo>
                  <a:lnTo>
                    <a:pt x="1292561" y="1109419"/>
                  </a:lnTo>
                  <a:lnTo>
                    <a:pt x="657913" y="482297"/>
                  </a:lnTo>
                  <a:lnTo>
                    <a:pt x="652097" y="476549"/>
                  </a:lnTo>
                  <a:lnTo>
                    <a:pt x="646280" y="472311"/>
                  </a:lnTo>
                  <a:lnTo>
                    <a:pt x="11633" y="9864"/>
                  </a:lnTo>
                  <a:lnTo>
                    <a:pt x="5816" y="5626"/>
                  </a:lnTo>
                  <a:lnTo>
                    <a:pt x="0" y="4460452"/>
                  </a:lnTo>
                  <a:close/>
                </a:path>
              </a:pathLst>
            </a:cu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809325" y="158346"/>
              <a:ext cx="5816524" cy="1772009"/>
            </a:xfrm>
            <a:custGeom>
              <a:avLst/>
              <a:pathLst>
                <a:path w="5816524" h="1772009">
                  <a:moveTo>
                    <a:pt x="0" y="0"/>
                  </a:moveTo>
                  <a:lnTo>
                    <a:pt x="5816" y="3985"/>
                  </a:lnTo>
                  <a:lnTo>
                    <a:pt x="640463" y="438834"/>
                  </a:lnTo>
                  <a:lnTo>
                    <a:pt x="646280" y="442819"/>
                  </a:lnTo>
                  <a:lnTo>
                    <a:pt x="652097" y="448212"/>
                  </a:lnTo>
                  <a:lnTo>
                    <a:pt x="1286744" y="1036580"/>
                  </a:lnTo>
                  <a:lnTo>
                    <a:pt x="1292561" y="1041973"/>
                  </a:lnTo>
                  <a:lnTo>
                    <a:pt x="1298377" y="1043915"/>
                  </a:lnTo>
                  <a:lnTo>
                    <a:pt x="1933025" y="1255892"/>
                  </a:lnTo>
                  <a:lnTo>
                    <a:pt x="1938841" y="1257835"/>
                  </a:lnTo>
                  <a:lnTo>
                    <a:pt x="1944658" y="1257688"/>
                  </a:lnTo>
                  <a:lnTo>
                    <a:pt x="2579305" y="1241624"/>
                  </a:lnTo>
                  <a:lnTo>
                    <a:pt x="2585122" y="1241477"/>
                  </a:lnTo>
                  <a:lnTo>
                    <a:pt x="2590938" y="1242817"/>
                  </a:lnTo>
                  <a:lnTo>
                    <a:pt x="3225586" y="1389005"/>
                  </a:lnTo>
                  <a:lnTo>
                    <a:pt x="3231402" y="1390345"/>
                  </a:lnTo>
                  <a:lnTo>
                    <a:pt x="3237219" y="1391914"/>
                  </a:lnTo>
                  <a:lnTo>
                    <a:pt x="3871866" y="1563055"/>
                  </a:lnTo>
                  <a:lnTo>
                    <a:pt x="3877683" y="1564624"/>
                  </a:lnTo>
                  <a:lnTo>
                    <a:pt x="3883499" y="1565799"/>
                  </a:lnTo>
                  <a:lnTo>
                    <a:pt x="4518147" y="1694029"/>
                  </a:lnTo>
                  <a:lnTo>
                    <a:pt x="4523963" y="1695204"/>
                  </a:lnTo>
                  <a:lnTo>
                    <a:pt x="4529780" y="1695895"/>
                  </a:lnTo>
                  <a:lnTo>
                    <a:pt x="5164427" y="1771317"/>
                  </a:lnTo>
                  <a:lnTo>
                    <a:pt x="5170244" y="1772009"/>
                  </a:lnTo>
                  <a:lnTo>
                    <a:pt x="5176060" y="1771519"/>
                  </a:lnTo>
                  <a:lnTo>
                    <a:pt x="5810708" y="1718112"/>
                  </a:lnTo>
                  <a:lnTo>
                    <a:pt x="5816524" y="1717623"/>
                  </a:lnTo>
                </a:path>
              </a:pathLst>
            </a:custGeom>
            <a:ln w="13550" cap="flat">
              <a:solidFill>
                <a:srgbClr val="F5B50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0"/>
            <p:cNvSpPr/>
            <p:nvPr/>
          </p:nvSpPr>
          <p:spPr>
            <a:xfrm>
              <a:off x="803509" y="163973"/>
              <a:ext cx="5828157" cy="4454825"/>
            </a:xfrm>
            <a:custGeom>
              <a:avLst/>
              <a:pathLst>
                <a:path w="5828157" h="4454825">
                  <a:moveTo>
                    <a:pt x="5816" y="0"/>
                  </a:moveTo>
                  <a:lnTo>
                    <a:pt x="11633" y="4238"/>
                  </a:lnTo>
                  <a:lnTo>
                    <a:pt x="646280" y="466684"/>
                  </a:lnTo>
                  <a:lnTo>
                    <a:pt x="652097" y="470923"/>
                  </a:lnTo>
                  <a:lnTo>
                    <a:pt x="657913" y="476670"/>
                  </a:lnTo>
                  <a:lnTo>
                    <a:pt x="1292561" y="1103792"/>
                  </a:lnTo>
                  <a:lnTo>
                    <a:pt x="1298377" y="1109540"/>
                  </a:lnTo>
                  <a:lnTo>
                    <a:pt x="1304194" y="1112051"/>
                  </a:lnTo>
                  <a:lnTo>
                    <a:pt x="1938841" y="1386042"/>
                  </a:lnTo>
                  <a:lnTo>
                    <a:pt x="1944658" y="1388553"/>
                  </a:lnTo>
                  <a:lnTo>
                    <a:pt x="1950474" y="1389312"/>
                  </a:lnTo>
                  <a:lnTo>
                    <a:pt x="2585122" y="1472143"/>
                  </a:lnTo>
                  <a:lnTo>
                    <a:pt x="2590938" y="1472902"/>
                  </a:lnTo>
                  <a:lnTo>
                    <a:pt x="2596755" y="1474796"/>
                  </a:lnTo>
                  <a:lnTo>
                    <a:pt x="3231402" y="1681498"/>
                  </a:lnTo>
                  <a:lnTo>
                    <a:pt x="3237219" y="1683392"/>
                  </a:lnTo>
                  <a:lnTo>
                    <a:pt x="3243035" y="1685236"/>
                  </a:lnTo>
                  <a:lnTo>
                    <a:pt x="3877683" y="1886424"/>
                  </a:lnTo>
                  <a:lnTo>
                    <a:pt x="3883499" y="1888268"/>
                  </a:lnTo>
                  <a:lnTo>
                    <a:pt x="3889316" y="1889787"/>
                  </a:lnTo>
                  <a:lnTo>
                    <a:pt x="4523963" y="2055570"/>
                  </a:lnTo>
                  <a:lnTo>
                    <a:pt x="4529780" y="2057089"/>
                  </a:lnTo>
                  <a:lnTo>
                    <a:pt x="4535596" y="2058185"/>
                  </a:lnTo>
                  <a:lnTo>
                    <a:pt x="5170244" y="2177672"/>
                  </a:lnTo>
                  <a:lnTo>
                    <a:pt x="5176060" y="2178767"/>
                  </a:lnTo>
                  <a:lnTo>
                    <a:pt x="5181877" y="2179104"/>
                  </a:lnTo>
                  <a:lnTo>
                    <a:pt x="5816524" y="2215832"/>
                  </a:lnTo>
                  <a:lnTo>
                    <a:pt x="5822341" y="2216169"/>
                  </a:lnTo>
                  <a:lnTo>
                    <a:pt x="5828157" y="4454825"/>
                  </a:lnTo>
                  <a:lnTo>
                    <a:pt x="5822341" y="2821594"/>
                  </a:lnTo>
                  <a:lnTo>
                    <a:pt x="5816524" y="2821651"/>
                  </a:lnTo>
                  <a:lnTo>
                    <a:pt x="5181877" y="2827884"/>
                  </a:lnTo>
                  <a:lnTo>
                    <a:pt x="5176060" y="2827941"/>
                  </a:lnTo>
                  <a:lnTo>
                    <a:pt x="5170244" y="2827689"/>
                  </a:lnTo>
                  <a:lnTo>
                    <a:pt x="4535596" y="2800200"/>
                  </a:lnTo>
                  <a:lnTo>
                    <a:pt x="4529780" y="2799948"/>
                  </a:lnTo>
                  <a:lnTo>
                    <a:pt x="4523963" y="2799432"/>
                  </a:lnTo>
                  <a:lnTo>
                    <a:pt x="3889316" y="2743176"/>
                  </a:lnTo>
                  <a:lnTo>
                    <a:pt x="3883499" y="2742660"/>
                  </a:lnTo>
                  <a:lnTo>
                    <a:pt x="3877683" y="2742123"/>
                  </a:lnTo>
                  <a:lnTo>
                    <a:pt x="3243035" y="2683448"/>
                  </a:lnTo>
                  <a:lnTo>
                    <a:pt x="3237219" y="2682910"/>
                  </a:lnTo>
                  <a:lnTo>
                    <a:pt x="3231402" y="2682264"/>
                  </a:lnTo>
                  <a:lnTo>
                    <a:pt x="2596755" y="2611728"/>
                  </a:lnTo>
                  <a:lnTo>
                    <a:pt x="2590938" y="2611081"/>
                  </a:lnTo>
                  <a:lnTo>
                    <a:pt x="2585122" y="2610475"/>
                  </a:lnTo>
                  <a:lnTo>
                    <a:pt x="1950474" y="2544396"/>
                  </a:lnTo>
                  <a:lnTo>
                    <a:pt x="1944658" y="2543791"/>
                  </a:lnTo>
                  <a:lnTo>
                    <a:pt x="1938841" y="2542482"/>
                  </a:lnTo>
                  <a:lnTo>
                    <a:pt x="1304194" y="2399744"/>
                  </a:lnTo>
                  <a:lnTo>
                    <a:pt x="1298377" y="2398436"/>
                  </a:lnTo>
                  <a:lnTo>
                    <a:pt x="1292561" y="2396000"/>
                  </a:lnTo>
                  <a:lnTo>
                    <a:pt x="657913" y="2130201"/>
                  </a:lnTo>
                  <a:lnTo>
                    <a:pt x="652097" y="2127765"/>
                  </a:lnTo>
                  <a:lnTo>
                    <a:pt x="646280" y="2125620"/>
                  </a:lnTo>
                  <a:lnTo>
                    <a:pt x="11633" y="1891530"/>
                  </a:lnTo>
                  <a:lnTo>
                    <a:pt x="5816" y="1889384"/>
                  </a:lnTo>
                  <a:lnTo>
                    <a:pt x="0" y="4454825"/>
                  </a:lnTo>
                  <a:close/>
                </a:path>
              </a:pathLst>
            </a:cu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809325" y="163973"/>
              <a:ext cx="5816524" cy="2216169"/>
            </a:xfrm>
            <a:custGeom>
              <a:avLst/>
              <a:pathLst>
                <a:path w="5816524" h="2216169">
                  <a:moveTo>
                    <a:pt x="0" y="0"/>
                  </a:moveTo>
                  <a:lnTo>
                    <a:pt x="5816" y="4238"/>
                  </a:lnTo>
                  <a:lnTo>
                    <a:pt x="640463" y="466684"/>
                  </a:lnTo>
                  <a:lnTo>
                    <a:pt x="646280" y="470923"/>
                  </a:lnTo>
                  <a:lnTo>
                    <a:pt x="652097" y="476670"/>
                  </a:lnTo>
                  <a:lnTo>
                    <a:pt x="1286744" y="1103792"/>
                  </a:lnTo>
                  <a:lnTo>
                    <a:pt x="1292561" y="1109540"/>
                  </a:lnTo>
                  <a:lnTo>
                    <a:pt x="1298377" y="1112051"/>
                  </a:lnTo>
                  <a:lnTo>
                    <a:pt x="1933025" y="1386042"/>
                  </a:lnTo>
                  <a:lnTo>
                    <a:pt x="1938841" y="1388553"/>
                  </a:lnTo>
                  <a:lnTo>
                    <a:pt x="1944658" y="1389312"/>
                  </a:lnTo>
                  <a:lnTo>
                    <a:pt x="2579305" y="1472143"/>
                  </a:lnTo>
                  <a:lnTo>
                    <a:pt x="2585122" y="1472902"/>
                  </a:lnTo>
                  <a:lnTo>
                    <a:pt x="2590938" y="1474796"/>
                  </a:lnTo>
                  <a:lnTo>
                    <a:pt x="3225586" y="1681498"/>
                  </a:lnTo>
                  <a:lnTo>
                    <a:pt x="3231402" y="1683392"/>
                  </a:lnTo>
                  <a:lnTo>
                    <a:pt x="3237219" y="1685236"/>
                  </a:lnTo>
                  <a:lnTo>
                    <a:pt x="3871866" y="1886424"/>
                  </a:lnTo>
                  <a:lnTo>
                    <a:pt x="3877683" y="1888268"/>
                  </a:lnTo>
                  <a:lnTo>
                    <a:pt x="3883499" y="1889787"/>
                  </a:lnTo>
                  <a:lnTo>
                    <a:pt x="4518147" y="2055570"/>
                  </a:lnTo>
                  <a:lnTo>
                    <a:pt x="4523963" y="2057089"/>
                  </a:lnTo>
                  <a:lnTo>
                    <a:pt x="4529780" y="2058185"/>
                  </a:lnTo>
                  <a:lnTo>
                    <a:pt x="5164427" y="2177672"/>
                  </a:lnTo>
                  <a:lnTo>
                    <a:pt x="5170244" y="2178767"/>
                  </a:lnTo>
                  <a:lnTo>
                    <a:pt x="5176060" y="2179104"/>
                  </a:lnTo>
                  <a:lnTo>
                    <a:pt x="5810708" y="2215832"/>
                  </a:lnTo>
                  <a:lnTo>
                    <a:pt x="5816524" y="2216169"/>
                  </a:lnTo>
                </a:path>
              </a:pathLst>
            </a:custGeom>
            <a:ln w="13550" cap="flat">
              <a:solidFill>
                <a:srgbClr val="EF79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2"/>
            <p:cNvSpPr/>
            <p:nvPr/>
          </p:nvSpPr>
          <p:spPr>
            <a:xfrm>
              <a:off x="803509" y="2053358"/>
              <a:ext cx="5828157" cy="2565441"/>
            </a:xfrm>
            <a:custGeom>
              <a:avLst/>
              <a:pathLst>
                <a:path w="5828157" h="2565441">
                  <a:moveTo>
                    <a:pt x="5816" y="0"/>
                  </a:moveTo>
                  <a:lnTo>
                    <a:pt x="11633" y="2145"/>
                  </a:lnTo>
                  <a:lnTo>
                    <a:pt x="646280" y="236235"/>
                  </a:lnTo>
                  <a:lnTo>
                    <a:pt x="652097" y="238381"/>
                  </a:lnTo>
                  <a:lnTo>
                    <a:pt x="657913" y="240817"/>
                  </a:lnTo>
                  <a:lnTo>
                    <a:pt x="1292561" y="506615"/>
                  </a:lnTo>
                  <a:lnTo>
                    <a:pt x="1298377" y="509051"/>
                  </a:lnTo>
                  <a:lnTo>
                    <a:pt x="1304194" y="510359"/>
                  </a:lnTo>
                  <a:lnTo>
                    <a:pt x="1938841" y="653098"/>
                  </a:lnTo>
                  <a:lnTo>
                    <a:pt x="1944658" y="654406"/>
                  </a:lnTo>
                  <a:lnTo>
                    <a:pt x="1950474" y="655011"/>
                  </a:lnTo>
                  <a:lnTo>
                    <a:pt x="2585122" y="721091"/>
                  </a:lnTo>
                  <a:lnTo>
                    <a:pt x="2590938" y="721696"/>
                  </a:lnTo>
                  <a:lnTo>
                    <a:pt x="2596755" y="722343"/>
                  </a:lnTo>
                  <a:lnTo>
                    <a:pt x="3231402" y="792879"/>
                  </a:lnTo>
                  <a:lnTo>
                    <a:pt x="3237219" y="793525"/>
                  </a:lnTo>
                  <a:lnTo>
                    <a:pt x="3243035" y="794063"/>
                  </a:lnTo>
                  <a:lnTo>
                    <a:pt x="3877683" y="852738"/>
                  </a:lnTo>
                  <a:lnTo>
                    <a:pt x="3883499" y="853276"/>
                  </a:lnTo>
                  <a:lnTo>
                    <a:pt x="3889316" y="853791"/>
                  </a:lnTo>
                  <a:lnTo>
                    <a:pt x="4523963" y="910047"/>
                  </a:lnTo>
                  <a:lnTo>
                    <a:pt x="4529780" y="910563"/>
                  </a:lnTo>
                  <a:lnTo>
                    <a:pt x="4535596" y="910815"/>
                  </a:lnTo>
                  <a:lnTo>
                    <a:pt x="5170244" y="938305"/>
                  </a:lnTo>
                  <a:lnTo>
                    <a:pt x="5176060" y="938556"/>
                  </a:lnTo>
                  <a:lnTo>
                    <a:pt x="5181877" y="938499"/>
                  </a:lnTo>
                  <a:lnTo>
                    <a:pt x="5816524" y="932266"/>
                  </a:lnTo>
                  <a:lnTo>
                    <a:pt x="5822341" y="932209"/>
                  </a:lnTo>
                  <a:lnTo>
                    <a:pt x="5828157" y="2565441"/>
                  </a:lnTo>
                  <a:lnTo>
                    <a:pt x="5822341" y="1330315"/>
                  </a:lnTo>
                  <a:lnTo>
                    <a:pt x="5816524" y="1329665"/>
                  </a:lnTo>
                  <a:lnTo>
                    <a:pt x="5181877" y="1258774"/>
                  </a:lnTo>
                  <a:lnTo>
                    <a:pt x="5176060" y="1258125"/>
                  </a:lnTo>
                  <a:lnTo>
                    <a:pt x="5170244" y="1257522"/>
                  </a:lnTo>
                  <a:lnTo>
                    <a:pt x="4535596" y="1191802"/>
                  </a:lnTo>
                  <a:lnTo>
                    <a:pt x="4529780" y="1191200"/>
                  </a:lnTo>
                  <a:lnTo>
                    <a:pt x="4523963" y="1190381"/>
                  </a:lnTo>
                  <a:lnTo>
                    <a:pt x="3889316" y="1101082"/>
                  </a:lnTo>
                  <a:lnTo>
                    <a:pt x="3883499" y="1100263"/>
                  </a:lnTo>
                  <a:lnTo>
                    <a:pt x="3877683" y="1099459"/>
                  </a:lnTo>
                  <a:lnTo>
                    <a:pt x="3243035" y="1011746"/>
                  </a:lnTo>
                  <a:lnTo>
                    <a:pt x="3237219" y="1010942"/>
                  </a:lnTo>
                  <a:lnTo>
                    <a:pt x="3231402" y="1009991"/>
                  </a:lnTo>
                  <a:lnTo>
                    <a:pt x="2596755" y="906267"/>
                  </a:lnTo>
                  <a:lnTo>
                    <a:pt x="2590938" y="905317"/>
                  </a:lnTo>
                  <a:lnTo>
                    <a:pt x="2585122" y="904223"/>
                  </a:lnTo>
                  <a:lnTo>
                    <a:pt x="1950474" y="784891"/>
                  </a:lnTo>
                  <a:lnTo>
                    <a:pt x="1944658" y="783797"/>
                  </a:lnTo>
                  <a:lnTo>
                    <a:pt x="1938841" y="782152"/>
                  </a:lnTo>
                  <a:lnTo>
                    <a:pt x="1304194" y="602615"/>
                  </a:lnTo>
                  <a:lnTo>
                    <a:pt x="1298377" y="600969"/>
                  </a:lnTo>
                  <a:lnTo>
                    <a:pt x="1292561" y="598337"/>
                  </a:lnTo>
                  <a:lnTo>
                    <a:pt x="657913" y="311091"/>
                  </a:lnTo>
                  <a:lnTo>
                    <a:pt x="652097" y="308459"/>
                  </a:lnTo>
                  <a:lnTo>
                    <a:pt x="646280" y="306068"/>
                  </a:lnTo>
                  <a:lnTo>
                    <a:pt x="11633" y="45179"/>
                  </a:lnTo>
                  <a:lnTo>
                    <a:pt x="5816" y="42788"/>
                  </a:lnTo>
                  <a:lnTo>
                    <a:pt x="0" y="2565441"/>
                  </a:lnTo>
                  <a:close/>
                </a:path>
              </a:pathLst>
            </a:custGeom>
            <a:solidFill>
              <a:srgbClr val="D4582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809325" y="2053358"/>
              <a:ext cx="5816524" cy="938556"/>
            </a:xfrm>
            <a:custGeom>
              <a:avLst/>
              <a:pathLst>
                <a:path w="5816524" h="938556">
                  <a:moveTo>
                    <a:pt x="0" y="0"/>
                  </a:moveTo>
                  <a:lnTo>
                    <a:pt x="5816" y="2145"/>
                  </a:lnTo>
                  <a:lnTo>
                    <a:pt x="640463" y="236235"/>
                  </a:lnTo>
                  <a:lnTo>
                    <a:pt x="646280" y="238381"/>
                  </a:lnTo>
                  <a:lnTo>
                    <a:pt x="652097" y="240817"/>
                  </a:lnTo>
                  <a:lnTo>
                    <a:pt x="1286744" y="506615"/>
                  </a:lnTo>
                  <a:lnTo>
                    <a:pt x="1292561" y="509051"/>
                  </a:lnTo>
                  <a:lnTo>
                    <a:pt x="1298377" y="510359"/>
                  </a:lnTo>
                  <a:lnTo>
                    <a:pt x="1933025" y="653098"/>
                  </a:lnTo>
                  <a:lnTo>
                    <a:pt x="1938841" y="654406"/>
                  </a:lnTo>
                  <a:lnTo>
                    <a:pt x="1944658" y="655011"/>
                  </a:lnTo>
                  <a:lnTo>
                    <a:pt x="2579305" y="721091"/>
                  </a:lnTo>
                  <a:lnTo>
                    <a:pt x="2585122" y="721696"/>
                  </a:lnTo>
                  <a:lnTo>
                    <a:pt x="2590938" y="722343"/>
                  </a:lnTo>
                  <a:lnTo>
                    <a:pt x="3225586" y="792879"/>
                  </a:lnTo>
                  <a:lnTo>
                    <a:pt x="3231402" y="793525"/>
                  </a:lnTo>
                  <a:lnTo>
                    <a:pt x="3237219" y="794063"/>
                  </a:lnTo>
                  <a:lnTo>
                    <a:pt x="3871866" y="852738"/>
                  </a:lnTo>
                  <a:lnTo>
                    <a:pt x="3877683" y="853276"/>
                  </a:lnTo>
                  <a:lnTo>
                    <a:pt x="3883499" y="853791"/>
                  </a:lnTo>
                  <a:lnTo>
                    <a:pt x="4518147" y="910047"/>
                  </a:lnTo>
                  <a:lnTo>
                    <a:pt x="4523963" y="910563"/>
                  </a:lnTo>
                  <a:lnTo>
                    <a:pt x="4529780" y="910815"/>
                  </a:lnTo>
                  <a:lnTo>
                    <a:pt x="5164427" y="938305"/>
                  </a:lnTo>
                  <a:lnTo>
                    <a:pt x="5170244" y="938556"/>
                  </a:lnTo>
                  <a:lnTo>
                    <a:pt x="5176060" y="938499"/>
                  </a:lnTo>
                  <a:lnTo>
                    <a:pt x="5810708" y="932266"/>
                  </a:lnTo>
                  <a:lnTo>
                    <a:pt x="5816524" y="932209"/>
                  </a:lnTo>
                </a:path>
              </a:pathLst>
            </a:custGeom>
            <a:ln w="13550" cap="flat">
              <a:solidFill>
                <a:srgbClr val="D4582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4"/>
            <p:cNvSpPr/>
            <p:nvPr/>
          </p:nvSpPr>
          <p:spPr>
            <a:xfrm>
              <a:off x="803509" y="2096146"/>
              <a:ext cx="5828157" cy="2522652"/>
            </a:xfrm>
            <a:custGeom>
              <a:avLst/>
              <a:pathLst>
                <a:path w="5828157" h="2522652">
                  <a:moveTo>
                    <a:pt x="5816" y="0"/>
                  </a:moveTo>
                  <a:lnTo>
                    <a:pt x="11633" y="2391"/>
                  </a:lnTo>
                  <a:lnTo>
                    <a:pt x="646280" y="263279"/>
                  </a:lnTo>
                  <a:lnTo>
                    <a:pt x="652097" y="265670"/>
                  </a:lnTo>
                  <a:lnTo>
                    <a:pt x="657913" y="268303"/>
                  </a:lnTo>
                  <a:lnTo>
                    <a:pt x="1292561" y="555548"/>
                  </a:lnTo>
                  <a:lnTo>
                    <a:pt x="1298377" y="558181"/>
                  </a:lnTo>
                  <a:lnTo>
                    <a:pt x="1304194" y="559826"/>
                  </a:lnTo>
                  <a:lnTo>
                    <a:pt x="1938841" y="739364"/>
                  </a:lnTo>
                  <a:lnTo>
                    <a:pt x="1944658" y="741009"/>
                  </a:lnTo>
                  <a:lnTo>
                    <a:pt x="1950474" y="742103"/>
                  </a:lnTo>
                  <a:lnTo>
                    <a:pt x="2585122" y="861435"/>
                  </a:lnTo>
                  <a:lnTo>
                    <a:pt x="2590938" y="862528"/>
                  </a:lnTo>
                  <a:lnTo>
                    <a:pt x="2596755" y="863479"/>
                  </a:lnTo>
                  <a:lnTo>
                    <a:pt x="3231402" y="967203"/>
                  </a:lnTo>
                  <a:lnTo>
                    <a:pt x="3237219" y="968153"/>
                  </a:lnTo>
                  <a:lnTo>
                    <a:pt x="3243035" y="968957"/>
                  </a:lnTo>
                  <a:lnTo>
                    <a:pt x="3877683" y="1056671"/>
                  </a:lnTo>
                  <a:lnTo>
                    <a:pt x="3883499" y="1057475"/>
                  </a:lnTo>
                  <a:lnTo>
                    <a:pt x="3889316" y="1058293"/>
                  </a:lnTo>
                  <a:lnTo>
                    <a:pt x="4523963" y="1147593"/>
                  </a:lnTo>
                  <a:lnTo>
                    <a:pt x="4529780" y="1148411"/>
                  </a:lnTo>
                  <a:lnTo>
                    <a:pt x="4535596" y="1149014"/>
                  </a:lnTo>
                  <a:lnTo>
                    <a:pt x="5170244" y="1214734"/>
                  </a:lnTo>
                  <a:lnTo>
                    <a:pt x="5176060" y="1215336"/>
                  </a:lnTo>
                  <a:lnTo>
                    <a:pt x="5181877" y="1215986"/>
                  </a:lnTo>
                  <a:lnTo>
                    <a:pt x="5816524" y="1286876"/>
                  </a:lnTo>
                  <a:lnTo>
                    <a:pt x="5822341" y="1287526"/>
                  </a:lnTo>
                  <a:lnTo>
                    <a:pt x="5828157" y="2522652"/>
                  </a:lnTo>
                  <a:lnTo>
                    <a:pt x="5822341" y="2522652"/>
                  </a:lnTo>
                  <a:lnTo>
                    <a:pt x="5816524" y="2522652"/>
                  </a:lnTo>
                  <a:lnTo>
                    <a:pt x="5181877" y="2522652"/>
                  </a:lnTo>
                  <a:lnTo>
                    <a:pt x="5176060" y="2522652"/>
                  </a:lnTo>
                  <a:lnTo>
                    <a:pt x="5170244" y="2522652"/>
                  </a:lnTo>
                  <a:lnTo>
                    <a:pt x="4535596" y="2522652"/>
                  </a:lnTo>
                  <a:lnTo>
                    <a:pt x="4529780" y="2522652"/>
                  </a:lnTo>
                  <a:lnTo>
                    <a:pt x="4523963" y="2522652"/>
                  </a:lnTo>
                  <a:lnTo>
                    <a:pt x="3889316" y="2522652"/>
                  </a:lnTo>
                  <a:lnTo>
                    <a:pt x="3883499" y="2522652"/>
                  </a:lnTo>
                  <a:lnTo>
                    <a:pt x="3877683" y="2522652"/>
                  </a:lnTo>
                  <a:lnTo>
                    <a:pt x="3243035" y="2522652"/>
                  </a:lnTo>
                  <a:lnTo>
                    <a:pt x="3237219" y="2522652"/>
                  </a:lnTo>
                  <a:lnTo>
                    <a:pt x="3231402" y="2522652"/>
                  </a:lnTo>
                  <a:lnTo>
                    <a:pt x="2596755" y="2522652"/>
                  </a:lnTo>
                  <a:lnTo>
                    <a:pt x="2590938" y="2522652"/>
                  </a:lnTo>
                  <a:lnTo>
                    <a:pt x="2585122" y="2522652"/>
                  </a:lnTo>
                  <a:lnTo>
                    <a:pt x="1950474" y="2522652"/>
                  </a:lnTo>
                  <a:lnTo>
                    <a:pt x="1944658" y="2522652"/>
                  </a:lnTo>
                  <a:lnTo>
                    <a:pt x="1938841" y="2522652"/>
                  </a:lnTo>
                  <a:lnTo>
                    <a:pt x="1304194" y="2522652"/>
                  </a:lnTo>
                  <a:lnTo>
                    <a:pt x="1298377" y="2522652"/>
                  </a:lnTo>
                  <a:lnTo>
                    <a:pt x="1292561" y="2522652"/>
                  </a:lnTo>
                  <a:lnTo>
                    <a:pt x="657913" y="2522652"/>
                  </a:lnTo>
                  <a:lnTo>
                    <a:pt x="652097" y="2522652"/>
                  </a:lnTo>
                  <a:lnTo>
                    <a:pt x="646280" y="2522652"/>
                  </a:lnTo>
                  <a:lnTo>
                    <a:pt x="11633" y="2522652"/>
                  </a:lnTo>
                  <a:lnTo>
                    <a:pt x="5816" y="2522652"/>
                  </a:lnTo>
                  <a:lnTo>
                    <a:pt x="0" y="2522652"/>
                  </a:lnTo>
                  <a:close/>
                </a:path>
              </a:pathLst>
            </a:cu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809325" y="2096146"/>
              <a:ext cx="5816524" cy="1287526"/>
            </a:xfrm>
            <a:custGeom>
              <a:avLst/>
              <a:pathLst>
                <a:path w="5816524" h="1287526">
                  <a:moveTo>
                    <a:pt x="0" y="0"/>
                  </a:moveTo>
                  <a:lnTo>
                    <a:pt x="5816" y="2391"/>
                  </a:lnTo>
                  <a:lnTo>
                    <a:pt x="640463" y="263279"/>
                  </a:lnTo>
                  <a:lnTo>
                    <a:pt x="646280" y="265670"/>
                  </a:lnTo>
                  <a:lnTo>
                    <a:pt x="652097" y="268303"/>
                  </a:lnTo>
                  <a:lnTo>
                    <a:pt x="1286744" y="555548"/>
                  </a:lnTo>
                  <a:lnTo>
                    <a:pt x="1292561" y="558181"/>
                  </a:lnTo>
                  <a:lnTo>
                    <a:pt x="1298377" y="559826"/>
                  </a:lnTo>
                  <a:lnTo>
                    <a:pt x="1933025" y="739364"/>
                  </a:lnTo>
                  <a:lnTo>
                    <a:pt x="1938841" y="741009"/>
                  </a:lnTo>
                  <a:lnTo>
                    <a:pt x="1944658" y="742103"/>
                  </a:lnTo>
                  <a:lnTo>
                    <a:pt x="2579305" y="861435"/>
                  </a:lnTo>
                  <a:lnTo>
                    <a:pt x="2585122" y="862528"/>
                  </a:lnTo>
                  <a:lnTo>
                    <a:pt x="2590938" y="863479"/>
                  </a:lnTo>
                  <a:lnTo>
                    <a:pt x="3225586" y="967203"/>
                  </a:lnTo>
                  <a:lnTo>
                    <a:pt x="3231402" y="968153"/>
                  </a:lnTo>
                  <a:lnTo>
                    <a:pt x="3237219" y="968957"/>
                  </a:lnTo>
                  <a:lnTo>
                    <a:pt x="3871866" y="1056671"/>
                  </a:lnTo>
                  <a:lnTo>
                    <a:pt x="3877683" y="1057475"/>
                  </a:lnTo>
                  <a:lnTo>
                    <a:pt x="3883499" y="1058293"/>
                  </a:lnTo>
                  <a:lnTo>
                    <a:pt x="4518147" y="1147593"/>
                  </a:lnTo>
                  <a:lnTo>
                    <a:pt x="4523963" y="1148411"/>
                  </a:lnTo>
                  <a:lnTo>
                    <a:pt x="4529780" y="1149014"/>
                  </a:lnTo>
                  <a:lnTo>
                    <a:pt x="5164427" y="1214734"/>
                  </a:lnTo>
                  <a:lnTo>
                    <a:pt x="5170244" y="1215336"/>
                  </a:lnTo>
                  <a:lnTo>
                    <a:pt x="5176060" y="1215986"/>
                  </a:lnTo>
                  <a:lnTo>
                    <a:pt x="5810708" y="1286876"/>
                  </a:lnTo>
                  <a:lnTo>
                    <a:pt x="5816524" y="1287526"/>
                  </a:lnTo>
                </a:path>
              </a:pathLst>
            </a:custGeom>
            <a:ln w="13550" cap="flat">
              <a:solidFill>
                <a:srgbClr val="A1253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6"/>
            <p:cNvSpPr/>
            <p:nvPr/>
          </p:nvSpPr>
          <p:spPr>
            <a:xfrm>
              <a:off x="6690478" y="1998129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tx17"/>
            <p:cNvSpPr/>
            <p:nvPr/>
          </p:nvSpPr>
          <p:spPr>
            <a:xfrm>
              <a:off x="6708766" y="2040768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9" name="pg18"/>
            <p:cNvSpPr/>
            <p:nvPr/>
          </p:nvSpPr>
          <p:spPr>
            <a:xfrm>
              <a:off x="6690478" y="2552928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44660" y="259853"/>
                  </a:lnTo>
                  <a:lnTo>
                    <a:pt x="1143004" y="259820"/>
                  </a:lnTo>
                  <a:lnTo>
                    <a:pt x="1149620" y="259553"/>
                  </a:lnTo>
                  <a:lnTo>
                    <a:pt x="1156109" y="258229"/>
                  </a:lnTo>
                  <a:lnTo>
                    <a:pt x="1162300" y="255881"/>
                  </a:lnTo>
                  <a:lnTo>
                    <a:pt x="1168035" y="252570"/>
                  </a:lnTo>
                  <a:lnTo>
                    <a:pt x="1173165" y="248381"/>
                  </a:lnTo>
                  <a:lnTo>
                    <a:pt x="1177393" y="243608"/>
                  </a:lnTo>
                  <a:lnTo>
                    <a:pt x="1177393" y="16245"/>
                  </a:lnTo>
                  <a:lnTo>
                    <a:pt x="1173165" y="11471"/>
                  </a:lnTo>
                  <a:lnTo>
                    <a:pt x="1168035" y="7283"/>
                  </a:lnTo>
                  <a:lnTo>
                    <a:pt x="1162300" y="3972"/>
                  </a:lnTo>
                  <a:lnTo>
                    <a:pt x="1156109" y="1624"/>
                  </a:lnTo>
                  <a:lnTo>
                    <a:pt x="1149620" y="300"/>
                  </a:lnTo>
                  <a:lnTo>
                    <a:pt x="11446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tx19"/>
            <p:cNvSpPr/>
            <p:nvPr/>
          </p:nvSpPr>
          <p:spPr>
            <a:xfrm>
              <a:off x="6708766" y="2598358"/>
              <a:ext cx="113094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Residential</a:t>
              </a:r>
            </a:p>
          </p:txBody>
        </p:sp>
        <p:sp>
          <p:nvSpPr>
            <p:cNvPr id="21" name="pg20"/>
            <p:cNvSpPr/>
            <p:nvPr/>
          </p:nvSpPr>
          <p:spPr>
            <a:xfrm>
              <a:off x="6690478" y="3054693"/>
              <a:ext cx="1177393" cy="259853"/>
            </a:xfrm>
            <a:custGeom>
              <a:avLst/>
              <a:pathLst>
                <a:path w="1177393" h="259853">
                  <a:moveTo>
                    <a:pt x="41148" y="259853"/>
                  </a:moveTo>
                  <a:lnTo>
                    <a:pt x="1177393" y="259853"/>
                  </a:lnTo>
                  <a:lnTo>
                    <a:pt x="1177393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tx21"/>
            <p:cNvSpPr/>
            <p:nvPr/>
          </p:nvSpPr>
          <p:spPr>
            <a:xfrm>
              <a:off x="6708766" y="3100123"/>
              <a:ext cx="1499406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D4582A">
                      <a:alpha val="100000"/>
                    </a:srgbClr>
                  </a:solidFill>
                  <a:latin typeface="Arial"/>
                  <a:cs typeface="Arial"/>
                </a:rPr>
                <a:t>Residential EV</a:t>
              </a:r>
            </a:p>
          </p:txBody>
        </p:sp>
        <p:sp>
          <p:nvSpPr>
            <p:cNvPr id="23" name="pg22"/>
            <p:cNvSpPr/>
            <p:nvPr/>
          </p:nvSpPr>
          <p:spPr>
            <a:xfrm>
              <a:off x="6690478" y="3871309"/>
              <a:ext cx="474112" cy="259853"/>
            </a:xfrm>
            <a:custGeom>
              <a:avLst/>
              <a:pathLst>
                <a:path w="474112" h="259853">
                  <a:moveTo>
                    <a:pt x="41148" y="259853"/>
                  </a:moveTo>
                  <a:lnTo>
                    <a:pt x="432964" y="259853"/>
                  </a:lnTo>
                  <a:lnTo>
                    <a:pt x="431307" y="259820"/>
                  </a:lnTo>
                  <a:lnTo>
                    <a:pt x="437924" y="259553"/>
                  </a:lnTo>
                  <a:lnTo>
                    <a:pt x="444412" y="258229"/>
                  </a:lnTo>
                  <a:lnTo>
                    <a:pt x="450604" y="255881"/>
                  </a:lnTo>
                  <a:lnTo>
                    <a:pt x="456339" y="252570"/>
                  </a:lnTo>
                  <a:lnTo>
                    <a:pt x="461469" y="248381"/>
                  </a:lnTo>
                  <a:lnTo>
                    <a:pt x="465860" y="243425"/>
                  </a:lnTo>
                  <a:lnTo>
                    <a:pt x="469399" y="237828"/>
                  </a:lnTo>
                  <a:lnTo>
                    <a:pt x="471995" y="231736"/>
                  </a:lnTo>
                  <a:lnTo>
                    <a:pt x="473579" y="225306"/>
                  </a:lnTo>
                  <a:lnTo>
                    <a:pt x="474112" y="218705"/>
                  </a:lnTo>
                  <a:lnTo>
                    <a:pt x="474112" y="41147"/>
                  </a:lnTo>
                  <a:lnTo>
                    <a:pt x="473579" y="34547"/>
                  </a:lnTo>
                  <a:lnTo>
                    <a:pt x="471995" y="28117"/>
                  </a:lnTo>
                  <a:lnTo>
                    <a:pt x="469399" y="22025"/>
                  </a:lnTo>
                  <a:lnTo>
                    <a:pt x="465860" y="16428"/>
                  </a:lnTo>
                  <a:lnTo>
                    <a:pt x="461469" y="11471"/>
                  </a:lnTo>
                  <a:lnTo>
                    <a:pt x="456339" y="7283"/>
                  </a:lnTo>
                  <a:lnTo>
                    <a:pt x="450604" y="3972"/>
                  </a:lnTo>
                  <a:lnTo>
                    <a:pt x="444412" y="1624"/>
                  </a:lnTo>
                  <a:lnTo>
                    <a:pt x="437924" y="300"/>
                  </a:lnTo>
                  <a:lnTo>
                    <a:pt x="432964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6708766" y="3913837"/>
              <a:ext cx="419248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Gas</a:t>
              </a:r>
            </a:p>
          </p:txBody>
        </p:sp>
        <p:sp>
          <p:nvSpPr>
            <p:cNvPr id="25" name="tx24"/>
            <p:cNvSpPr/>
            <p:nvPr/>
          </p:nvSpPr>
          <p:spPr>
            <a:xfrm>
              <a:off x="446750" y="4498360"/>
              <a:ext cx="254272" cy="2022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$0</a:t>
              </a:r>
            </a:p>
          </p:txBody>
        </p:sp>
        <p:sp>
          <p:nvSpPr>
            <p:cNvPr id="26" name="tx25"/>
            <p:cNvSpPr/>
            <p:nvPr/>
          </p:nvSpPr>
          <p:spPr>
            <a:xfrm>
              <a:off x="1828" y="2879792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$1,000</a:t>
              </a:r>
            </a:p>
          </p:txBody>
        </p:sp>
        <p:sp>
          <p:nvSpPr>
            <p:cNvPr id="27" name="tx26"/>
            <p:cNvSpPr/>
            <p:nvPr/>
          </p:nvSpPr>
          <p:spPr>
            <a:xfrm>
              <a:off x="1828" y="1270043"/>
              <a:ext cx="699194" cy="2110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$2,000</a:t>
              </a:r>
            </a:p>
          </p:txBody>
        </p:sp>
        <p:sp>
          <p:nvSpPr>
            <p:cNvPr id="28" name="pl27"/>
            <p:cNvSpPr/>
            <p:nvPr/>
          </p:nvSpPr>
          <p:spPr>
            <a:xfrm>
              <a:off x="803509" y="4618799"/>
              <a:ext cx="7064362" cy="0"/>
            </a:xfrm>
            <a:custGeom>
              <a:avLst/>
              <a:pathLst>
                <a:path w="7064362" h="0">
                  <a:moveTo>
                    <a:pt x="0" y="0"/>
                  </a:moveTo>
                  <a:lnTo>
                    <a:pt x="706436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8"/>
            <p:cNvSpPr/>
            <p:nvPr/>
          </p:nvSpPr>
          <p:spPr>
            <a:xfrm>
              <a:off x="809325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29"/>
            <p:cNvSpPr/>
            <p:nvPr/>
          </p:nvSpPr>
          <p:spPr>
            <a:xfrm>
              <a:off x="4040728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0"/>
            <p:cNvSpPr/>
            <p:nvPr/>
          </p:nvSpPr>
          <p:spPr>
            <a:xfrm>
              <a:off x="6625850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1"/>
            <p:cNvSpPr/>
            <p:nvPr/>
          </p:nvSpPr>
          <p:spPr>
            <a:xfrm>
              <a:off x="555052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786455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6371577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2034</a:t>
              </a:r>
            </a:p>
          </p:txBody>
        </p:sp>
      </p:grpSp>
      <p:sp>
        <p:nvSpPr>
          <p:cNvPr id="35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Overall consumer energy costs will decline as prices ease and electrification increases</a:t>
            </a:r>
          </a:p>
        </p:txBody>
      </p:sp>
      <p:sp>
        <p:nvSpPr>
          <p:cNvPr id="36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37</cp:revision>
  <dcterms:created xsi:type="dcterms:W3CDTF">2019-02-12T04:35:04Z</dcterms:created>
  <dcterms:modified xsi:type="dcterms:W3CDTF">2025-05-01T16:37:01Z</dcterms:modified>
</cp:coreProperties>
</file>