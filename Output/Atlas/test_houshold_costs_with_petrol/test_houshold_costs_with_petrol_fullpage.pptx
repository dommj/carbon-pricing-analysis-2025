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Melbourne\Energy\Analysis\analysis_cp_dj_2025\Output\Atlas\test_houshold_costs_with_petrol\test_houshold_costs_with_petrol_fullpage.pptx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/>
          <a:p>
            <a:r>
              <a:rPr/>
              <a:t>Projected energy costs to residential consumers, Victoria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40"/>
              <a:ext cx="15041962" cy="7284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7376399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5189035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3001670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03509" y="814306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803509" y="199099"/>
              <a:ext cx="12409743" cy="7177299"/>
            </a:xfrm>
            <a:custGeom>
              <a:avLst/>
              <a:pathLst>
                <a:path w="12409743" h="7177299">
                  <a:moveTo>
                    <a:pt x="12384" y="0"/>
                  </a:moveTo>
                  <a:lnTo>
                    <a:pt x="24769" y="3195"/>
                  </a:lnTo>
                  <a:lnTo>
                    <a:pt x="1376108" y="351912"/>
                  </a:lnTo>
                  <a:lnTo>
                    <a:pt x="1388493" y="355108"/>
                  </a:lnTo>
                  <a:lnTo>
                    <a:pt x="1400878" y="359514"/>
                  </a:lnTo>
                  <a:lnTo>
                    <a:pt x="2752216" y="840332"/>
                  </a:lnTo>
                  <a:lnTo>
                    <a:pt x="2764601" y="844739"/>
                  </a:lnTo>
                  <a:lnTo>
                    <a:pt x="2776986" y="847055"/>
                  </a:lnTo>
                  <a:lnTo>
                    <a:pt x="4128324" y="1099745"/>
                  </a:lnTo>
                  <a:lnTo>
                    <a:pt x="4140709" y="1102061"/>
                  </a:lnTo>
                  <a:lnTo>
                    <a:pt x="4153094" y="1102993"/>
                  </a:lnTo>
                  <a:lnTo>
                    <a:pt x="5504432" y="1204622"/>
                  </a:lnTo>
                  <a:lnTo>
                    <a:pt x="5516817" y="1205553"/>
                  </a:lnTo>
                  <a:lnTo>
                    <a:pt x="5529202" y="1207597"/>
                  </a:lnTo>
                  <a:lnTo>
                    <a:pt x="6880540" y="1430600"/>
                  </a:lnTo>
                  <a:lnTo>
                    <a:pt x="6892925" y="1432644"/>
                  </a:lnTo>
                  <a:lnTo>
                    <a:pt x="6905310" y="1434864"/>
                  </a:lnTo>
                  <a:lnTo>
                    <a:pt x="8256648" y="1677104"/>
                  </a:lnTo>
                  <a:lnTo>
                    <a:pt x="8269033" y="1679324"/>
                  </a:lnTo>
                  <a:lnTo>
                    <a:pt x="8281418" y="1681297"/>
                  </a:lnTo>
                  <a:lnTo>
                    <a:pt x="9632757" y="1896518"/>
                  </a:lnTo>
                  <a:lnTo>
                    <a:pt x="9645142" y="1898490"/>
                  </a:lnTo>
                  <a:lnTo>
                    <a:pt x="9657527" y="1900169"/>
                  </a:lnTo>
                  <a:lnTo>
                    <a:pt x="11008865" y="2083376"/>
                  </a:lnTo>
                  <a:lnTo>
                    <a:pt x="11021250" y="2085055"/>
                  </a:lnTo>
                  <a:lnTo>
                    <a:pt x="11033635" y="2085964"/>
                  </a:lnTo>
                  <a:lnTo>
                    <a:pt x="12384973" y="2185086"/>
                  </a:lnTo>
                  <a:lnTo>
                    <a:pt x="12397358" y="2185994"/>
                  </a:lnTo>
                  <a:lnTo>
                    <a:pt x="12409743" y="7177299"/>
                  </a:lnTo>
                  <a:lnTo>
                    <a:pt x="12397358" y="2528535"/>
                  </a:lnTo>
                  <a:lnTo>
                    <a:pt x="12384973" y="2527065"/>
                  </a:lnTo>
                  <a:lnTo>
                    <a:pt x="11033635" y="2366704"/>
                  </a:lnTo>
                  <a:lnTo>
                    <a:pt x="11021250" y="2365235"/>
                  </a:lnTo>
                  <a:lnTo>
                    <a:pt x="11008865" y="2363281"/>
                  </a:lnTo>
                  <a:lnTo>
                    <a:pt x="9657527" y="2150136"/>
                  </a:lnTo>
                  <a:lnTo>
                    <a:pt x="9645142" y="2148182"/>
                  </a:lnTo>
                  <a:lnTo>
                    <a:pt x="9632757" y="2145976"/>
                  </a:lnTo>
                  <a:lnTo>
                    <a:pt x="8281418" y="1905241"/>
                  </a:lnTo>
                  <a:lnTo>
                    <a:pt x="8269033" y="1903035"/>
                  </a:lnTo>
                  <a:lnTo>
                    <a:pt x="8256648" y="1900628"/>
                  </a:lnTo>
                  <a:lnTo>
                    <a:pt x="6905310" y="1637973"/>
                  </a:lnTo>
                  <a:lnTo>
                    <a:pt x="6892925" y="1635566"/>
                  </a:lnTo>
                  <a:lnTo>
                    <a:pt x="6880540" y="1633146"/>
                  </a:lnTo>
                  <a:lnTo>
                    <a:pt x="5529202" y="1369029"/>
                  </a:lnTo>
                  <a:lnTo>
                    <a:pt x="5516817" y="1366609"/>
                  </a:lnTo>
                  <a:lnTo>
                    <a:pt x="5504432" y="1365062"/>
                  </a:lnTo>
                  <a:lnTo>
                    <a:pt x="4153094" y="1196243"/>
                  </a:lnTo>
                  <a:lnTo>
                    <a:pt x="4140709" y="1194696"/>
                  </a:lnTo>
                  <a:lnTo>
                    <a:pt x="4128324" y="1191993"/>
                  </a:lnTo>
                  <a:lnTo>
                    <a:pt x="2776986" y="897170"/>
                  </a:lnTo>
                  <a:lnTo>
                    <a:pt x="2764601" y="894468"/>
                  </a:lnTo>
                  <a:lnTo>
                    <a:pt x="2752216" y="889820"/>
                  </a:lnTo>
                  <a:lnTo>
                    <a:pt x="1400878" y="382672"/>
                  </a:lnTo>
                  <a:lnTo>
                    <a:pt x="1388493" y="378024"/>
                  </a:lnTo>
                  <a:lnTo>
                    <a:pt x="1376108" y="374656"/>
                  </a:lnTo>
                  <a:lnTo>
                    <a:pt x="24769" y="7190"/>
                  </a:lnTo>
                  <a:lnTo>
                    <a:pt x="12384" y="3822"/>
                  </a:lnTo>
                  <a:lnTo>
                    <a:pt x="0" y="7177299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15893" y="199099"/>
              <a:ext cx="12384973" cy="2185994"/>
            </a:xfrm>
            <a:custGeom>
              <a:avLst/>
              <a:pathLst>
                <a:path w="12384973" h="2185994">
                  <a:moveTo>
                    <a:pt x="0" y="0"/>
                  </a:moveTo>
                  <a:lnTo>
                    <a:pt x="12384" y="3195"/>
                  </a:lnTo>
                  <a:lnTo>
                    <a:pt x="1363723" y="351912"/>
                  </a:lnTo>
                  <a:lnTo>
                    <a:pt x="1376108" y="355108"/>
                  </a:lnTo>
                  <a:lnTo>
                    <a:pt x="1388493" y="359514"/>
                  </a:lnTo>
                  <a:lnTo>
                    <a:pt x="2739831" y="840332"/>
                  </a:lnTo>
                  <a:lnTo>
                    <a:pt x="2752216" y="844739"/>
                  </a:lnTo>
                  <a:lnTo>
                    <a:pt x="2764601" y="847055"/>
                  </a:lnTo>
                  <a:lnTo>
                    <a:pt x="4115939" y="1099745"/>
                  </a:lnTo>
                  <a:lnTo>
                    <a:pt x="4128324" y="1102061"/>
                  </a:lnTo>
                  <a:lnTo>
                    <a:pt x="4140709" y="1102993"/>
                  </a:lnTo>
                  <a:lnTo>
                    <a:pt x="5492047" y="1204622"/>
                  </a:lnTo>
                  <a:lnTo>
                    <a:pt x="5504432" y="1205553"/>
                  </a:lnTo>
                  <a:lnTo>
                    <a:pt x="5516817" y="1207597"/>
                  </a:lnTo>
                  <a:lnTo>
                    <a:pt x="6868155" y="1430600"/>
                  </a:lnTo>
                  <a:lnTo>
                    <a:pt x="6880540" y="1432644"/>
                  </a:lnTo>
                  <a:lnTo>
                    <a:pt x="6892925" y="1434864"/>
                  </a:lnTo>
                  <a:lnTo>
                    <a:pt x="8244263" y="1677104"/>
                  </a:lnTo>
                  <a:lnTo>
                    <a:pt x="8256648" y="1679324"/>
                  </a:lnTo>
                  <a:lnTo>
                    <a:pt x="8269033" y="1681297"/>
                  </a:lnTo>
                  <a:lnTo>
                    <a:pt x="9620372" y="1896518"/>
                  </a:lnTo>
                  <a:lnTo>
                    <a:pt x="9632757" y="1898490"/>
                  </a:lnTo>
                  <a:lnTo>
                    <a:pt x="9645142" y="1900169"/>
                  </a:lnTo>
                  <a:lnTo>
                    <a:pt x="10996480" y="2083376"/>
                  </a:lnTo>
                  <a:lnTo>
                    <a:pt x="11008865" y="2085055"/>
                  </a:lnTo>
                  <a:lnTo>
                    <a:pt x="11021250" y="2085964"/>
                  </a:lnTo>
                  <a:lnTo>
                    <a:pt x="12372588" y="2185086"/>
                  </a:lnTo>
                  <a:lnTo>
                    <a:pt x="12384973" y="2185994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803509" y="202922"/>
              <a:ext cx="12409743" cy="7173477"/>
            </a:xfrm>
            <a:custGeom>
              <a:avLst/>
              <a:pathLst>
                <a:path w="12409743" h="7173477">
                  <a:moveTo>
                    <a:pt x="12384" y="0"/>
                  </a:moveTo>
                  <a:lnTo>
                    <a:pt x="24769" y="3367"/>
                  </a:lnTo>
                  <a:lnTo>
                    <a:pt x="1376108" y="370834"/>
                  </a:lnTo>
                  <a:lnTo>
                    <a:pt x="1388493" y="374201"/>
                  </a:lnTo>
                  <a:lnTo>
                    <a:pt x="1400878" y="378849"/>
                  </a:lnTo>
                  <a:lnTo>
                    <a:pt x="2752216" y="885997"/>
                  </a:lnTo>
                  <a:lnTo>
                    <a:pt x="2764601" y="890645"/>
                  </a:lnTo>
                  <a:lnTo>
                    <a:pt x="2776986" y="893347"/>
                  </a:lnTo>
                  <a:lnTo>
                    <a:pt x="4128324" y="1188171"/>
                  </a:lnTo>
                  <a:lnTo>
                    <a:pt x="4140709" y="1190873"/>
                  </a:lnTo>
                  <a:lnTo>
                    <a:pt x="4153094" y="1192420"/>
                  </a:lnTo>
                  <a:lnTo>
                    <a:pt x="5504432" y="1361239"/>
                  </a:lnTo>
                  <a:lnTo>
                    <a:pt x="5516817" y="1362786"/>
                  </a:lnTo>
                  <a:lnTo>
                    <a:pt x="5529202" y="1365207"/>
                  </a:lnTo>
                  <a:lnTo>
                    <a:pt x="6880540" y="1629323"/>
                  </a:lnTo>
                  <a:lnTo>
                    <a:pt x="6892925" y="1631743"/>
                  </a:lnTo>
                  <a:lnTo>
                    <a:pt x="6905310" y="1634151"/>
                  </a:lnTo>
                  <a:lnTo>
                    <a:pt x="8256648" y="1896805"/>
                  </a:lnTo>
                  <a:lnTo>
                    <a:pt x="8269033" y="1899212"/>
                  </a:lnTo>
                  <a:lnTo>
                    <a:pt x="8281418" y="1901418"/>
                  </a:lnTo>
                  <a:lnTo>
                    <a:pt x="9632757" y="2142153"/>
                  </a:lnTo>
                  <a:lnTo>
                    <a:pt x="9645142" y="2144359"/>
                  </a:lnTo>
                  <a:lnTo>
                    <a:pt x="9657527" y="2146313"/>
                  </a:lnTo>
                  <a:lnTo>
                    <a:pt x="11008865" y="2359458"/>
                  </a:lnTo>
                  <a:lnTo>
                    <a:pt x="11021250" y="2361412"/>
                  </a:lnTo>
                  <a:lnTo>
                    <a:pt x="11033635" y="2362882"/>
                  </a:lnTo>
                  <a:lnTo>
                    <a:pt x="12384973" y="2523243"/>
                  </a:lnTo>
                  <a:lnTo>
                    <a:pt x="12397358" y="2524712"/>
                  </a:lnTo>
                  <a:lnTo>
                    <a:pt x="12409743" y="7173477"/>
                  </a:lnTo>
                  <a:lnTo>
                    <a:pt x="12397358" y="2936045"/>
                  </a:lnTo>
                  <a:lnTo>
                    <a:pt x="12384973" y="2934843"/>
                  </a:lnTo>
                  <a:lnTo>
                    <a:pt x="11033635" y="2803670"/>
                  </a:lnTo>
                  <a:lnTo>
                    <a:pt x="11021250" y="2802468"/>
                  </a:lnTo>
                  <a:lnTo>
                    <a:pt x="11008865" y="2801087"/>
                  </a:lnTo>
                  <a:lnTo>
                    <a:pt x="9657527" y="2650446"/>
                  </a:lnTo>
                  <a:lnTo>
                    <a:pt x="9645142" y="2649066"/>
                  </a:lnTo>
                  <a:lnTo>
                    <a:pt x="9632757" y="2647541"/>
                  </a:lnTo>
                  <a:lnTo>
                    <a:pt x="8281418" y="2481220"/>
                  </a:lnTo>
                  <a:lnTo>
                    <a:pt x="8269033" y="2479696"/>
                  </a:lnTo>
                  <a:lnTo>
                    <a:pt x="8256648" y="2478176"/>
                  </a:lnTo>
                  <a:lnTo>
                    <a:pt x="6905310" y="2312347"/>
                  </a:lnTo>
                  <a:lnTo>
                    <a:pt x="6892925" y="2310827"/>
                  </a:lnTo>
                  <a:lnTo>
                    <a:pt x="6880540" y="2309255"/>
                  </a:lnTo>
                  <a:lnTo>
                    <a:pt x="5529202" y="2137651"/>
                  </a:lnTo>
                  <a:lnTo>
                    <a:pt x="5516817" y="2136078"/>
                  </a:lnTo>
                  <a:lnTo>
                    <a:pt x="5504432" y="2134635"/>
                  </a:lnTo>
                  <a:lnTo>
                    <a:pt x="4153094" y="1977197"/>
                  </a:lnTo>
                  <a:lnTo>
                    <a:pt x="4140709" y="1975754"/>
                  </a:lnTo>
                  <a:lnTo>
                    <a:pt x="4128324" y="1973870"/>
                  </a:lnTo>
                  <a:lnTo>
                    <a:pt x="2776986" y="1768220"/>
                  </a:lnTo>
                  <a:lnTo>
                    <a:pt x="2764601" y="1766336"/>
                  </a:lnTo>
                  <a:lnTo>
                    <a:pt x="2752216" y="1763937"/>
                  </a:lnTo>
                  <a:lnTo>
                    <a:pt x="1400878" y="1502277"/>
                  </a:lnTo>
                  <a:lnTo>
                    <a:pt x="1388493" y="1499879"/>
                  </a:lnTo>
                  <a:lnTo>
                    <a:pt x="1376108" y="1497933"/>
                  </a:lnTo>
                  <a:lnTo>
                    <a:pt x="24769" y="1285615"/>
                  </a:lnTo>
                  <a:lnTo>
                    <a:pt x="12384" y="1283669"/>
                  </a:lnTo>
                  <a:lnTo>
                    <a:pt x="0" y="7173477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815893" y="202922"/>
              <a:ext cx="12384973" cy="2524712"/>
            </a:xfrm>
            <a:custGeom>
              <a:avLst/>
              <a:pathLst>
                <a:path w="12384973" h="2524712">
                  <a:moveTo>
                    <a:pt x="0" y="0"/>
                  </a:moveTo>
                  <a:lnTo>
                    <a:pt x="12384" y="3367"/>
                  </a:lnTo>
                  <a:lnTo>
                    <a:pt x="1363723" y="370834"/>
                  </a:lnTo>
                  <a:lnTo>
                    <a:pt x="1376108" y="374201"/>
                  </a:lnTo>
                  <a:lnTo>
                    <a:pt x="1388493" y="378849"/>
                  </a:lnTo>
                  <a:lnTo>
                    <a:pt x="2739831" y="885997"/>
                  </a:lnTo>
                  <a:lnTo>
                    <a:pt x="2752216" y="890645"/>
                  </a:lnTo>
                  <a:lnTo>
                    <a:pt x="2764601" y="893347"/>
                  </a:lnTo>
                  <a:lnTo>
                    <a:pt x="4115939" y="1188171"/>
                  </a:lnTo>
                  <a:lnTo>
                    <a:pt x="4128324" y="1190873"/>
                  </a:lnTo>
                  <a:lnTo>
                    <a:pt x="4140709" y="1192420"/>
                  </a:lnTo>
                  <a:lnTo>
                    <a:pt x="5492047" y="1361239"/>
                  </a:lnTo>
                  <a:lnTo>
                    <a:pt x="5504432" y="1362786"/>
                  </a:lnTo>
                  <a:lnTo>
                    <a:pt x="5516817" y="1365207"/>
                  </a:lnTo>
                  <a:lnTo>
                    <a:pt x="6868155" y="1629323"/>
                  </a:lnTo>
                  <a:lnTo>
                    <a:pt x="6880540" y="1631743"/>
                  </a:lnTo>
                  <a:lnTo>
                    <a:pt x="6892925" y="1634151"/>
                  </a:lnTo>
                  <a:lnTo>
                    <a:pt x="8244263" y="1896805"/>
                  </a:lnTo>
                  <a:lnTo>
                    <a:pt x="8256648" y="1899212"/>
                  </a:lnTo>
                  <a:lnTo>
                    <a:pt x="8269033" y="1901418"/>
                  </a:lnTo>
                  <a:lnTo>
                    <a:pt x="9620372" y="2142153"/>
                  </a:lnTo>
                  <a:lnTo>
                    <a:pt x="9632757" y="2144359"/>
                  </a:lnTo>
                  <a:lnTo>
                    <a:pt x="9645142" y="2146313"/>
                  </a:lnTo>
                  <a:lnTo>
                    <a:pt x="10996480" y="2359458"/>
                  </a:lnTo>
                  <a:lnTo>
                    <a:pt x="11008865" y="2361412"/>
                  </a:lnTo>
                  <a:lnTo>
                    <a:pt x="11021250" y="2362882"/>
                  </a:lnTo>
                  <a:lnTo>
                    <a:pt x="12372588" y="2523243"/>
                  </a:lnTo>
                  <a:lnTo>
                    <a:pt x="12384973" y="252471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803509" y="1486591"/>
              <a:ext cx="12409743" cy="5889807"/>
            </a:xfrm>
            <a:custGeom>
              <a:avLst/>
              <a:pathLst>
                <a:path w="12409743" h="5889807">
                  <a:moveTo>
                    <a:pt x="12384" y="0"/>
                  </a:moveTo>
                  <a:lnTo>
                    <a:pt x="24769" y="1945"/>
                  </a:lnTo>
                  <a:lnTo>
                    <a:pt x="1376108" y="214264"/>
                  </a:lnTo>
                  <a:lnTo>
                    <a:pt x="1388493" y="216210"/>
                  </a:lnTo>
                  <a:lnTo>
                    <a:pt x="1400878" y="218608"/>
                  </a:lnTo>
                  <a:lnTo>
                    <a:pt x="2752216" y="480268"/>
                  </a:lnTo>
                  <a:lnTo>
                    <a:pt x="2764601" y="482666"/>
                  </a:lnTo>
                  <a:lnTo>
                    <a:pt x="2776986" y="484551"/>
                  </a:lnTo>
                  <a:lnTo>
                    <a:pt x="4128324" y="690200"/>
                  </a:lnTo>
                  <a:lnTo>
                    <a:pt x="4140709" y="692085"/>
                  </a:lnTo>
                  <a:lnTo>
                    <a:pt x="4153094" y="693528"/>
                  </a:lnTo>
                  <a:lnTo>
                    <a:pt x="5504432" y="850965"/>
                  </a:lnTo>
                  <a:lnTo>
                    <a:pt x="5516817" y="852408"/>
                  </a:lnTo>
                  <a:lnTo>
                    <a:pt x="5529202" y="853981"/>
                  </a:lnTo>
                  <a:lnTo>
                    <a:pt x="6880540" y="1025585"/>
                  </a:lnTo>
                  <a:lnTo>
                    <a:pt x="6892925" y="1027158"/>
                  </a:lnTo>
                  <a:lnTo>
                    <a:pt x="6905310" y="1028677"/>
                  </a:lnTo>
                  <a:lnTo>
                    <a:pt x="8256648" y="1194507"/>
                  </a:lnTo>
                  <a:lnTo>
                    <a:pt x="8269033" y="1196026"/>
                  </a:lnTo>
                  <a:lnTo>
                    <a:pt x="8281418" y="1197551"/>
                  </a:lnTo>
                  <a:lnTo>
                    <a:pt x="9632757" y="1363872"/>
                  </a:lnTo>
                  <a:lnTo>
                    <a:pt x="9645142" y="1365396"/>
                  </a:lnTo>
                  <a:lnTo>
                    <a:pt x="9657527" y="1366777"/>
                  </a:lnTo>
                  <a:lnTo>
                    <a:pt x="11008865" y="1517418"/>
                  </a:lnTo>
                  <a:lnTo>
                    <a:pt x="11021250" y="1518798"/>
                  </a:lnTo>
                  <a:lnTo>
                    <a:pt x="11033635" y="1520001"/>
                  </a:lnTo>
                  <a:lnTo>
                    <a:pt x="12384973" y="1651173"/>
                  </a:lnTo>
                  <a:lnTo>
                    <a:pt x="12397358" y="1652375"/>
                  </a:lnTo>
                  <a:lnTo>
                    <a:pt x="12409743" y="5889807"/>
                  </a:lnTo>
                  <a:lnTo>
                    <a:pt x="12397358" y="1922853"/>
                  </a:lnTo>
                  <a:lnTo>
                    <a:pt x="12384973" y="1921170"/>
                  </a:lnTo>
                  <a:lnTo>
                    <a:pt x="11033635" y="1737599"/>
                  </a:lnTo>
                  <a:lnTo>
                    <a:pt x="11021250" y="1735917"/>
                  </a:lnTo>
                  <a:lnTo>
                    <a:pt x="11008865" y="1734298"/>
                  </a:lnTo>
                  <a:lnTo>
                    <a:pt x="9657527" y="1557683"/>
                  </a:lnTo>
                  <a:lnTo>
                    <a:pt x="9645142" y="1556064"/>
                  </a:lnTo>
                  <a:lnTo>
                    <a:pt x="9632757" y="1554334"/>
                  </a:lnTo>
                  <a:lnTo>
                    <a:pt x="8281418" y="1365563"/>
                  </a:lnTo>
                  <a:lnTo>
                    <a:pt x="8269033" y="1363833"/>
                  </a:lnTo>
                  <a:lnTo>
                    <a:pt x="8256648" y="1362132"/>
                  </a:lnTo>
                  <a:lnTo>
                    <a:pt x="6905310" y="1176573"/>
                  </a:lnTo>
                  <a:lnTo>
                    <a:pt x="6892925" y="1174873"/>
                  </a:lnTo>
                  <a:lnTo>
                    <a:pt x="6880540" y="1173093"/>
                  </a:lnTo>
                  <a:lnTo>
                    <a:pt x="5529202" y="978941"/>
                  </a:lnTo>
                  <a:lnTo>
                    <a:pt x="5516817" y="977162"/>
                  </a:lnTo>
                  <a:lnTo>
                    <a:pt x="5504432" y="975387"/>
                  </a:lnTo>
                  <a:lnTo>
                    <a:pt x="4153094" y="781769"/>
                  </a:lnTo>
                  <a:lnTo>
                    <a:pt x="4140709" y="779995"/>
                  </a:lnTo>
                  <a:lnTo>
                    <a:pt x="4128324" y="777881"/>
                  </a:lnTo>
                  <a:lnTo>
                    <a:pt x="2776986" y="547230"/>
                  </a:lnTo>
                  <a:lnTo>
                    <a:pt x="2764601" y="545116"/>
                  </a:lnTo>
                  <a:lnTo>
                    <a:pt x="2752216" y="542585"/>
                  </a:lnTo>
                  <a:lnTo>
                    <a:pt x="1400878" y="266353"/>
                  </a:lnTo>
                  <a:lnTo>
                    <a:pt x="1388493" y="263821"/>
                  </a:lnTo>
                  <a:lnTo>
                    <a:pt x="1376108" y="261709"/>
                  </a:lnTo>
                  <a:lnTo>
                    <a:pt x="24769" y="31183"/>
                  </a:lnTo>
                  <a:lnTo>
                    <a:pt x="12384" y="29070"/>
                  </a:lnTo>
                  <a:lnTo>
                    <a:pt x="0" y="5889807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815893" y="1486591"/>
              <a:ext cx="12384973" cy="1652375"/>
            </a:xfrm>
            <a:custGeom>
              <a:avLst/>
              <a:pathLst>
                <a:path w="12384973" h="1652375">
                  <a:moveTo>
                    <a:pt x="0" y="0"/>
                  </a:moveTo>
                  <a:lnTo>
                    <a:pt x="12384" y="1945"/>
                  </a:lnTo>
                  <a:lnTo>
                    <a:pt x="1363723" y="214264"/>
                  </a:lnTo>
                  <a:lnTo>
                    <a:pt x="1376108" y="216210"/>
                  </a:lnTo>
                  <a:lnTo>
                    <a:pt x="1388493" y="218608"/>
                  </a:lnTo>
                  <a:lnTo>
                    <a:pt x="2739831" y="480268"/>
                  </a:lnTo>
                  <a:lnTo>
                    <a:pt x="2752216" y="482666"/>
                  </a:lnTo>
                  <a:lnTo>
                    <a:pt x="2764601" y="484551"/>
                  </a:lnTo>
                  <a:lnTo>
                    <a:pt x="4115939" y="690200"/>
                  </a:lnTo>
                  <a:lnTo>
                    <a:pt x="4128324" y="692085"/>
                  </a:lnTo>
                  <a:lnTo>
                    <a:pt x="4140709" y="693528"/>
                  </a:lnTo>
                  <a:lnTo>
                    <a:pt x="5492047" y="850965"/>
                  </a:lnTo>
                  <a:lnTo>
                    <a:pt x="5504432" y="852408"/>
                  </a:lnTo>
                  <a:lnTo>
                    <a:pt x="5516817" y="853981"/>
                  </a:lnTo>
                  <a:lnTo>
                    <a:pt x="6868155" y="1025585"/>
                  </a:lnTo>
                  <a:lnTo>
                    <a:pt x="6880540" y="1027158"/>
                  </a:lnTo>
                  <a:lnTo>
                    <a:pt x="6892925" y="1028677"/>
                  </a:lnTo>
                  <a:lnTo>
                    <a:pt x="8244263" y="1194507"/>
                  </a:lnTo>
                  <a:lnTo>
                    <a:pt x="8256648" y="1196026"/>
                  </a:lnTo>
                  <a:lnTo>
                    <a:pt x="8269033" y="1197551"/>
                  </a:lnTo>
                  <a:lnTo>
                    <a:pt x="9620372" y="1363872"/>
                  </a:lnTo>
                  <a:lnTo>
                    <a:pt x="9632757" y="1365396"/>
                  </a:lnTo>
                  <a:lnTo>
                    <a:pt x="9645142" y="1366777"/>
                  </a:lnTo>
                  <a:lnTo>
                    <a:pt x="10996480" y="1517418"/>
                  </a:lnTo>
                  <a:lnTo>
                    <a:pt x="11008865" y="1518798"/>
                  </a:lnTo>
                  <a:lnTo>
                    <a:pt x="11021250" y="1520001"/>
                  </a:lnTo>
                  <a:lnTo>
                    <a:pt x="12372588" y="1651173"/>
                  </a:lnTo>
                  <a:lnTo>
                    <a:pt x="12384973" y="1652375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803509" y="1515662"/>
              <a:ext cx="12409743" cy="5860736"/>
            </a:xfrm>
            <a:custGeom>
              <a:avLst/>
              <a:pathLst>
                <a:path w="12409743" h="5860736">
                  <a:moveTo>
                    <a:pt x="12384" y="0"/>
                  </a:moveTo>
                  <a:lnTo>
                    <a:pt x="24769" y="2112"/>
                  </a:lnTo>
                  <a:lnTo>
                    <a:pt x="1376108" y="232638"/>
                  </a:lnTo>
                  <a:lnTo>
                    <a:pt x="1388493" y="234751"/>
                  </a:lnTo>
                  <a:lnTo>
                    <a:pt x="1400878" y="237282"/>
                  </a:lnTo>
                  <a:lnTo>
                    <a:pt x="2752216" y="513514"/>
                  </a:lnTo>
                  <a:lnTo>
                    <a:pt x="2764601" y="516045"/>
                  </a:lnTo>
                  <a:lnTo>
                    <a:pt x="2776986" y="518159"/>
                  </a:lnTo>
                  <a:lnTo>
                    <a:pt x="4128324" y="748810"/>
                  </a:lnTo>
                  <a:lnTo>
                    <a:pt x="4140709" y="750924"/>
                  </a:lnTo>
                  <a:lnTo>
                    <a:pt x="4153094" y="752699"/>
                  </a:lnTo>
                  <a:lnTo>
                    <a:pt x="5504432" y="946316"/>
                  </a:lnTo>
                  <a:lnTo>
                    <a:pt x="5516817" y="948091"/>
                  </a:lnTo>
                  <a:lnTo>
                    <a:pt x="5529202" y="949870"/>
                  </a:lnTo>
                  <a:lnTo>
                    <a:pt x="6880540" y="1144023"/>
                  </a:lnTo>
                  <a:lnTo>
                    <a:pt x="6892925" y="1145802"/>
                  </a:lnTo>
                  <a:lnTo>
                    <a:pt x="6905310" y="1147503"/>
                  </a:lnTo>
                  <a:lnTo>
                    <a:pt x="8256648" y="1333061"/>
                  </a:lnTo>
                  <a:lnTo>
                    <a:pt x="8269033" y="1334762"/>
                  </a:lnTo>
                  <a:lnTo>
                    <a:pt x="8281418" y="1336492"/>
                  </a:lnTo>
                  <a:lnTo>
                    <a:pt x="9632757" y="1525263"/>
                  </a:lnTo>
                  <a:lnTo>
                    <a:pt x="9645142" y="1526993"/>
                  </a:lnTo>
                  <a:lnTo>
                    <a:pt x="9657527" y="1528612"/>
                  </a:lnTo>
                  <a:lnTo>
                    <a:pt x="11008865" y="1705227"/>
                  </a:lnTo>
                  <a:lnTo>
                    <a:pt x="11021250" y="1706846"/>
                  </a:lnTo>
                  <a:lnTo>
                    <a:pt x="11033635" y="1708528"/>
                  </a:lnTo>
                  <a:lnTo>
                    <a:pt x="12384973" y="1892099"/>
                  </a:lnTo>
                  <a:lnTo>
                    <a:pt x="12397358" y="1893782"/>
                  </a:lnTo>
                  <a:lnTo>
                    <a:pt x="12409743" y="5860736"/>
                  </a:lnTo>
                  <a:lnTo>
                    <a:pt x="12397358" y="5021577"/>
                  </a:lnTo>
                  <a:lnTo>
                    <a:pt x="12384973" y="5021136"/>
                  </a:lnTo>
                  <a:lnTo>
                    <a:pt x="11033635" y="4972972"/>
                  </a:lnTo>
                  <a:lnTo>
                    <a:pt x="11021250" y="4972530"/>
                  </a:lnTo>
                  <a:lnTo>
                    <a:pt x="11008865" y="4972121"/>
                  </a:lnTo>
                  <a:lnTo>
                    <a:pt x="9657527" y="4927470"/>
                  </a:lnTo>
                  <a:lnTo>
                    <a:pt x="9645142" y="4927061"/>
                  </a:lnTo>
                  <a:lnTo>
                    <a:pt x="9632757" y="4926505"/>
                  </a:lnTo>
                  <a:lnTo>
                    <a:pt x="8281418" y="4865834"/>
                  </a:lnTo>
                  <a:lnTo>
                    <a:pt x="8269033" y="4865278"/>
                  </a:lnTo>
                  <a:lnTo>
                    <a:pt x="8256648" y="4864732"/>
                  </a:lnTo>
                  <a:lnTo>
                    <a:pt x="6905310" y="4805138"/>
                  </a:lnTo>
                  <a:lnTo>
                    <a:pt x="6892925" y="4804592"/>
                  </a:lnTo>
                  <a:lnTo>
                    <a:pt x="6880540" y="4803946"/>
                  </a:lnTo>
                  <a:lnTo>
                    <a:pt x="5529202" y="4733475"/>
                  </a:lnTo>
                  <a:lnTo>
                    <a:pt x="5516817" y="4732829"/>
                  </a:lnTo>
                  <a:lnTo>
                    <a:pt x="5504432" y="4732086"/>
                  </a:lnTo>
                  <a:lnTo>
                    <a:pt x="4153094" y="4651010"/>
                  </a:lnTo>
                  <a:lnTo>
                    <a:pt x="4140709" y="4650267"/>
                  </a:lnTo>
                  <a:lnTo>
                    <a:pt x="4128324" y="4649149"/>
                  </a:lnTo>
                  <a:lnTo>
                    <a:pt x="2776986" y="4527170"/>
                  </a:lnTo>
                  <a:lnTo>
                    <a:pt x="2764601" y="4526052"/>
                  </a:lnTo>
                  <a:lnTo>
                    <a:pt x="2752216" y="4524263"/>
                  </a:lnTo>
                  <a:lnTo>
                    <a:pt x="1400878" y="4329105"/>
                  </a:lnTo>
                  <a:lnTo>
                    <a:pt x="1388493" y="4327317"/>
                  </a:lnTo>
                  <a:lnTo>
                    <a:pt x="1376108" y="4325692"/>
                  </a:lnTo>
                  <a:lnTo>
                    <a:pt x="24769" y="4148441"/>
                  </a:lnTo>
                  <a:lnTo>
                    <a:pt x="12384" y="4146817"/>
                  </a:lnTo>
                  <a:lnTo>
                    <a:pt x="0" y="5860736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815893" y="1515662"/>
              <a:ext cx="12384973" cy="1893782"/>
            </a:xfrm>
            <a:custGeom>
              <a:avLst/>
              <a:pathLst>
                <a:path w="12384973" h="1893782">
                  <a:moveTo>
                    <a:pt x="0" y="0"/>
                  </a:moveTo>
                  <a:lnTo>
                    <a:pt x="12384" y="2112"/>
                  </a:lnTo>
                  <a:lnTo>
                    <a:pt x="1363723" y="232638"/>
                  </a:lnTo>
                  <a:lnTo>
                    <a:pt x="1376108" y="234751"/>
                  </a:lnTo>
                  <a:lnTo>
                    <a:pt x="1388493" y="237282"/>
                  </a:lnTo>
                  <a:lnTo>
                    <a:pt x="2739831" y="513514"/>
                  </a:lnTo>
                  <a:lnTo>
                    <a:pt x="2752216" y="516045"/>
                  </a:lnTo>
                  <a:lnTo>
                    <a:pt x="2764601" y="518159"/>
                  </a:lnTo>
                  <a:lnTo>
                    <a:pt x="4115939" y="748810"/>
                  </a:lnTo>
                  <a:lnTo>
                    <a:pt x="4128324" y="750924"/>
                  </a:lnTo>
                  <a:lnTo>
                    <a:pt x="4140709" y="752699"/>
                  </a:lnTo>
                  <a:lnTo>
                    <a:pt x="5492047" y="946316"/>
                  </a:lnTo>
                  <a:lnTo>
                    <a:pt x="5504432" y="948091"/>
                  </a:lnTo>
                  <a:lnTo>
                    <a:pt x="5516817" y="949870"/>
                  </a:lnTo>
                  <a:lnTo>
                    <a:pt x="6868155" y="1144023"/>
                  </a:lnTo>
                  <a:lnTo>
                    <a:pt x="6880540" y="1145802"/>
                  </a:lnTo>
                  <a:lnTo>
                    <a:pt x="6892925" y="1147503"/>
                  </a:lnTo>
                  <a:lnTo>
                    <a:pt x="8244263" y="1333061"/>
                  </a:lnTo>
                  <a:lnTo>
                    <a:pt x="8256648" y="1334762"/>
                  </a:lnTo>
                  <a:lnTo>
                    <a:pt x="8269033" y="1336492"/>
                  </a:lnTo>
                  <a:lnTo>
                    <a:pt x="9620372" y="1525263"/>
                  </a:lnTo>
                  <a:lnTo>
                    <a:pt x="9632757" y="1526993"/>
                  </a:lnTo>
                  <a:lnTo>
                    <a:pt x="9645142" y="1528612"/>
                  </a:lnTo>
                  <a:lnTo>
                    <a:pt x="10996480" y="1705227"/>
                  </a:lnTo>
                  <a:lnTo>
                    <a:pt x="11008865" y="1706846"/>
                  </a:lnTo>
                  <a:lnTo>
                    <a:pt x="11021250" y="1708528"/>
                  </a:lnTo>
                  <a:lnTo>
                    <a:pt x="12372588" y="1892099"/>
                  </a:lnTo>
                  <a:lnTo>
                    <a:pt x="12384973" y="1893782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803509" y="5662480"/>
              <a:ext cx="12409743" cy="1713919"/>
            </a:xfrm>
            <a:custGeom>
              <a:avLst/>
              <a:pathLst>
                <a:path w="12409743" h="1713919">
                  <a:moveTo>
                    <a:pt x="12384" y="0"/>
                  </a:moveTo>
                  <a:lnTo>
                    <a:pt x="24769" y="1624"/>
                  </a:lnTo>
                  <a:lnTo>
                    <a:pt x="1376108" y="178875"/>
                  </a:lnTo>
                  <a:lnTo>
                    <a:pt x="1388493" y="180499"/>
                  </a:lnTo>
                  <a:lnTo>
                    <a:pt x="1400878" y="182288"/>
                  </a:lnTo>
                  <a:lnTo>
                    <a:pt x="2752216" y="377446"/>
                  </a:lnTo>
                  <a:lnTo>
                    <a:pt x="2764601" y="379234"/>
                  </a:lnTo>
                  <a:lnTo>
                    <a:pt x="2776986" y="380352"/>
                  </a:lnTo>
                  <a:lnTo>
                    <a:pt x="4128324" y="502332"/>
                  </a:lnTo>
                  <a:lnTo>
                    <a:pt x="4140709" y="503450"/>
                  </a:lnTo>
                  <a:lnTo>
                    <a:pt x="4153094" y="504193"/>
                  </a:lnTo>
                  <a:lnTo>
                    <a:pt x="5504432" y="585268"/>
                  </a:lnTo>
                  <a:lnTo>
                    <a:pt x="5516817" y="586011"/>
                  </a:lnTo>
                  <a:lnTo>
                    <a:pt x="5529202" y="586657"/>
                  </a:lnTo>
                  <a:lnTo>
                    <a:pt x="6880540" y="657129"/>
                  </a:lnTo>
                  <a:lnTo>
                    <a:pt x="6892925" y="657774"/>
                  </a:lnTo>
                  <a:lnTo>
                    <a:pt x="6905310" y="658321"/>
                  </a:lnTo>
                  <a:lnTo>
                    <a:pt x="8256648" y="717914"/>
                  </a:lnTo>
                  <a:lnTo>
                    <a:pt x="8269033" y="718460"/>
                  </a:lnTo>
                  <a:lnTo>
                    <a:pt x="8281418" y="719016"/>
                  </a:lnTo>
                  <a:lnTo>
                    <a:pt x="9632757" y="779688"/>
                  </a:lnTo>
                  <a:lnTo>
                    <a:pt x="9645142" y="780244"/>
                  </a:lnTo>
                  <a:lnTo>
                    <a:pt x="9657527" y="780653"/>
                  </a:lnTo>
                  <a:lnTo>
                    <a:pt x="11008865" y="825304"/>
                  </a:lnTo>
                  <a:lnTo>
                    <a:pt x="11021250" y="825713"/>
                  </a:lnTo>
                  <a:lnTo>
                    <a:pt x="11033635" y="826155"/>
                  </a:lnTo>
                  <a:lnTo>
                    <a:pt x="12384973" y="874318"/>
                  </a:lnTo>
                  <a:lnTo>
                    <a:pt x="12397358" y="874760"/>
                  </a:lnTo>
                  <a:lnTo>
                    <a:pt x="12409743" y="1713919"/>
                  </a:lnTo>
                  <a:lnTo>
                    <a:pt x="12397358" y="1713919"/>
                  </a:lnTo>
                  <a:lnTo>
                    <a:pt x="12384973" y="1713919"/>
                  </a:lnTo>
                  <a:lnTo>
                    <a:pt x="11033635" y="1713919"/>
                  </a:lnTo>
                  <a:lnTo>
                    <a:pt x="11021250" y="1713919"/>
                  </a:lnTo>
                  <a:lnTo>
                    <a:pt x="11008865" y="1713919"/>
                  </a:lnTo>
                  <a:lnTo>
                    <a:pt x="9657527" y="1713919"/>
                  </a:lnTo>
                  <a:lnTo>
                    <a:pt x="9645142" y="1713919"/>
                  </a:lnTo>
                  <a:lnTo>
                    <a:pt x="9632757" y="1713919"/>
                  </a:lnTo>
                  <a:lnTo>
                    <a:pt x="8281418" y="1713919"/>
                  </a:lnTo>
                  <a:lnTo>
                    <a:pt x="8269033" y="1713919"/>
                  </a:lnTo>
                  <a:lnTo>
                    <a:pt x="8256648" y="1713919"/>
                  </a:lnTo>
                  <a:lnTo>
                    <a:pt x="6905310" y="1713919"/>
                  </a:lnTo>
                  <a:lnTo>
                    <a:pt x="6892925" y="1713919"/>
                  </a:lnTo>
                  <a:lnTo>
                    <a:pt x="6880540" y="1713919"/>
                  </a:lnTo>
                  <a:lnTo>
                    <a:pt x="5529202" y="1713919"/>
                  </a:lnTo>
                  <a:lnTo>
                    <a:pt x="5516817" y="1713919"/>
                  </a:lnTo>
                  <a:lnTo>
                    <a:pt x="5504432" y="1713919"/>
                  </a:lnTo>
                  <a:lnTo>
                    <a:pt x="4153094" y="1713919"/>
                  </a:lnTo>
                  <a:lnTo>
                    <a:pt x="4140709" y="1713919"/>
                  </a:lnTo>
                  <a:lnTo>
                    <a:pt x="4128324" y="1713919"/>
                  </a:lnTo>
                  <a:lnTo>
                    <a:pt x="2776986" y="1713919"/>
                  </a:lnTo>
                  <a:lnTo>
                    <a:pt x="2764601" y="1713919"/>
                  </a:lnTo>
                  <a:lnTo>
                    <a:pt x="2752216" y="1713919"/>
                  </a:lnTo>
                  <a:lnTo>
                    <a:pt x="1400878" y="1713919"/>
                  </a:lnTo>
                  <a:lnTo>
                    <a:pt x="1388493" y="1713919"/>
                  </a:lnTo>
                  <a:lnTo>
                    <a:pt x="1376108" y="1713919"/>
                  </a:lnTo>
                  <a:lnTo>
                    <a:pt x="24769" y="1713919"/>
                  </a:lnTo>
                  <a:lnTo>
                    <a:pt x="12384" y="1713919"/>
                  </a:lnTo>
                  <a:lnTo>
                    <a:pt x="0" y="1713919"/>
                  </a:lnTo>
                  <a:close/>
                </a:path>
              </a:pathLst>
            </a:custGeom>
            <a:solidFill>
              <a:srgbClr val="611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15893" y="5662480"/>
              <a:ext cx="12384973" cy="874760"/>
            </a:xfrm>
            <a:custGeom>
              <a:avLst/>
              <a:pathLst>
                <a:path w="12384973" h="874760">
                  <a:moveTo>
                    <a:pt x="0" y="0"/>
                  </a:moveTo>
                  <a:lnTo>
                    <a:pt x="12384" y="1624"/>
                  </a:lnTo>
                  <a:lnTo>
                    <a:pt x="1363723" y="178875"/>
                  </a:lnTo>
                  <a:lnTo>
                    <a:pt x="1376108" y="180499"/>
                  </a:lnTo>
                  <a:lnTo>
                    <a:pt x="1388493" y="182288"/>
                  </a:lnTo>
                  <a:lnTo>
                    <a:pt x="2739831" y="377446"/>
                  </a:lnTo>
                  <a:lnTo>
                    <a:pt x="2752216" y="379234"/>
                  </a:lnTo>
                  <a:lnTo>
                    <a:pt x="2764601" y="380352"/>
                  </a:lnTo>
                  <a:lnTo>
                    <a:pt x="4115939" y="502332"/>
                  </a:lnTo>
                  <a:lnTo>
                    <a:pt x="4128324" y="503450"/>
                  </a:lnTo>
                  <a:lnTo>
                    <a:pt x="4140709" y="504193"/>
                  </a:lnTo>
                  <a:lnTo>
                    <a:pt x="5492047" y="585268"/>
                  </a:lnTo>
                  <a:lnTo>
                    <a:pt x="5504432" y="586011"/>
                  </a:lnTo>
                  <a:lnTo>
                    <a:pt x="5516817" y="586657"/>
                  </a:lnTo>
                  <a:lnTo>
                    <a:pt x="6868155" y="657129"/>
                  </a:lnTo>
                  <a:lnTo>
                    <a:pt x="6880540" y="657774"/>
                  </a:lnTo>
                  <a:lnTo>
                    <a:pt x="6892925" y="658321"/>
                  </a:lnTo>
                  <a:lnTo>
                    <a:pt x="8244263" y="717914"/>
                  </a:lnTo>
                  <a:lnTo>
                    <a:pt x="8256648" y="718460"/>
                  </a:lnTo>
                  <a:lnTo>
                    <a:pt x="8269033" y="719016"/>
                  </a:lnTo>
                  <a:lnTo>
                    <a:pt x="9620372" y="779688"/>
                  </a:lnTo>
                  <a:lnTo>
                    <a:pt x="9632757" y="780244"/>
                  </a:lnTo>
                  <a:lnTo>
                    <a:pt x="9645142" y="780653"/>
                  </a:lnTo>
                  <a:lnTo>
                    <a:pt x="10996480" y="825304"/>
                  </a:lnTo>
                  <a:lnTo>
                    <a:pt x="11008865" y="825713"/>
                  </a:lnTo>
                  <a:lnTo>
                    <a:pt x="11021250" y="826155"/>
                  </a:lnTo>
                  <a:lnTo>
                    <a:pt x="12372588" y="874318"/>
                  </a:lnTo>
                  <a:lnTo>
                    <a:pt x="12384973" y="874760"/>
                  </a:lnTo>
                </a:path>
              </a:pathLst>
            </a:custGeom>
            <a:ln w="13550" cap="flat">
              <a:solidFill>
                <a:srgbClr val="611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13338478" y="2426437"/>
              <a:ext cx="1414297" cy="259853"/>
            </a:xfrm>
            <a:custGeom>
              <a:avLst/>
              <a:pathLst>
                <a:path w="1414297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84597" y="258229"/>
                  </a:lnTo>
                  <a:lnTo>
                    <a:pt x="1390789" y="255881"/>
                  </a:lnTo>
                  <a:lnTo>
                    <a:pt x="1396524" y="252570"/>
                  </a:lnTo>
                  <a:lnTo>
                    <a:pt x="1401653" y="248381"/>
                  </a:lnTo>
                  <a:lnTo>
                    <a:pt x="1406044" y="243425"/>
                  </a:lnTo>
                  <a:lnTo>
                    <a:pt x="1409584" y="237828"/>
                  </a:lnTo>
                  <a:lnTo>
                    <a:pt x="1412179" y="231736"/>
                  </a:lnTo>
                  <a:lnTo>
                    <a:pt x="1413764" y="225306"/>
                  </a:lnTo>
                  <a:lnTo>
                    <a:pt x="1414297" y="218705"/>
                  </a:lnTo>
                  <a:lnTo>
                    <a:pt x="1414297" y="41148"/>
                  </a:lnTo>
                  <a:lnTo>
                    <a:pt x="1413764" y="34547"/>
                  </a:lnTo>
                  <a:lnTo>
                    <a:pt x="1412179" y="28117"/>
                  </a:lnTo>
                  <a:lnTo>
                    <a:pt x="1409584" y="22025"/>
                  </a:lnTo>
                  <a:lnTo>
                    <a:pt x="1406044" y="16428"/>
                  </a:lnTo>
                  <a:lnTo>
                    <a:pt x="1401653" y="11471"/>
                  </a:lnTo>
                  <a:lnTo>
                    <a:pt x="1396524" y="7283"/>
                  </a:lnTo>
                  <a:lnTo>
                    <a:pt x="1390789" y="3972"/>
                  </a:lnTo>
                  <a:lnTo>
                    <a:pt x="1384597" y="1624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3356766" y="2469076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13338478" y="2803374"/>
              <a:ext cx="1185808" cy="259853"/>
            </a:xfrm>
            <a:custGeom>
              <a:avLst/>
              <a:pathLst>
                <a:path w="1185808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556" y="243425"/>
                  </a:lnTo>
                  <a:lnTo>
                    <a:pt x="1181095" y="237828"/>
                  </a:lnTo>
                  <a:lnTo>
                    <a:pt x="1183691" y="231736"/>
                  </a:lnTo>
                  <a:lnTo>
                    <a:pt x="1185276" y="225306"/>
                  </a:lnTo>
                  <a:lnTo>
                    <a:pt x="1185808" y="218705"/>
                  </a:lnTo>
                  <a:lnTo>
                    <a:pt x="1185808" y="41148"/>
                  </a:lnTo>
                  <a:lnTo>
                    <a:pt x="1185276" y="34547"/>
                  </a:lnTo>
                  <a:lnTo>
                    <a:pt x="1183691" y="28117"/>
                  </a:lnTo>
                  <a:lnTo>
                    <a:pt x="1181095" y="22025"/>
                  </a:lnTo>
                  <a:lnTo>
                    <a:pt x="1177556" y="16428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13356766" y="2848804"/>
              <a:ext cx="113094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Residential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13338478" y="3144279"/>
              <a:ext cx="1554270" cy="259853"/>
            </a:xfrm>
            <a:custGeom>
              <a:avLst/>
              <a:pathLst>
                <a:path w="1554270" h="259853">
                  <a:moveTo>
                    <a:pt x="41148" y="259853"/>
                  </a:moveTo>
                  <a:lnTo>
                    <a:pt x="1513122" y="259853"/>
                  </a:lnTo>
                  <a:lnTo>
                    <a:pt x="1511465" y="259820"/>
                  </a:lnTo>
                  <a:lnTo>
                    <a:pt x="1518081" y="259553"/>
                  </a:lnTo>
                  <a:lnTo>
                    <a:pt x="1524570" y="258229"/>
                  </a:lnTo>
                  <a:lnTo>
                    <a:pt x="1530761" y="255881"/>
                  </a:lnTo>
                  <a:lnTo>
                    <a:pt x="1536496" y="252570"/>
                  </a:lnTo>
                  <a:lnTo>
                    <a:pt x="1541626" y="248381"/>
                  </a:lnTo>
                  <a:lnTo>
                    <a:pt x="1546017" y="243425"/>
                  </a:lnTo>
                  <a:lnTo>
                    <a:pt x="1549556" y="237828"/>
                  </a:lnTo>
                  <a:lnTo>
                    <a:pt x="1552152" y="231736"/>
                  </a:lnTo>
                  <a:lnTo>
                    <a:pt x="1553737" y="225306"/>
                  </a:lnTo>
                  <a:lnTo>
                    <a:pt x="1554270" y="218705"/>
                  </a:lnTo>
                  <a:lnTo>
                    <a:pt x="1554270" y="41147"/>
                  </a:lnTo>
                  <a:lnTo>
                    <a:pt x="1553737" y="34547"/>
                  </a:lnTo>
                  <a:lnTo>
                    <a:pt x="1552152" y="28117"/>
                  </a:lnTo>
                  <a:lnTo>
                    <a:pt x="1549556" y="22025"/>
                  </a:lnTo>
                  <a:lnTo>
                    <a:pt x="1546017" y="16428"/>
                  </a:lnTo>
                  <a:lnTo>
                    <a:pt x="1541626" y="11471"/>
                  </a:lnTo>
                  <a:lnTo>
                    <a:pt x="1536496" y="7283"/>
                  </a:lnTo>
                  <a:lnTo>
                    <a:pt x="1530761" y="3972"/>
                  </a:lnTo>
                  <a:lnTo>
                    <a:pt x="1524570" y="1624"/>
                  </a:lnTo>
                  <a:lnTo>
                    <a:pt x="1518081" y="300"/>
                  </a:lnTo>
                  <a:lnTo>
                    <a:pt x="15131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13356766" y="3189709"/>
              <a:ext cx="1499406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13338478" y="4843415"/>
              <a:ext cx="626698" cy="259853"/>
            </a:xfrm>
            <a:custGeom>
              <a:avLst/>
              <a:pathLst>
                <a:path w="626698" h="259853">
                  <a:moveTo>
                    <a:pt x="41148" y="259853"/>
                  </a:moveTo>
                  <a:lnTo>
                    <a:pt x="585550" y="259853"/>
                  </a:lnTo>
                  <a:lnTo>
                    <a:pt x="583894" y="259820"/>
                  </a:lnTo>
                  <a:lnTo>
                    <a:pt x="590510" y="259553"/>
                  </a:lnTo>
                  <a:lnTo>
                    <a:pt x="596998" y="258229"/>
                  </a:lnTo>
                  <a:lnTo>
                    <a:pt x="603190" y="255881"/>
                  </a:lnTo>
                  <a:lnTo>
                    <a:pt x="608925" y="252570"/>
                  </a:lnTo>
                  <a:lnTo>
                    <a:pt x="614055" y="248381"/>
                  </a:lnTo>
                  <a:lnTo>
                    <a:pt x="618446" y="243425"/>
                  </a:lnTo>
                  <a:lnTo>
                    <a:pt x="621985" y="237828"/>
                  </a:lnTo>
                  <a:lnTo>
                    <a:pt x="624581" y="231736"/>
                  </a:lnTo>
                  <a:lnTo>
                    <a:pt x="626166" y="225306"/>
                  </a:lnTo>
                  <a:lnTo>
                    <a:pt x="626698" y="218705"/>
                  </a:lnTo>
                  <a:lnTo>
                    <a:pt x="626698" y="41147"/>
                  </a:lnTo>
                  <a:lnTo>
                    <a:pt x="626166" y="34547"/>
                  </a:lnTo>
                  <a:lnTo>
                    <a:pt x="624581" y="28117"/>
                  </a:lnTo>
                  <a:lnTo>
                    <a:pt x="621985" y="22025"/>
                  </a:lnTo>
                  <a:lnTo>
                    <a:pt x="618446" y="16428"/>
                  </a:lnTo>
                  <a:lnTo>
                    <a:pt x="614055" y="11471"/>
                  </a:lnTo>
                  <a:lnTo>
                    <a:pt x="608925" y="7283"/>
                  </a:lnTo>
                  <a:lnTo>
                    <a:pt x="603190" y="3972"/>
                  </a:lnTo>
                  <a:lnTo>
                    <a:pt x="596998" y="1624"/>
                  </a:lnTo>
                  <a:lnTo>
                    <a:pt x="590510" y="300"/>
                  </a:lnTo>
                  <a:lnTo>
                    <a:pt x="58555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13356766" y="4846094"/>
              <a:ext cx="57183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petrol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13338478" y="6826893"/>
              <a:ext cx="474112" cy="259853"/>
            </a:xfrm>
            <a:custGeom>
              <a:avLst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8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13356766" y="6869420"/>
              <a:ext cx="4192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611633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46750" y="7255960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828" y="5059777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828" y="2872413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$4,000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828" y="685048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$6,000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803509" y="7376399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815893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7696434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3200867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561621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7442161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2946594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Overall consumer energy costs will decline as prices ease and electrification increases</a:t>
            </a:r>
          </a:p>
        </p:txBody>
      </p:sp>
      <p:sp>
        <p:nvSpPr>
          <p:cNvPr id="42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2025-05-01T16:27:58Z</dcterms:modified>
</cp:coreProperties>
</file>