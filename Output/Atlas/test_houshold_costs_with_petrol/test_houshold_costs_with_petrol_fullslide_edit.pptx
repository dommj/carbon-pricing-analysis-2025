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02" d="100"/>
          <a:sy n="10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49B176B2-2743-49A9-BC2D-6F25DB132E83}"/>
    <pc:docChg chg="modSld">
      <pc:chgData name="Dominic Jones" userId="8a7bc671-a4ae-414f-b318-851f1451f1f7" providerId="ADAL" clId="{49B176B2-2743-49A9-BC2D-6F25DB132E83}" dt="2025-05-01T06:32:40.062" v="72" actId="1076"/>
      <pc:docMkLst>
        <pc:docMk/>
      </pc:docMkLst>
      <pc:sldChg chg="modSp mod">
        <pc:chgData name="Dominic Jones" userId="8a7bc671-a4ae-414f-b318-851f1451f1f7" providerId="ADAL" clId="{49B176B2-2743-49A9-BC2D-6F25DB132E83}" dt="2025-05-01T06:32:40.062" v="72" actId="1076"/>
        <pc:sldMkLst>
          <pc:docMk/>
          <pc:sldMk cId="0" sldId="256"/>
        </pc:sldMkLst>
        <pc:spChg chg="mod">
          <ac:chgData name="Dominic Jones" userId="8a7bc671-a4ae-414f-b318-851f1451f1f7" providerId="ADAL" clId="{49B176B2-2743-49A9-BC2D-6F25DB132E83}" dt="2025-05-01T06:32:31.879" v="7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ominic Jones" userId="8a7bc671-a4ae-414f-b318-851f1451f1f7" providerId="ADAL" clId="{49B176B2-2743-49A9-BC2D-6F25DB132E83}" dt="2025-05-01T06:32:40.062" v="72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ominic Jones" userId="8a7bc671-a4ae-414f-b318-851f1451f1f7" providerId="ADAL" clId="{49B176B2-2743-49A9-BC2D-6F25DB132E83}" dt="2025-05-01T06:32:29.982" v="70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ominic Jones" userId="8a7bc671-a4ae-414f-b318-851f1451f1f7" providerId="ADAL" clId="{49B176B2-2743-49A9-BC2D-6F25DB132E83}" dt="2025-05-01T06:31:11.055" v="51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Dominic Jones" userId="8a7bc671-a4ae-414f-b318-851f1451f1f7" providerId="ADAL" clId="{49B176B2-2743-49A9-BC2D-6F25DB132E83}" dt="2025-05-01T06:32:25.638" v="69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Dominic Jones" userId="8a7bc671-a4ae-414f-b318-851f1451f1f7" providerId="ADAL" clId="{49B176B2-2743-49A9-BC2D-6F25DB132E83}" dt="2025-05-01T06:32:18.439" v="68" actId="1076"/>
          <ac:spMkLst>
            <pc:docMk/>
            <pc:sldMk cId="0" sldId="256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Melbourne\Energy\Analysis\analysis_cp_dj_2025\Output\Atlas\test_houshold_costs_with_petrol\test_houshold_costs_with_petrol_fullslide.pptx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1/05/2025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Projected energy costs to residential consumers, Victoria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1475" y="1808162"/>
            <a:ext cx="11412538" cy="4284662"/>
            <a:chOff x="371475" y="1808162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250713" y="1899602"/>
              <a:ext cx="10499300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1174984" y="5491624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1174984" y="4413092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1174984" y="3334560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1174984" y="2256029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  <a:lnTo>
                    <a:pt x="10499300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1174984" y="1952687"/>
              <a:ext cx="8662009" cy="3538937"/>
            </a:xfrm>
            <a:custGeom>
              <a:avLst/>
              <a:gdLst/>
              <a:ahLst/>
              <a:cxnLst/>
              <a:rect l="0" t="0" r="0" b="0"/>
              <a:pathLst>
                <a:path w="8662009" h="3538937">
                  <a:moveTo>
                    <a:pt x="8644" y="0"/>
                  </a:moveTo>
                  <a:lnTo>
                    <a:pt x="17289" y="1575"/>
                  </a:lnTo>
                  <a:lnTo>
                    <a:pt x="960524" y="173518"/>
                  </a:lnTo>
                  <a:lnTo>
                    <a:pt x="969169" y="175094"/>
                  </a:lnTo>
                  <a:lnTo>
                    <a:pt x="977813" y="177267"/>
                  </a:lnTo>
                  <a:lnTo>
                    <a:pt x="1921048" y="414345"/>
                  </a:lnTo>
                  <a:lnTo>
                    <a:pt x="1929693" y="416518"/>
                  </a:lnTo>
                  <a:lnTo>
                    <a:pt x="1938338" y="417660"/>
                  </a:lnTo>
                  <a:lnTo>
                    <a:pt x="2881573" y="542255"/>
                  </a:lnTo>
                  <a:lnTo>
                    <a:pt x="2890218" y="543397"/>
                  </a:lnTo>
                  <a:lnTo>
                    <a:pt x="2898862" y="543856"/>
                  </a:lnTo>
                  <a:lnTo>
                    <a:pt x="3842097" y="593967"/>
                  </a:lnTo>
                  <a:lnTo>
                    <a:pt x="3850742" y="594426"/>
                  </a:lnTo>
                  <a:lnTo>
                    <a:pt x="3859387" y="595434"/>
                  </a:lnTo>
                  <a:lnTo>
                    <a:pt x="4802622" y="705391"/>
                  </a:lnTo>
                  <a:lnTo>
                    <a:pt x="4811267" y="706399"/>
                  </a:lnTo>
                  <a:lnTo>
                    <a:pt x="4819911" y="707493"/>
                  </a:lnTo>
                  <a:lnTo>
                    <a:pt x="5763146" y="826936"/>
                  </a:lnTo>
                  <a:lnTo>
                    <a:pt x="5771791" y="828030"/>
                  </a:lnTo>
                  <a:lnTo>
                    <a:pt x="5780436" y="829003"/>
                  </a:lnTo>
                  <a:lnTo>
                    <a:pt x="6723671" y="935123"/>
                  </a:lnTo>
                  <a:lnTo>
                    <a:pt x="6732316" y="936095"/>
                  </a:lnTo>
                  <a:lnTo>
                    <a:pt x="6740960" y="936923"/>
                  </a:lnTo>
                  <a:lnTo>
                    <a:pt x="7684195" y="1027258"/>
                  </a:lnTo>
                  <a:lnTo>
                    <a:pt x="7692840" y="1028086"/>
                  </a:lnTo>
                  <a:lnTo>
                    <a:pt x="7701485" y="1028534"/>
                  </a:lnTo>
                  <a:lnTo>
                    <a:pt x="8644720" y="1077408"/>
                  </a:lnTo>
                  <a:lnTo>
                    <a:pt x="8653365" y="1077856"/>
                  </a:lnTo>
                  <a:lnTo>
                    <a:pt x="8662009" y="3538937"/>
                  </a:lnTo>
                  <a:lnTo>
                    <a:pt x="8653365" y="1246754"/>
                  </a:lnTo>
                  <a:lnTo>
                    <a:pt x="8644720" y="1246029"/>
                  </a:lnTo>
                  <a:lnTo>
                    <a:pt x="7701485" y="1166959"/>
                  </a:lnTo>
                  <a:lnTo>
                    <a:pt x="7692840" y="1166235"/>
                  </a:lnTo>
                  <a:lnTo>
                    <a:pt x="7684195" y="1165271"/>
                  </a:lnTo>
                  <a:lnTo>
                    <a:pt x="6740960" y="1060175"/>
                  </a:lnTo>
                  <a:lnTo>
                    <a:pt x="6732316" y="1059212"/>
                  </a:lnTo>
                  <a:lnTo>
                    <a:pt x="6723671" y="1058124"/>
                  </a:lnTo>
                  <a:lnTo>
                    <a:pt x="5780436" y="939424"/>
                  </a:lnTo>
                  <a:lnTo>
                    <a:pt x="5771791" y="938336"/>
                  </a:lnTo>
                  <a:lnTo>
                    <a:pt x="5763146" y="937149"/>
                  </a:lnTo>
                  <a:lnTo>
                    <a:pt x="4819911" y="807641"/>
                  </a:lnTo>
                  <a:lnTo>
                    <a:pt x="4811267" y="806454"/>
                  </a:lnTo>
                  <a:lnTo>
                    <a:pt x="4802622" y="805261"/>
                  </a:lnTo>
                  <a:lnTo>
                    <a:pt x="3859387" y="675032"/>
                  </a:lnTo>
                  <a:lnTo>
                    <a:pt x="3850742" y="673838"/>
                  </a:lnTo>
                  <a:lnTo>
                    <a:pt x="3842097" y="673076"/>
                  </a:lnTo>
                  <a:lnTo>
                    <a:pt x="2898862" y="589836"/>
                  </a:lnTo>
                  <a:lnTo>
                    <a:pt x="2890218" y="589073"/>
                  </a:lnTo>
                  <a:lnTo>
                    <a:pt x="2881573" y="587740"/>
                  </a:lnTo>
                  <a:lnTo>
                    <a:pt x="1938338" y="442370"/>
                  </a:lnTo>
                  <a:lnTo>
                    <a:pt x="1929693" y="441038"/>
                  </a:lnTo>
                  <a:lnTo>
                    <a:pt x="1921048" y="438746"/>
                  </a:lnTo>
                  <a:lnTo>
                    <a:pt x="977813" y="188685"/>
                  </a:lnTo>
                  <a:lnTo>
                    <a:pt x="969169" y="186393"/>
                  </a:lnTo>
                  <a:lnTo>
                    <a:pt x="960524" y="184733"/>
                  </a:lnTo>
                  <a:lnTo>
                    <a:pt x="17289" y="3545"/>
                  </a:lnTo>
                  <a:lnTo>
                    <a:pt x="8644" y="1884"/>
                  </a:lnTo>
                  <a:lnTo>
                    <a:pt x="0" y="3538937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1183628" y="1952687"/>
              <a:ext cx="8644720" cy="1077856"/>
            </a:xfrm>
            <a:custGeom>
              <a:avLst/>
              <a:gdLst/>
              <a:ahLst/>
              <a:cxnLst/>
              <a:rect l="0" t="0" r="0" b="0"/>
              <a:pathLst>
                <a:path w="8644720" h="1077856">
                  <a:moveTo>
                    <a:pt x="0" y="0"/>
                  </a:moveTo>
                  <a:lnTo>
                    <a:pt x="8644" y="1575"/>
                  </a:lnTo>
                  <a:lnTo>
                    <a:pt x="951879" y="173518"/>
                  </a:lnTo>
                  <a:lnTo>
                    <a:pt x="960524" y="175094"/>
                  </a:lnTo>
                  <a:lnTo>
                    <a:pt x="969169" y="177267"/>
                  </a:lnTo>
                  <a:lnTo>
                    <a:pt x="1912404" y="414345"/>
                  </a:lnTo>
                  <a:lnTo>
                    <a:pt x="1921048" y="416518"/>
                  </a:lnTo>
                  <a:lnTo>
                    <a:pt x="1929693" y="417660"/>
                  </a:lnTo>
                  <a:lnTo>
                    <a:pt x="2872928" y="542255"/>
                  </a:lnTo>
                  <a:lnTo>
                    <a:pt x="2881573" y="543397"/>
                  </a:lnTo>
                  <a:lnTo>
                    <a:pt x="2890218" y="543856"/>
                  </a:lnTo>
                  <a:lnTo>
                    <a:pt x="3833453" y="593967"/>
                  </a:lnTo>
                  <a:lnTo>
                    <a:pt x="3842097" y="594426"/>
                  </a:lnTo>
                  <a:lnTo>
                    <a:pt x="3850742" y="595434"/>
                  </a:lnTo>
                  <a:lnTo>
                    <a:pt x="4793977" y="705391"/>
                  </a:lnTo>
                  <a:lnTo>
                    <a:pt x="4802622" y="706399"/>
                  </a:lnTo>
                  <a:lnTo>
                    <a:pt x="4811267" y="707493"/>
                  </a:lnTo>
                  <a:lnTo>
                    <a:pt x="5754502" y="826936"/>
                  </a:lnTo>
                  <a:lnTo>
                    <a:pt x="5763146" y="828030"/>
                  </a:lnTo>
                  <a:lnTo>
                    <a:pt x="5771791" y="829003"/>
                  </a:lnTo>
                  <a:lnTo>
                    <a:pt x="6715026" y="935123"/>
                  </a:lnTo>
                  <a:lnTo>
                    <a:pt x="6723671" y="936095"/>
                  </a:lnTo>
                  <a:lnTo>
                    <a:pt x="6732316" y="936923"/>
                  </a:lnTo>
                  <a:lnTo>
                    <a:pt x="7675551" y="1027258"/>
                  </a:lnTo>
                  <a:lnTo>
                    <a:pt x="7684195" y="1028086"/>
                  </a:lnTo>
                  <a:lnTo>
                    <a:pt x="7692840" y="1028534"/>
                  </a:lnTo>
                  <a:lnTo>
                    <a:pt x="8636075" y="1077408"/>
                  </a:lnTo>
                  <a:lnTo>
                    <a:pt x="8644720" y="1077856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1174984" y="1954571"/>
              <a:ext cx="8662009" cy="3537052"/>
            </a:xfrm>
            <a:custGeom>
              <a:avLst/>
              <a:gdLst/>
              <a:ahLst/>
              <a:cxnLst/>
              <a:rect l="0" t="0" r="0" b="0"/>
              <a:pathLst>
                <a:path w="8662009" h="3537052">
                  <a:moveTo>
                    <a:pt x="8644" y="0"/>
                  </a:moveTo>
                  <a:lnTo>
                    <a:pt x="17289" y="1660"/>
                  </a:lnTo>
                  <a:lnTo>
                    <a:pt x="960524" y="182848"/>
                  </a:lnTo>
                  <a:lnTo>
                    <a:pt x="969169" y="184509"/>
                  </a:lnTo>
                  <a:lnTo>
                    <a:pt x="977813" y="186800"/>
                  </a:lnTo>
                  <a:lnTo>
                    <a:pt x="1921048" y="436861"/>
                  </a:lnTo>
                  <a:lnTo>
                    <a:pt x="1929693" y="439153"/>
                  </a:lnTo>
                  <a:lnTo>
                    <a:pt x="1938338" y="440486"/>
                  </a:lnTo>
                  <a:lnTo>
                    <a:pt x="2881573" y="585855"/>
                  </a:lnTo>
                  <a:lnTo>
                    <a:pt x="2890218" y="587188"/>
                  </a:lnTo>
                  <a:lnTo>
                    <a:pt x="2898862" y="587951"/>
                  </a:lnTo>
                  <a:lnTo>
                    <a:pt x="3842097" y="671191"/>
                  </a:lnTo>
                  <a:lnTo>
                    <a:pt x="3850742" y="671954"/>
                  </a:lnTo>
                  <a:lnTo>
                    <a:pt x="3859387" y="673147"/>
                  </a:lnTo>
                  <a:lnTo>
                    <a:pt x="4802622" y="803376"/>
                  </a:lnTo>
                  <a:lnTo>
                    <a:pt x="4811267" y="804569"/>
                  </a:lnTo>
                  <a:lnTo>
                    <a:pt x="4819911" y="805756"/>
                  </a:lnTo>
                  <a:lnTo>
                    <a:pt x="5763146" y="935264"/>
                  </a:lnTo>
                  <a:lnTo>
                    <a:pt x="5771791" y="936451"/>
                  </a:lnTo>
                  <a:lnTo>
                    <a:pt x="5780436" y="937539"/>
                  </a:lnTo>
                  <a:lnTo>
                    <a:pt x="6723671" y="1056239"/>
                  </a:lnTo>
                  <a:lnTo>
                    <a:pt x="6732316" y="1057327"/>
                  </a:lnTo>
                  <a:lnTo>
                    <a:pt x="6740960" y="1058290"/>
                  </a:lnTo>
                  <a:lnTo>
                    <a:pt x="7684195" y="1163386"/>
                  </a:lnTo>
                  <a:lnTo>
                    <a:pt x="7692840" y="1164350"/>
                  </a:lnTo>
                  <a:lnTo>
                    <a:pt x="7701485" y="1165074"/>
                  </a:lnTo>
                  <a:lnTo>
                    <a:pt x="8644720" y="1244144"/>
                  </a:lnTo>
                  <a:lnTo>
                    <a:pt x="8653365" y="1244869"/>
                  </a:lnTo>
                  <a:lnTo>
                    <a:pt x="8662009" y="3537052"/>
                  </a:lnTo>
                  <a:lnTo>
                    <a:pt x="8653365" y="1447686"/>
                  </a:lnTo>
                  <a:lnTo>
                    <a:pt x="8644720" y="1447093"/>
                  </a:lnTo>
                  <a:lnTo>
                    <a:pt x="7701485" y="1382416"/>
                  </a:lnTo>
                  <a:lnTo>
                    <a:pt x="7692840" y="1381823"/>
                  </a:lnTo>
                  <a:lnTo>
                    <a:pt x="7684195" y="1381142"/>
                  </a:lnTo>
                  <a:lnTo>
                    <a:pt x="6740960" y="1306865"/>
                  </a:lnTo>
                  <a:lnTo>
                    <a:pt x="6732316" y="1306184"/>
                  </a:lnTo>
                  <a:lnTo>
                    <a:pt x="6723671" y="1305433"/>
                  </a:lnTo>
                  <a:lnTo>
                    <a:pt x="5780436" y="1223424"/>
                  </a:lnTo>
                  <a:lnTo>
                    <a:pt x="5771791" y="1222673"/>
                  </a:lnTo>
                  <a:lnTo>
                    <a:pt x="5763146" y="1221923"/>
                  </a:lnTo>
                  <a:lnTo>
                    <a:pt x="4819911" y="1140157"/>
                  </a:lnTo>
                  <a:lnTo>
                    <a:pt x="4811267" y="1139408"/>
                  </a:lnTo>
                  <a:lnTo>
                    <a:pt x="4802622" y="1138632"/>
                  </a:lnTo>
                  <a:lnTo>
                    <a:pt x="3859387" y="1054019"/>
                  </a:lnTo>
                  <a:lnTo>
                    <a:pt x="3850742" y="1053243"/>
                  </a:lnTo>
                  <a:lnTo>
                    <a:pt x="3842097" y="1052532"/>
                  </a:lnTo>
                  <a:lnTo>
                    <a:pt x="2898862" y="974904"/>
                  </a:lnTo>
                  <a:lnTo>
                    <a:pt x="2890218" y="974192"/>
                  </a:lnTo>
                  <a:lnTo>
                    <a:pt x="2881573" y="973263"/>
                  </a:lnTo>
                  <a:lnTo>
                    <a:pt x="1938338" y="871863"/>
                  </a:lnTo>
                  <a:lnTo>
                    <a:pt x="1929693" y="870933"/>
                  </a:lnTo>
                  <a:lnTo>
                    <a:pt x="1921048" y="869751"/>
                  </a:lnTo>
                  <a:lnTo>
                    <a:pt x="977813" y="740733"/>
                  </a:lnTo>
                  <a:lnTo>
                    <a:pt x="969169" y="739551"/>
                  </a:lnTo>
                  <a:lnTo>
                    <a:pt x="960524" y="738591"/>
                  </a:lnTo>
                  <a:lnTo>
                    <a:pt x="17289" y="633903"/>
                  </a:lnTo>
                  <a:lnTo>
                    <a:pt x="8644" y="632943"/>
                  </a:lnTo>
                  <a:lnTo>
                    <a:pt x="0" y="3537052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1183628" y="1954571"/>
              <a:ext cx="8644720" cy="1244869"/>
            </a:xfrm>
            <a:custGeom>
              <a:avLst/>
              <a:gdLst/>
              <a:ahLst/>
              <a:cxnLst/>
              <a:rect l="0" t="0" r="0" b="0"/>
              <a:pathLst>
                <a:path w="8644720" h="1244869">
                  <a:moveTo>
                    <a:pt x="0" y="0"/>
                  </a:moveTo>
                  <a:lnTo>
                    <a:pt x="8644" y="1660"/>
                  </a:lnTo>
                  <a:lnTo>
                    <a:pt x="951879" y="182848"/>
                  </a:lnTo>
                  <a:lnTo>
                    <a:pt x="960524" y="184509"/>
                  </a:lnTo>
                  <a:lnTo>
                    <a:pt x="969169" y="186800"/>
                  </a:lnTo>
                  <a:lnTo>
                    <a:pt x="1912404" y="436861"/>
                  </a:lnTo>
                  <a:lnTo>
                    <a:pt x="1921048" y="439153"/>
                  </a:lnTo>
                  <a:lnTo>
                    <a:pt x="1929693" y="440486"/>
                  </a:lnTo>
                  <a:lnTo>
                    <a:pt x="2872928" y="585855"/>
                  </a:lnTo>
                  <a:lnTo>
                    <a:pt x="2881573" y="587188"/>
                  </a:lnTo>
                  <a:lnTo>
                    <a:pt x="2890218" y="587951"/>
                  </a:lnTo>
                  <a:lnTo>
                    <a:pt x="3833453" y="671191"/>
                  </a:lnTo>
                  <a:lnTo>
                    <a:pt x="3842097" y="671954"/>
                  </a:lnTo>
                  <a:lnTo>
                    <a:pt x="3850742" y="673147"/>
                  </a:lnTo>
                  <a:lnTo>
                    <a:pt x="4793977" y="803376"/>
                  </a:lnTo>
                  <a:lnTo>
                    <a:pt x="4802622" y="804569"/>
                  </a:lnTo>
                  <a:lnTo>
                    <a:pt x="4811267" y="805756"/>
                  </a:lnTo>
                  <a:lnTo>
                    <a:pt x="5754502" y="935264"/>
                  </a:lnTo>
                  <a:lnTo>
                    <a:pt x="5763146" y="936451"/>
                  </a:lnTo>
                  <a:lnTo>
                    <a:pt x="5771791" y="937539"/>
                  </a:lnTo>
                  <a:lnTo>
                    <a:pt x="6715026" y="1056239"/>
                  </a:lnTo>
                  <a:lnTo>
                    <a:pt x="6723671" y="1057327"/>
                  </a:lnTo>
                  <a:lnTo>
                    <a:pt x="6732316" y="1058290"/>
                  </a:lnTo>
                  <a:lnTo>
                    <a:pt x="7675551" y="1163386"/>
                  </a:lnTo>
                  <a:lnTo>
                    <a:pt x="7684195" y="1164350"/>
                  </a:lnTo>
                  <a:lnTo>
                    <a:pt x="7692840" y="1165074"/>
                  </a:lnTo>
                  <a:lnTo>
                    <a:pt x="8636075" y="1244144"/>
                  </a:lnTo>
                  <a:lnTo>
                    <a:pt x="8644720" y="124486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1174984" y="2587515"/>
              <a:ext cx="8662009" cy="2904108"/>
            </a:xfrm>
            <a:custGeom>
              <a:avLst/>
              <a:gdLst/>
              <a:ahLst/>
              <a:cxnLst/>
              <a:rect l="0" t="0" r="0" b="0"/>
              <a:pathLst>
                <a:path w="8662009" h="2904108">
                  <a:moveTo>
                    <a:pt x="8644" y="0"/>
                  </a:moveTo>
                  <a:lnTo>
                    <a:pt x="17289" y="959"/>
                  </a:lnTo>
                  <a:lnTo>
                    <a:pt x="960524" y="105648"/>
                  </a:lnTo>
                  <a:lnTo>
                    <a:pt x="969169" y="106607"/>
                  </a:lnTo>
                  <a:lnTo>
                    <a:pt x="977813" y="107789"/>
                  </a:lnTo>
                  <a:lnTo>
                    <a:pt x="1921048" y="236807"/>
                  </a:lnTo>
                  <a:lnTo>
                    <a:pt x="1929693" y="237990"/>
                  </a:lnTo>
                  <a:lnTo>
                    <a:pt x="1938338" y="238919"/>
                  </a:lnTo>
                  <a:lnTo>
                    <a:pt x="2881573" y="340319"/>
                  </a:lnTo>
                  <a:lnTo>
                    <a:pt x="2890218" y="341248"/>
                  </a:lnTo>
                  <a:lnTo>
                    <a:pt x="2898862" y="341960"/>
                  </a:lnTo>
                  <a:lnTo>
                    <a:pt x="3842097" y="419588"/>
                  </a:lnTo>
                  <a:lnTo>
                    <a:pt x="3850742" y="420300"/>
                  </a:lnTo>
                  <a:lnTo>
                    <a:pt x="3859387" y="421075"/>
                  </a:lnTo>
                  <a:lnTo>
                    <a:pt x="4802622" y="505689"/>
                  </a:lnTo>
                  <a:lnTo>
                    <a:pt x="4811267" y="506464"/>
                  </a:lnTo>
                  <a:lnTo>
                    <a:pt x="4819911" y="507213"/>
                  </a:lnTo>
                  <a:lnTo>
                    <a:pt x="5763146" y="588979"/>
                  </a:lnTo>
                  <a:lnTo>
                    <a:pt x="5771791" y="589729"/>
                  </a:lnTo>
                  <a:lnTo>
                    <a:pt x="5780436" y="590480"/>
                  </a:lnTo>
                  <a:lnTo>
                    <a:pt x="6723671" y="672489"/>
                  </a:lnTo>
                  <a:lnTo>
                    <a:pt x="6732316" y="673241"/>
                  </a:lnTo>
                  <a:lnTo>
                    <a:pt x="6740960" y="673921"/>
                  </a:lnTo>
                  <a:lnTo>
                    <a:pt x="7684195" y="748198"/>
                  </a:lnTo>
                  <a:lnTo>
                    <a:pt x="7692840" y="748879"/>
                  </a:lnTo>
                  <a:lnTo>
                    <a:pt x="7701485" y="749472"/>
                  </a:lnTo>
                  <a:lnTo>
                    <a:pt x="8644720" y="814150"/>
                  </a:lnTo>
                  <a:lnTo>
                    <a:pt x="8653365" y="814742"/>
                  </a:lnTo>
                  <a:lnTo>
                    <a:pt x="8662009" y="2904108"/>
                  </a:lnTo>
                  <a:lnTo>
                    <a:pt x="8653365" y="948108"/>
                  </a:lnTo>
                  <a:lnTo>
                    <a:pt x="8644720" y="947278"/>
                  </a:lnTo>
                  <a:lnTo>
                    <a:pt x="7701485" y="856764"/>
                  </a:lnTo>
                  <a:lnTo>
                    <a:pt x="7692840" y="855934"/>
                  </a:lnTo>
                  <a:lnTo>
                    <a:pt x="7684195" y="855136"/>
                  </a:lnTo>
                  <a:lnTo>
                    <a:pt x="6740960" y="768052"/>
                  </a:lnTo>
                  <a:lnTo>
                    <a:pt x="6732316" y="767254"/>
                  </a:lnTo>
                  <a:lnTo>
                    <a:pt x="6723671" y="766401"/>
                  </a:lnTo>
                  <a:lnTo>
                    <a:pt x="5780436" y="673323"/>
                  </a:lnTo>
                  <a:lnTo>
                    <a:pt x="5771791" y="672470"/>
                  </a:lnTo>
                  <a:lnTo>
                    <a:pt x="5763146" y="671631"/>
                  </a:lnTo>
                  <a:lnTo>
                    <a:pt x="4819911" y="580137"/>
                  </a:lnTo>
                  <a:lnTo>
                    <a:pt x="4811267" y="579299"/>
                  </a:lnTo>
                  <a:lnTo>
                    <a:pt x="4802622" y="578421"/>
                  </a:lnTo>
                  <a:lnTo>
                    <a:pt x="3859387" y="482690"/>
                  </a:lnTo>
                  <a:lnTo>
                    <a:pt x="3850742" y="481813"/>
                  </a:lnTo>
                  <a:lnTo>
                    <a:pt x="3842097" y="480938"/>
                  </a:lnTo>
                  <a:lnTo>
                    <a:pt x="2898862" y="385470"/>
                  </a:lnTo>
                  <a:lnTo>
                    <a:pt x="2890218" y="384595"/>
                  </a:lnTo>
                  <a:lnTo>
                    <a:pt x="2881573" y="383552"/>
                  </a:lnTo>
                  <a:lnTo>
                    <a:pt x="1938338" y="269824"/>
                  </a:lnTo>
                  <a:lnTo>
                    <a:pt x="1929693" y="268782"/>
                  </a:lnTo>
                  <a:lnTo>
                    <a:pt x="1921048" y="267534"/>
                  </a:lnTo>
                  <a:lnTo>
                    <a:pt x="977813" y="131331"/>
                  </a:lnTo>
                  <a:lnTo>
                    <a:pt x="969169" y="130083"/>
                  </a:lnTo>
                  <a:lnTo>
                    <a:pt x="960524" y="129041"/>
                  </a:lnTo>
                  <a:lnTo>
                    <a:pt x="17289" y="15375"/>
                  </a:lnTo>
                  <a:lnTo>
                    <a:pt x="8644" y="14334"/>
                  </a:lnTo>
                  <a:lnTo>
                    <a:pt x="0" y="2904108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1183628" y="2587515"/>
              <a:ext cx="8644720" cy="814742"/>
            </a:xfrm>
            <a:custGeom>
              <a:avLst/>
              <a:gdLst/>
              <a:ahLst/>
              <a:cxnLst/>
              <a:rect l="0" t="0" r="0" b="0"/>
              <a:pathLst>
                <a:path w="8644720" h="814742">
                  <a:moveTo>
                    <a:pt x="0" y="0"/>
                  </a:moveTo>
                  <a:lnTo>
                    <a:pt x="8644" y="959"/>
                  </a:lnTo>
                  <a:lnTo>
                    <a:pt x="951879" y="105648"/>
                  </a:lnTo>
                  <a:lnTo>
                    <a:pt x="960524" y="106607"/>
                  </a:lnTo>
                  <a:lnTo>
                    <a:pt x="969169" y="107789"/>
                  </a:lnTo>
                  <a:lnTo>
                    <a:pt x="1912404" y="236807"/>
                  </a:lnTo>
                  <a:lnTo>
                    <a:pt x="1921048" y="237990"/>
                  </a:lnTo>
                  <a:lnTo>
                    <a:pt x="1929693" y="238919"/>
                  </a:lnTo>
                  <a:lnTo>
                    <a:pt x="2872928" y="340319"/>
                  </a:lnTo>
                  <a:lnTo>
                    <a:pt x="2881573" y="341248"/>
                  </a:lnTo>
                  <a:lnTo>
                    <a:pt x="2890218" y="341960"/>
                  </a:lnTo>
                  <a:lnTo>
                    <a:pt x="3833453" y="419588"/>
                  </a:lnTo>
                  <a:lnTo>
                    <a:pt x="3842097" y="420300"/>
                  </a:lnTo>
                  <a:lnTo>
                    <a:pt x="3850742" y="421075"/>
                  </a:lnTo>
                  <a:lnTo>
                    <a:pt x="4793977" y="505689"/>
                  </a:lnTo>
                  <a:lnTo>
                    <a:pt x="4802622" y="506464"/>
                  </a:lnTo>
                  <a:lnTo>
                    <a:pt x="4811267" y="507213"/>
                  </a:lnTo>
                  <a:lnTo>
                    <a:pt x="5754502" y="588979"/>
                  </a:lnTo>
                  <a:lnTo>
                    <a:pt x="5763146" y="589729"/>
                  </a:lnTo>
                  <a:lnTo>
                    <a:pt x="5771791" y="590480"/>
                  </a:lnTo>
                  <a:lnTo>
                    <a:pt x="6715026" y="672489"/>
                  </a:lnTo>
                  <a:lnTo>
                    <a:pt x="6723671" y="673241"/>
                  </a:lnTo>
                  <a:lnTo>
                    <a:pt x="6732316" y="673921"/>
                  </a:lnTo>
                  <a:lnTo>
                    <a:pt x="7675551" y="748198"/>
                  </a:lnTo>
                  <a:lnTo>
                    <a:pt x="7684195" y="748879"/>
                  </a:lnTo>
                  <a:lnTo>
                    <a:pt x="7692840" y="749472"/>
                  </a:lnTo>
                  <a:lnTo>
                    <a:pt x="8636075" y="814150"/>
                  </a:lnTo>
                  <a:lnTo>
                    <a:pt x="8644720" y="814742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1174984" y="2601849"/>
              <a:ext cx="8662009" cy="2889774"/>
            </a:xfrm>
            <a:custGeom>
              <a:avLst/>
              <a:gdLst/>
              <a:ahLst/>
              <a:cxnLst/>
              <a:rect l="0" t="0" r="0" b="0"/>
              <a:pathLst>
                <a:path w="8662009" h="2889774">
                  <a:moveTo>
                    <a:pt x="8644" y="0"/>
                  </a:moveTo>
                  <a:lnTo>
                    <a:pt x="17289" y="1041"/>
                  </a:lnTo>
                  <a:lnTo>
                    <a:pt x="960524" y="114707"/>
                  </a:lnTo>
                  <a:lnTo>
                    <a:pt x="969169" y="115749"/>
                  </a:lnTo>
                  <a:lnTo>
                    <a:pt x="977813" y="116997"/>
                  </a:lnTo>
                  <a:lnTo>
                    <a:pt x="1921048" y="253200"/>
                  </a:lnTo>
                  <a:lnTo>
                    <a:pt x="1929693" y="254448"/>
                  </a:lnTo>
                  <a:lnTo>
                    <a:pt x="1938338" y="255490"/>
                  </a:lnTo>
                  <a:lnTo>
                    <a:pt x="2881573" y="369218"/>
                  </a:lnTo>
                  <a:lnTo>
                    <a:pt x="2890218" y="370261"/>
                  </a:lnTo>
                  <a:lnTo>
                    <a:pt x="2898862" y="371136"/>
                  </a:lnTo>
                  <a:lnTo>
                    <a:pt x="3842097" y="466603"/>
                  </a:lnTo>
                  <a:lnTo>
                    <a:pt x="3850742" y="467478"/>
                  </a:lnTo>
                  <a:lnTo>
                    <a:pt x="3859387" y="468356"/>
                  </a:lnTo>
                  <a:lnTo>
                    <a:pt x="4802622" y="564087"/>
                  </a:lnTo>
                  <a:lnTo>
                    <a:pt x="4811267" y="564964"/>
                  </a:lnTo>
                  <a:lnTo>
                    <a:pt x="4819911" y="565803"/>
                  </a:lnTo>
                  <a:lnTo>
                    <a:pt x="5763146" y="657297"/>
                  </a:lnTo>
                  <a:lnTo>
                    <a:pt x="5771791" y="658136"/>
                  </a:lnTo>
                  <a:lnTo>
                    <a:pt x="5780436" y="658989"/>
                  </a:lnTo>
                  <a:lnTo>
                    <a:pt x="6723671" y="752067"/>
                  </a:lnTo>
                  <a:lnTo>
                    <a:pt x="6732316" y="752920"/>
                  </a:lnTo>
                  <a:lnTo>
                    <a:pt x="6740960" y="753718"/>
                  </a:lnTo>
                  <a:lnTo>
                    <a:pt x="7684195" y="840802"/>
                  </a:lnTo>
                  <a:lnTo>
                    <a:pt x="7692840" y="841600"/>
                  </a:lnTo>
                  <a:lnTo>
                    <a:pt x="7701485" y="842430"/>
                  </a:lnTo>
                  <a:lnTo>
                    <a:pt x="8644720" y="932944"/>
                  </a:lnTo>
                  <a:lnTo>
                    <a:pt x="8653365" y="933774"/>
                  </a:lnTo>
                  <a:lnTo>
                    <a:pt x="8662009" y="2889774"/>
                  </a:lnTo>
                  <a:lnTo>
                    <a:pt x="8653365" y="2476007"/>
                  </a:lnTo>
                  <a:lnTo>
                    <a:pt x="8644720" y="2475789"/>
                  </a:lnTo>
                  <a:lnTo>
                    <a:pt x="7701485" y="2452041"/>
                  </a:lnTo>
                  <a:lnTo>
                    <a:pt x="7692840" y="2451823"/>
                  </a:lnTo>
                  <a:lnTo>
                    <a:pt x="7684195" y="2451622"/>
                  </a:lnTo>
                  <a:lnTo>
                    <a:pt x="6740960" y="2429605"/>
                  </a:lnTo>
                  <a:lnTo>
                    <a:pt x="6732316" y="2429404"/>
                  </a:lnTo>
                  <a:lnTo>
                    <a:pt x="6723671" y="2429129"/>
                  </a:lnTo>
                  <a:lnTo>
                    <a:pt x="5780436" y="2399214"/>
                  </a:lnTo>
                  <a:lnTo>
                    <a:pt x="5771791" y="2398940"/>
                  </a:lnTo>
                  <a:lnTo>
                    <a:pt x="5763146" y="2398671"/>
                  </a:lnTo>
                  <a:lnTo>
                    <a:pt x="4819911" y="2369287"/>
                  </a:lnTo>
                  <a:lnTo>
                    <a:pt x="4811267" y="2369017"/>
                  </a:lnTo>
                  <a:lnTo>
                    <a:pt x="4802622" y="2368699"/>
                  </a:lnTo>
                  <a:lnTo>
                    <a:pt x="3859387" y="2333951"/>
                  </a:lnTo>
                  <a:lnTo>
                    <a:pt x="3850742" y="2333633"/>
                  </a:lnTo>
                  <a:lnTo>
                    <a:pt x="3842097" y="2333266"/>
                  </a:lnTo>
                  <a:lnTo>
                    <a:pt x="2898862" y="2293290"/>
                  </a:lnTo>
                  <a:lnTo>
                    <a:pt x="2890218" y="2292924"/>
                  </a:lnTo>
                  <a:lnTo>
                    <a:pt x="2881573" y="2292373"/>
                  </a:lnTo>
                  <a:lnTo>
                    <a:pt x="1938338" y="2232228"/>
                  </a:lnTo>
                  <a:lnTo>
                    <a:pt x="1929693" y="2231676"/>
                  </a:lnTo>
                  <a:lnTo>
                    <a:pt x="1921048" y="2230795"/>
                  </a:lnTo>
                  <a:lnTo>
                    <a:pt x="977813" y="2134567"/>
                  </a:lnTo>
                  <a:lnTo>
                    <a:pt x="969169" y="2133685"/>
                  </a:lnTo>
                  <a:lnTo>
                    <a:pt x="960524" y="2132884"/>
                  </a:lnTo>
                  <a:lnTo>
                    <a:pt x="17289" y="2045487"/>
                  </a:lnTo>
                  <a:lnTo>
                    <a:pt x="8644" y="2044686"/>
                  </a:lnTo>
                  <a:lnTo>
                    <a:pt x="0" y="2889774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1183628" y="2601849"/>
              <a:ext cx="8644720" cy="933774"/>
            </a:xfrm>
            <a:custGeom>
              <a:avLst/>
              <a:gdLst/>
              <a:ahLst/>
              <a:cxnLst/>
              <a:rect l="0" t="0" r="0" b="0"/>
              <a:pathLst>
                <a:path w="8644720" h="933774">
                  <a:moveTo>
                    <a:pt x="0" y="0"/>
                  </a:moveTo>
                  <a:lnTo>
                    <a:pt x="8644" y="1041"/>
                  </a:lnTo>
                  <a:lnTo>
                    <a:pt x="951879" y="114707"/>
                  </a:lnTo>
                  <a:lnTo>
                    <a:pt x="960524" y="115749"/>
                  </a:lnTo>
                  <a:lnTo>
                    <a:pt x="969169" y="116997"/>
                  </a:lnTo>
                  <a:lnTo>
                    <a:pt x="1912404" y="253200"/>
                  </a:lnTo>
                  <a:lnTo>
                    <a:pt x="1921048" y="254448"/>
                  </a:lnTo>
                  <a:lnTo>
                    <a:pt x="1929693" y="255490"/>
                  </a:lnTo>
                  <a:lnTo>
                    <a:pt x="2872928" y="369218"/>
                  </a:lnTo>
                  <a:lnTo>
                    <a:pt x="2881573" y="370261"/>
                  </a:lnTo>
                  <a:lnTo>
                    <a:pt x="2890218" y="371136"/>
                  </a:lnTo>
                  <a:lnTo>
                    <a:pt x="3833453" y="466603"/>
                  </a:lnTo>
                  <a:lnTo>
                    <a:pt x="3842097" y="467478"/>
                  </a:lnTo>
                  <a:lnTo>
                    <a:pt x="3850742" y="468356"/>
                  </a:lnTo>
                  <a:lnTo>
                    <a:pt x="4793977" y="564087"/>
                  </a:lnTo>
                  <a:lnTo>
                    <a:pt x="4802622" y="564964"/>
                  </a:lnTo>
                  <a:lnTo>
                    <a:pt x="4811267" y="565803"/>
                  </a:lnTo>
                  <a:lnTo>
                    <a:pt x="5754502" y="657297"/>
                  </a:lnTo>
                  <a:lnTo>
                    <a:pt x="5763146" y="658136"/>
                  </a:lnTo>
                  <a:lnTo>
                    <a:pt x="5771791" y="658989"/>
                  </a:lnTo>
                  <a:lnTo>
                    <a:pt x="6715026" y="752067"/>
                  </a:lnTo>
                  <a:lnTo>
                    <a:pt x="6723671" y="752920"/>
                  </a:lnTo>
                  <a:lnTo>
                    <a:pt x="6732316" y="753718"/>
                  </a:lnTo>
                  <a:lnTo>
                    <a:pt x="7675551" y="840802"/>
                  </a:lnTo>
                  <a:lnTo>
                    <a:pt x="7684195" y="841600"/>
                  </a:lnTo>
                  <a:lnTo>
                    <a:pt x="7692840" y="842430"/>
                  </a:lnTo>
                  <a:lnTo>
                    <a:pt x="8636075" y="932944"/>
                  </a:lnTo>
                  <a:lnTo>
                    <a:pt x="8644720" y="93377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1174984" y="4646536"/>
              <a:ext cx="8662009" cy="845088"/>
            </a:xfrm>
            <a:custGeom>
              <a:avLst/>
              <a:gdLst/>
              <a:ahLst/>
              <a:cxnLst/>
              <a:rect l="0" t="0" r="0" b="0"/>
              <a:pathLst>
                <a:path w="8662009" h="845088">
                  <a:moveTo>
                    <a:pt x="8644" y="0"/>
                  </a:moveTo>
                  <a:lnTo>
                    <a:pt x="17289" y="800"/>
                  </a:lnTo>
                  <a:lnTo>
                    <a:pt x="960524" y="88198"/>
                  </a:lnTo>
                  <a:lnTo>
                    <a:pt x="969169" y="88999"/>
                  </a:lnTo>
                  <a:lnTo>
                    <a:pt x="977813" y="89881"/>
                  </a:lnTo>
                  <a:lnTo>
                    <a:pt x="1921048" y="186108"/>
                  </a:lnTo>
                  <a:lnTo>
                    <a:pt x="1929693" y="186990"/>
                  </a:lnTo>
                  <a:lnTo>
                    <a:pt x="1938338" y="187541"/>
                  </a:lnTo>
                  <a:lnTo>
                    <a:pt x="2881573" y="247686"/>
                  </a:lnTo>
                  <a:lnTo>
                    <a:pt x="2890218" y="248238"/>
                  </a:lnTo>
                  <a:lnTo>
                    <a:pt x="2898862" y="248604"/>
                  </a:lnTo>
                  <a:lnTo>
                    <a:pt x="3842097" y="288580"/>
                  </a:lnTo>
                  <a:lnTo>
                    <a:pt x="3850742" y="288947"/>
                  </a:lnTo>
                  <a:lnTo>
                    <a:pt x="3859387" y="289265"/>
                  </a:lnTo>
                  <a:lnTo>
                    <a:pt x="4802622" y="324013"/>
                  </a:lnTo>
                  <a:lnTo>
                    <a:pt x="4811267" y="324331"/>
                  </a:lnTo>
                  <a:lnTo>
                    <a:pt x="4819911" y="324600"/>
                  </a:lnTo>
                  <a:lnTo>
                    <a:pt x="5763146" y="353984"/>
                  </a:lnTo>
                  <a:lnTo>
                    <a:pt x="5771791" y="354254"/>
                  </a:lnTo>
                  <a:lnTo>
                    <a:pt x="5780436" y="354528"/>
                  </a:lnTo>
                  <a:lnTo>
                    <a:pt x="6723671" y="384443"/>
                  </a:lnTo>
                  <a:lnTo>
                    <a:pt x="6732316" y="384717"/>
                  </a:lnTo>
                  <a:lnTo>
                    <a:pt x="6740960" y="384919"/>
                  </a:lnTo>
                  <a:lnTo>
                    <a:pt x="7684195" y="406935"/>
                  </a:lnTo>
                  <a:lnTo>
                    <a:pt x="7692840" y="407137"/>
                  </a:lnTo>
                  <a:lnTo>
                    <a:pt x="7701485" y="407355"/>
                  </a:lnTo>
                  <a:lnTo>
                    <a:pt x="8644720" y="431103"/>
                  </a:lnTo>
                  <a:lnTo>
                    <a:pt x="8653365" y="431321"/>
                  </a:lnTo>
                  <a:lnTo>
                    <a:pt x="8662009" y="845088"/>
                  </a:lnTo>
                  <a:lnTo>
                    <a:pt x="8653365" y="845088"/>
                  </a:lnTo>
                  <a:lnTo>
                    <a:pt x="8644720" y="845088"/>
                  </a:lnTo>
                  <a:lnTo>
                    <a:pt x="7701485" y="845088"/>
                  </a:lnTo>
                  <a:lnTo>
                    <a:pt x="7692840" y="845088"/>
                  </a:lnTo>
                  <a:lnTo>
                    <a:pt x="7684195" y="845088"/>
                  </a:lnTo>
                  <a:lnTo>
                    <a:pt x="6740960" y="845088"/>
                  </a:lnTo>
                  <a:lnTo>
                    <a:pt x="6732316" y="845088"/>
                  </a:lnTo>
                  <a:lnTo>
                    <a:pt x="6723671" y="845088"/>
                  </a:lnTo>
                  <a:lnTo>
                    <a:pt x="5780436" y="845088"/>
                  </a:lnTo>
                  <a:lnTo>
                    <a:pt x="5771791" y="845088"/>
                  </a:lnTo>
                  <a:lnTo>
                    <a:pt x="5763146" y="845088"/>
                  </a:lnTo>
                  <a:lnTo>
                    <a:pt x="4819911" y="845088"/>
                  </a:lnTo>
                  <a:lnTo>
                    <a:pt x="4811267" y="845088"/>
                  </a:lnTo>
                  <a:lnTo>
                    <a:pt x="4802622" y="845088"/>
                  </a:lnTo>
                  <a:lnTo>
                    <a:pt x="3859387" y="845088"/>
                  </a:lnTo>
                  <a:lnTo>
                    <a:pt x="3850742" y="845088"/>
                  </a:lnTo>
                  <a:lnTo>
                    <a:pt x="3842097" y="845088"/>
                  </a:lnTo>
                  <a:lnTo>
                    <a:pt x="2898862" y="845088"/>
                  </a:lnTo>
                  <a:lnTo>
                    <a:pt x="2890218" y="845088"/>
                  </a:lnTo>
                  <a:lnTo>
                    <a:pt x="2881573" y="845088"/>
                  </a:lnTo>
                  <a:lnTo>
                    <a:pt x="1938338" y="845088"/>
                  </a:lnTo>
                  <a:lnTo>
                    <a:pt x="1929693" y="845088"/>
                  </a:lnTo>
                  <a:lnTo>
                    <a:pt x="1921048" y="845088"/>
                  </a:lnTo>
                  <a:lnTo>
                    <a:pt x="977813" y="845088"/>
                  </a:lnTo>
                  <a:lnTo>
                    <a:pt x="969169" y="845088"/>
                  </a:lnTo>
                  <a:lnTo>
                    <a:pt x="960524" y="845088"/>
                  </a:lnTo>
                  <a:lnTo>
                    <a:pt x="17289" y="845088"/>
                  </a:lnTo>
                  <a:lnTo>
                    <a:pt x="8644" y="845088"/>
                  </a:lnTo>
                  <a:lnTo>
                    <a:pt x="0" y="845088"/>
                  </a:lnTo>
                  <a:close/>
                </a:path>
              </a:pathLst>
            </a:custGeom>
            <a:solidFill>
              <a:srgbClr val="61163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1183628" y="4646536"/>
              <a:ext cx="8644720" cy="431321"/>
            </a:xfrm>
            <a:custGeom>
              <a:avLst/>
              <a:gdLst/>
              <a:ahLst/>
              <a:cxnLst/>
              <a:rect l="0" t="0" r="0" b="0"/>
              <a:pathLst>
                <a:path w="8644720" h="431321">
                  <a:moveTo>
                    <a:pt x="0" y="0"/>
                  </a:moveTo>
                  <a:lnTo>
                    <a:pt x="8644" y="800"/>
                  </a:lnTo>
                  <a:lnTo>
                    <a:pt x="951879" y="88198"/>
                  </a:lnTo>
                  <a:lnTo>
                    <a:pt x="960524" y="88999"/>
                  </a:lnTo>
                  <a:lnTo>
                    <a:pt x="969169" y="89881"/>
                  </a:lnTo>
                  <a:lnTo>
                    <a:pt x="1912404" y="186108"/>
                  </a:lnTo>
                  <a:lnTo>
                    <a:pt x="1921048" y="186990"/>
                  </a:lnTo>
                  <a:lnTo>
                    <a:pt x="1929693" y="187541"/>
                  </a:lnTo>
                  <a:lnTo>
                    <a:pt x="2872928" y="247686"/>
                  </a:lnTo>
                  <a:lnTo>
                    <a:pt x="2881573" y="248238"/>
                  </a:lnTo>
                  <a:lnTo>
                    <a:pt x="2890218" y="248604"/>
                  </a:lnTo>
                  <a:lnTo>
                    <a:pt x="3833453" y="288580"/>
                  </a:lnTo>
                  <a:lnTo>
                    <a:pt x="3842097" y="288947"/>
                  </a:lnTo>
                  <a:lnTo>
                    <a:pt x="3850742" y="289265"/>
                  </a:lnTo>
                  <a:lnTo>
                    <a:pt x="4793977" y="324013"/>
                  </a:lnTo>
                  <a:lnTo>
                    <a:pt x="4802622" y="324331"/>
                  </a:lnTo>
                  <a:lnTo>
                    <a:pt x="4811267" y="324600"/>
                  </a:lnTo>
                  <a:lnTo>
                    <a:pt x="5754502" y="353984"/>
                  </a:lnTo>
                  <a:lnTo>
                    <a:pt x="5763146" y="354254"/>
                  </a:lnTo>
                  <a:lnTo>
                    <a:pt x="5771791" y="354528"/>
                  </a:lnTo>
                  <a:lnTo>
                    <a:pt x="6715026" y="384443"/>
                  </a:lnTo>
                  <a:lnTo>
                    <a:pt x="6723671" y="384717"/>
                  </a:lnTo>
                  <a:lnTo>
                    <a:pt x="6732316" y="384919"/>
                  </a:lnTo>
                  <a:lnTo>
                    <a:pt x="7675551" y="406935"/>
                  </a:lnTo>
                  <a:lnTo>
                    <a:pt x="7684195" y="407137"/>
                  </a:lnTo>
                  <a:lnTo>
                    <a:pt x="7692840" y="407355"/>
                  </a:lnTo>
                  <a:lnTo>
                    <a:pt x="8636075" y="431103"/>
                  </a:lnTo>
                  <a:lnTo>
                    <a:pt x="8644720" y="431321"/>
                  </a:lnTo>
                </a:path>
              </a:pathLst>
            </a:custGeom>
            <a:ln w="13550" cap="flat">
              <a:solidFill>
                <a:srgbClr val="611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9924401" y="2985065"/>
              <a:ext cx="1414297" cy="259853"/>
            </a:xfrm>
            <a:custGeom>
              <a:avLst/>
              <a:gdLst/>
              <a:ahLst/>
              <a:cxnLst/>
              <a:rect l="0" t="0" r="0" b="0"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9942930" y="2768292"/>
              <a:ext cx="1359433" cy="169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9924401" y="3170922"/>
              <a:ext cx="1185808" cy="259853"/>
            </a:xfrm>
            <a:custGeom>
              <a:avLst/>
              <a:gdLst/>
              <a:ahLst/>
              <a:cxnLst/>
              <a:rect l="0" t="0" r="0" b="0"/>
              <a:pathLst>
                <a:path w="1185808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556" y="243425"/>
                  </a:lnTo>
                  <a:lnTo>
                    <a:pt x="1181095" y="237828"/>
                  </a:lnTo>
                  <a:lnTo>
                    <a:pt x="1183691" y="231736"/>
                  </a:lnTo>
                  <a:lnTo>
                    <a:pt x="1185276" y="225306"/>
                  </a:lnTo>
                  <a:lnTo>
                    <a:pt x="1185808" y="218705"/>
                  </a:lnTo>
                  <a:lnTo>
                    <a:pt x="1185808" y="41147"/>
                  </a:lnTo>
                  <a:lnTo>
                    <a:pt x="1185276" y="34547"/>
                  </a:lnTo>
                  <a:lnTo>
                    <a:pt x="1183691" y="28117"/>
                  </a:lnTo>
                  <a:lnTo>
                    <a:pt x="1181095" y="22025"/>
                  </a:lnTo>
                  <a:lnTo>
                    <a:pt x="1177556" y="16428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" name="tx22"/>
            <p:cNvSpPr/>
            <p:nvPr/>
          </p:nvSpPr>
          <p:spPr>
            <a:xfrm>
              <a:off x="9836992" y="3003653"/>
              <a:ext cx="1893875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800" dirty="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Other r</a:t>
              </a:r>
              <a:r>
                <a:rPr sz="1800" dirty="0" err="1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esidential</a:t>
              </a:r>
              <a:r>
                <a:rPr lang="en-AU" sz="1800" dirty="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 electricity</a:t>
              </a:r>
              <a:endParaRPr sz="1800" dirty="0">
                <a:solidFill>
                  <a:srgbClr val="EF79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4" name="pg23"/>
            <p:cNvSpPr/>
            <p:nvPr/>
          </p:nvSpPr>
          <p:spPr>
            <a:xfrm>
              <a:off x="9864674" y="3588826"/>
              <a:ext cx="1554270" cy="259853"/>
            </a:xfrm>
            <a:custGeom>
              <a:avLst/>
              <a:gdLst/>
              <a:ahLst/>
              <a:cxnLst/>
              <a:rect l="0" t="0" r="0" b="0"/>
              <a:pathLst>
                <a:path w="1554270" h="259853">
                  <a:moveTo>
                    <a:pt x="41148" y="259853"/>
                  </a:moveTo>
                  <a:lnTo>
                    <a:pt x="1513122" y="259853"/>
                  </a:lnTo>
                  <a:lnTo>
                    <a:pt x="1511465" y="259820"/>
                  </a:lnTo>
                  <a:lnTo>
                    <a:pt x="1518081" y="259553"/>
                  </a:lnTo>
                  <a:lnTo>
                    <a:pt x="1524570" y="258229"/>
                  </a:lnTo>
                  <a:lnTo>
                    <a:pt x="1530761" y="255881"/>
                  </a:lnTo>
                  <a:lnTo>
                    <a:pt x="1536496" y="252570"/>
                  </a:lnTo>
                  <a:lnTo>
                    <a:pt x="1541626" y="248381"/>
                  </a:lnTo>
                  <a:lnTo>
                    <a:pt x="1546017" y="243425"/>
                  </a:lnTo>
                  <a:lnTo>
                    <a:pt x="1549556" y="237828"/>
                  </a:lnTo>
                  <a:lnTo>
                    <a:pt x="1552152" y="231736"/>
                  </a:lnTo>
                  <a:lnTo>
                    <a:pt x="1553737" y="225306"/>
                  </a:lnTo>
                  <a:lnTo>
                    <a:pt x="1554270" y="218705"/>
                  </a:lnTo>
                  <a:lnTo>
                    <a:pt x="1554270" y="41148"/>
                  </a:lnTo>
                  <a:lnTo>
                    <a:pt x="1553737" y="34547"/>
                  </a:lnTo>
                  <a:lnTo>
                    <a:pt x="1552152" y="28117"/>
                  </a:lnTo>
                  <a:lnTo>
                    <a:pt x="1549556" y="22025"/>
                  </a:lnTo>
                  <a:lnTo>
                    <a:pt x="1546017" y="16428"/>
                  </a:lnTo>
                  <a:lnTo>
                    <a:pt x="1541626" y="11471"/>
                  </a:lnTo>
                  <a:lnTo>
                    <a:pt x="1536496" y="7283"/>
                  </a:lnTo>
                  <a:lnTo>
                    <a:pt x="1530761" y="3972"/>
                  </a:lnTo>
                  <a:lnTo>
                    <a:pt x="1524570" y="1624"/>
                  </a:lnTo>
                  <a:lnTo>
                    <a:pt x="1518081" y="300"/>
                  </a:lnTo>
                  <a:lnTo>
                    <a:pt x="15131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" name="tx24"/>
            <p:cNvSpPr/>
            <p:nvPr/>
          </p:nvSpPr>
          <p:spPr>
            <a:xfrm>
              <a:off x="9939671" y="3509838"/>
              <a:ext cx="1499406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9924401" y="4176813"/>
              <a:ext cx="626698" cy="259853"/>
            </a:xfrm>
            <a:custGeom>
              <a:avLst/>
              <a:gdLst/>
              <a:ahLst/>
              <a:cxnLst/>
              <a:rect l="0" t="0" r="0" b="0"/>
              <a:pathLst>
                <a:path w="626698" h="259853">
                  <a:moveTo>
                    <a:pt x="41148" y="259853"/>
                  </a:moveTo>
                  <a:lnTo>
                    <a:pt x="585550" y="259853"/>
                  </a:lnTo>
                  <a:lnTo>
                    <a:pt x="583894" y="259820"/>
                  </a:lnTo>
                  <a:lnTo>
                    <a:pt x="590510" y="259553"/>
                  </a:lnTo>
                  <a:lnTo>
                    <a:pt x="596998" y="258229"/>
                  </a:lnTo>
                  <a:lnTo>
                    <a:pt x="603190" y="255881"/>
                  </a:lnTo>
                  <a:lnTo>
                    <a:pt x="608925" y="252570"/>
                  </a:lnTo>
                  <a:lnTo>
                    <a:pt x="614055" y="248381"/>
                  </a:lnTo>
                  <a:lnTo>
                    <a:pt x="618446" y="243425"/>
                  </a:lnTo>
                  <a:lnTo>
                    <a:pt x="621985" y="237828"/>
                  </a:lnTo>
                  <a:lnTo>
                    <a:pt x="624581" y="231736"/>
                  </a:lnTo>
                  <a:lnTo>
                    <a:pt x="626166" y="225306"/>
                  </a:lnTo>
                  <a:lnTo>
                    <a:pt x="626698" y="218705"/>
                  </a:lnTo>
                  <a:lnTo>
                    <a:pt x="626698" y="41147"/>
                  </a:lnTo>
                  <a:lnTo>
                    <a:pt x="626166" y="34547"/>
                  </a:lnTo>
                  <a:lnTo>
                    <a:pt x="624581" y="28117"/>
                  </a:lnTo>
                  <a:lnTo>
                    <a:pt x="621985" y="22025"/>
                  </a:lnTo>
                  <a:lnTo>
                    <a:pt x="618446" y="16428"/>
                  </a:lnTo>
                  <a:lnTo>
                    <a:pt x="614055" y="11471"/>
                  </a:lnTo>
                  <a:lnTo>
                    <a:pt x="608925" y="7283"/>
                  </a:lnTo>
                  <a:lnTo>
                    <a:pt x="603190" y="3972"/>
                  </a:lnTo>
                  <a:lnTo>
                    <a:pt x="596998" y="1624"/>
                  </a:lnTo>
                  <a:lnTo>
                    <a:pt x="590510" y="300"/>
                  </a:lnTo>
                  <a:lnTo>
                    <a:pt x="58555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" name="tx26"/>
            <p:cNvSpPr/>
            <p:nvPr/>
          </p:nvSpPr>
          <p:spPr>
            <a:xfrm>
              <a:off x="9937187" y="4169483"/>
              <a:ext cx="571834" cy="209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dirty="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  <a:r>
                <a:rPr sz="1800" dirty="0" err="1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etrol</a:t>
              </a:r>
              <a:endParaRPr sz="1800" dirty="0">
                <a:solidFill>
                  <a:srgbClr val="A1253E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8" name="pg27"/>
            <p:cNvSpPr/>
            <p:nvPr/>
          </p:nvSpPr>
          <p:spPr>
            <a:xfrm>
              <a:off x="9924401" y="5154813"/>
              <a:ext cx="474112" cy="259853"/>
            </a:xfrm>
            <a:custGeom>
              <a:avLst/>
              <a:gdLst/>
              <a:ahLst/>
              <a:cxnLst/>
              <a:rect l="0" t="0" r="0" b="0"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9942689" y="5197341"/>
              <a:ext cx="41924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611633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18225" y="5371185"/>
              <a:ext cx="254272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3303" y="4283835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73303" y="3205303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73303" y="2126772"/>
              <a:ext cx="699194" cy="211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174984" y="5491624"/>
              <a:ext cx="10499300" cy="0"/>
            </a:xfrm>
            <a:custGeom>
              <a:avLst/>
              <a:gdLst/>
              <a:ahLst/>
              <a:cxnLst/>
              <a:rect l="0" t="0" r="0" b="0"/>
              <a:pathLst>
                <a:path w="10499300">
                  <a:moveTo>
                    <a:pt x="0" y="0"/>
                  </a:moveTo>
                  <a:lnTo>
                    <a:pt x="10499300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118362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598625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9828349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7"/>
            <p:cNvSpPr/>
            <p:nvPr/>
          </p:nvSpPr>
          <p:spPr>
            <a:xfrm>
              <a:off x="92935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731978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9574076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t>Overall consumer energy costs will decline as prices ease and electrification increases</a:t>
            </a:r>
          </a:p>
        </p:txBody>
      </p:sp>
      <p:sp>
        <p:nvSpPr>
          <p:cNvPr id="42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9058</TotalTime>
  <Words>139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Overall consumer energy costs will decline as prices ease and electrification increases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2025-05-01T06:32:50Z</dcterms:modified>
</cp:coreProperties>
</file>