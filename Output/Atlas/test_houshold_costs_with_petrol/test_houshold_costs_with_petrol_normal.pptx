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notesMasterIdLst>
    <p:notesMasterId r:id="rId8"/>
  </p:notesMasterIdLst>
  <p:sldIdLst>
    <p:sldId id="256" r:id="rId2"/>
    <p:sldId id="257" r:id="rId7"/>
  </p:sldIdLst>
  <p:sldSz cx="7977188" cy="5219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87" d="100"/>
          <a:sy n="87" d="100"/>
        </p:scale>
        <p:origin x="2200" y="1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2.xml"/>
<Relationship Id="rId8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Melbourne/Energy/Analysis/analysis_cp_dj_2025/R/calculate_average_household_costs.R
Powerpoint file location: C:\Users\domijones\OneDrive - The University of Melbourne\Energy\Analysis\analysis_cp_dj_2025\Output\Atlas\test_houshold_costs_with_petrol\test_houshold_costs_with_petrol_normal.pptx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854243"/>
            <a:ext cx="6780610" cy="1817229"/>
          </a:xfrm>
        </p:spPr>
        <p:txBody>
          <a:bodyPr anchor="b"/>
          <a:lstStyle>
            <a:lvl1pPr algn="ctr"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2741551"/>
            <a:ext cx="5982891" cy="1260219"/>
          </a:xfrm>
        </p:spPr>
        <p:txBody>
          <a:bodyPr/>
          <a:lstStyle>
            <a:lvl1pPr marL="0" indent="0" algn="ctr">
              <a:buNone/>
              <a:defRPr sz="1827"/>
            </a:lvl1pPr>
            <a:lvl2pPr marL="347975" indent="0" algn="ctr">
              <a:buNone/>
              <a:defRPr sz="1522"/>
            </a:lvl2pPr>
            <a:lvl3pPr marL="695950" indent="0" algn="ctr">
              <a:buNone/>
              <a:defRPr sz="1370"/>
            </a:lvl3pPr>
            <a:lvl4pPr marL="1043925" indent="0" algn="ctr">
              <a:buNone/>
              <a:defRPr sz="1218"/>
            </a:lvl4pPr>
            <a:lvl5pPr marL="1391900" indent="0" algn="ctr">
              <a:buNone/>
              <a:defRPr sz="1218"/>
            </a:lvl5pPr>
            <a:lvl6pPr marL="1739875" indent="0" algn="ctr">
              <a:buNone/>
              <a:defRPr sz="1218"/>
            </a:lvl6pPr>
            <a:lvl7pPr marL="2087850" indent="0" algn="ctr">
              <a:buNone/>
              <a:defRPr sz="1218"/>
            </a:lvl7pPr>
            <a:lvl8pPr marL="2435824" indent="0" algn="ctr">
              <a:buNone/>
              <a:defRPr sz="1218"/>
            </a:lvl8pPr>
            <a:lvl9pPr marL="2783799" indent="0" algn="ctr">
              <a:buNone/>
              <a:defRPr sz="121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0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4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301302"/>
            <a:ext cx="6880325" cy="2171250"/>
          </a:xfrm>
        </p:spPr>
        <p:txBody>
          <a:bodyPr anchor="b"/>
          <a:lstStyle>
            <a:lvl1pPr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3493092"/>
            <a:ext cx="6880325" cy="1141809"/>
          </a:xfrm>
        </p:spPr>
        <p:txBody>
          <a:bodyPr/>
          <a:lstStyle>
            <a:lvl1pPr marL="0" indent="0">
              <a:buNone/>
              <a:defRPr sz="1827">
                <a:solidFill>
                  <a:schemeClr val="tx1"/>
                </a:solidFill>
              </a:defRPr>
            </a:lvl1pPr>
            <a:lvl2pPr marL="347975" indent="0">
              <a:buNone/>
              <a:defRPr sz="1522">
                <a:solidFill>
                  <a:schemeClr val="tx1">
                    <a:tint val="75000"/>
                  </a:schemeClr>
                </a:solidFill>
              </a:defRPr>
            </a:lvl2pPr>
            <a:lvl3pPr marL="695950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04392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4pPr>
            <a:lvl5pPr marL="139190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5pPr>
            <a:lvl6pPr marL="173987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6pPr>
            <a:lvl7pPr marL="208785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7pPr>
            <a:lvl8pPr marL="2435824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8pPr>
            <a:lvl9pPr marL="2783799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1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 anchor="t"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5220000"/>
          </a:xfrm>
        </p:spPr>
        <p:txBody>
          <a:bodyPr lIns="0" tIns="0" rIns="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AF5EA265-8F08-B40E-312A-1E8FD775E2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84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0918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57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16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277902"/>
            <a:ext cx="6880325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1389503"/>
            <a:ext cx="6880325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8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69595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987" indent="-173987" algn="l" defTabSz="69595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219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99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179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658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9138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2618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6098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9577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1pPr>
      <a:lvl2pPr marL="3479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2pPr>
      <a:lvl3pPr marL="6959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3pPr>
      <a:lvl4pPr marL="104392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39190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7398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0878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435824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783799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94" y="303213"/>
            <a:ext cx="77724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513" y="2854807"/>
            <a:ext cx="6858000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/>
          <a:p>
            <a:r>
              <a:rPr/>
              <a:t>Projected energy costs to residential consumers, Victoria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7977600" cy="5220000"/>
            <a:chOff x="0" y="0"/>
            <a:chExt cx="7977600" cy="5220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7977600" cy="522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803509" y="91439"/>
              <a:ext cx="7064362" cy="45273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803509" y="4618799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3509" y="3259425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03509" y="1900051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803509" y="540677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803509" y="158346"/>
              <a:ext cx="5828157" cy="4460452"/>
            </a:xfrm>
            <a:custGeom>
              <a:avLst/>
              <a:pathLst>
                <a:path w="5828157" h="4460452">
                  <a:moveTo>
                    <a:pt x="5816" y="0"/>
                  </a:moveTo>
                  <a:lnTo>
                    <a:pt x="11633" y="1986"/>
                  </a:lnTo>
                  <a:lnTo>
                    <a:pt x="646280" y="218701"/>
                  </a:lnTo>
                  <a:lnTo>
                    <a:pt x="652097" y="220687"/>
                  </a:lnTo>
                  <a:lnTo>
                    <a:pt x="657913" y="223426"/>
                  </a:lnTo>
                  <a:lnTo>
                    <a:pt x="1292561" y="522238"/>
                  </a:lnTo>
                  <a:lnTo>
                    <a:pt x="1298377" y="524977"/>
                  </a:lnTo>
                  <a:lnTo>
                    <a:pt x="1304194" y="526416"/>
                  </a:lnTo>
                  <a:lnTo>
                    <a:pt x="1938841" y="683455"/>
                  </a:lnTo>
                  <a:lnTo>
                    <a:pt x="1944658" y="684894"/>
                  </a:lnTo>
                  <a:lnTo>
                    <a:pt x="1950474" y="685473"/>
                  </a:lnTo>
                  <a:lnTo>
                    <a:pt x="2585122" y="748632"/>
                  </a:lnTo>
                  <a:lnTo>
                    <a:pt x="2590938" y="749211"/>
                  </a:lnTo>
                  <a:lnTo>
                    <a:pt x="2596755" y="750481"/>
                  </a:lnTo>
                  <a:lnTo>
                    <a:pt x="3231402" y="889070"/>
                  </a:lnTo>
                  <a:lnTo>
                    <a:pt x="3237219" y="890340"/>
                  </a:lnTo>
                  <a:lnTo>
                    <a:pt x="3243035" y="891720"/>
                  </a:lnTo>
                  <a:lnTo>
                    <a:pt x="3877683" y="1042264"/>
                  </a:lnTo>
                  <a:lnTo>
                    <a:pt x="3883499" y="1043644"/>
                  </a:lnTo>
                  <a:lnTo>
                    <a:pt x="3889316" y="1044870"/>
                  </a:lnTo>
                  <a:lnTo>
                    <a:pt x="4523963" y="1178622"/>
                  </a:lnTo>
                  <a:lnTo>
                    <a:pt x="4529780" y="1179848"/>
                  </a:lnTo>
                  <a:lnTo>
                    <a:pt x="4535596" y="1180892"/>
                  </a:lnTo>
                  <a:lnTo>
                    <a:pt x="5170244" y="1294749"/>
                  </a:lnTo>
                  <a:lnTo>
                    <a:pt x="5176060" y="1295792"/>
                  </a:lnTo>
                  <a:lnTo>
                    <a:pt x="5181877" y="1296357"/>
                  </a:lnTo>
                  <a:lnTo>
                    <a:pt x="5816524" y="1357958"/>
                  </a:lnTo>
                  <a:lnTo>
                    <a:pt x="5822341" y="1358522"/>
                  </a:lnTo>
                  <a:lnTo>
                    <a:pt x="5828157" y="4460452"/>
                  </a:lnTo>
                  <a:lnTo>
                    <a:pt x="5822341" y="1571400"/>
                  </a:lnTo>
                  <a:lnTo>
                    <a:pt x="5816524" y="1570487"/>
                  </a:lnTo>
                  <a:lnTo>
                    <a:pt x="5181877" y="1470828"/>
                  </a:lnTo>
                  <a:lnTo>
                    <a:pt x="5176060" y="1469914"/>
                  </a:lnTo>
                  <a:lnTo>
                    <a:pt x="5170244" y="1468700"/>
                  </a:lnTo>
                  <a:lnTo>
                    <a:pt x="4535596" y="1336237"/>
                  </a:lnTo>
                  <a:lnTo>
                    <a:pt x="4529780" y="1335023"/>
                  </a:lnTo>
                  <a:lnTo>
                    <a:pt x="4523963" y="1333652"/>
                  </a:lnTo>
                  <a:lnTo>
                    <a:pt x="3889316" y="1184044"/>
                  </a:lnTo>
                  <a:lnTo>
                    <a:pt x="3883499" y="1182672"/>
                  </a:lnTo>
                  <a:lnTo>
                    <a:pt x="3877683" y="1181176"/>
                  </a:lnTo>
                  <a:lnTo>
                    <a:pt x="3243035" y="1017946"/>
                  </a:lnTo>
                  <a:lnTo>
                    <a:pt x="3237219" y="1016450"/>
                  </a:lnTo>
                  <a:lnTo>
                    <a:pt x="3231402" y="1014945"/>
                  </a:lnTo>
                  <a:lnTo>
                    <a:pt x="2596755" y="850806"/>
                  </a:lnTo>
                  <a:lnTo>
                    <a:pt x="2590938" y="849302"/>
                  </a:lnTo>
                  <a:lnTo>
                    <a:pt x="2585122" y="848340"/>
                  </a:lnTo>
                  <a:lnTo>
                    <a:pt x="1950474" y="743425"/>
                  </a:lnTo>
                  <a:lnTo>
                    <a:pt x="1944658" y="742463"/>
                  </a:lnTo>
                  <a:lnTo>
                    <a:pt x="1938841" y="740784"/>
                  </a:lnTo>
                  <a:lnTo>
                    <a:pt x="1304194" y="557561"/>
                  </a:lnTo>
                  <a:lnTo>
                    <a:pt x="1298377" y="555882"/>
                  </a:lnTo>
                  <a:lnTo>
                    <a:pt x="1292561" y="552993"/>
                  </a:lnTo>
                  <a:lnTo>
                    <a:pt x="657913" y="237818"/>
                  </a:lnTo>
                  <a:lnTo>
                    <a:pt x="652097" y="234929"/>
                  </a:lnTo>
                  <a:lnTo>
                    <a:pt x="646280" y="232836"/>
                  </a:lnTo>
                  <a:lnTo>
                    <a:pt x="11633" y="4468"/>
                  </a:lnTo>
                  <a:lnTo>
                    <a:pt x="5816" y="2375"/>
                  </a:lnTo>
                  <a:lnTo>
                    <a:pt x="0" y="4460452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809325" y="158346"/>
              <a:ext cx="5816524" cy="1358522"/>
            </a:xfrm>
            <a:custGeom>
              <a:avLst/>
              <a:pathLst>
                <a:path w="5816524" h="1358522">
                  <a:moveTo>
                    <a:pt x="0" y="0"/>
                  </a:moveTo>
                  <a:lnTo>
                    <a:pt x="5816" y="1986"/>
                  </a:lnTo>
                  <a:lnTo>
                    <a:pt x="640463" y="218701"/>
                  </a:lnTo>
                  <a:lnTo>
                    <a:pt x="646280" y="220687"/>
                  </a:lnTo>
                  <a:lnTo>
                    <a:pt x="652097" y="223426"/>
                  </a:lnTo>
                  <a:lnTo>
                    <a:pt x="1286744" y="522238"/>
                  </a:lnTo>
                  <a:lnTo>
                    <a:pt x="1292561" y="524977"/>
                  </a:lnTo>
                  <a:lnTo>
                    <a:pt x="1298377" y="526416"/>
                  </a:lnTo>
                  <a:lnTo>
                    <a:pt x="1933025" y="683455"/>
                  </a:lnTo>
                  <a:lnTo>
                    <a:pt x="1938841" y="684894"/>
                  </a:lnTo>
                  <a:lnTo>
                    <a:pt x="1944658" y="685473"/>
                  </a:lnTo>
                  <a:lnTo>
                    <a:pt x="2579305" y="748632"/>
                  </a:lnTo>
                  <a:lnTo>
                    <a:pt x="2585122" y="749211"/>
                  </a:lnTo>
                  <a:lnTo>
                    <a:pt x="2590938" y="750481"/>
                  </a:lnTo>
                  <a:lnTo>
                    <a:pt x="3225586" y="889070"/>
                  </a:lnTo>
                  <a:lnTo>
                    <a:pt x="3231402" y="890340"/>
                  </a:lnTo>
                  <a:lnTo>
                    <a:pt x="3237219" y="891720"/>
                  </a:lnTo>
                  <a:lnTo>
                    <a:pt x="3871866" y="1042264"/>
                  </a:lnTo>
                  <a:lnTo>
                    <a:pt x="3877683" y="1043644"/>
                  </a:lnTo>
                  <a:lnTo>
                    <a:pt x="3883499" y="1044870"/>
                  </a:lnTo>
                  <a:lnTo>
                    <a:pt x="4518147" y="1178622"/>
                  </a:lnTo>
                  <a:lnTo>
                    <a:pt x="4523963" y="1179848"/>
                  </a:lnTo>
                  <a:lnTo>
                    <a:pt x="4529780" y="1180892"/>
                  </a:lnTo>
                  <a:lnTo>
                    <a:pt x="5164427" y="1294749"/>
                  </a:lnTo>
                  <a:lnTo>
                    <a:pt x="5170244" y="1295792"/>
                  </a:lnTo>
                  <a:lnTo>
                    <a:pt x="5176060" y="1296357"/>
                  </a:lnTo>
                  <a:lnTo>
                    <a:pt x="5810708" y="1357958"/>
                  </a:lnTo>
                  <a:lnTo>
                    <a:pt x="5816524" y="1358522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803509" y="160722"/>
              <a:ext cx="5828157" cy="4458076"/>
            </a:xfrm>
            <a:custGeom>
              <a:avLst/>
              <a:pathLst>
                <a:path w="5828157" h="4458076">
                  <a:moveTo>
                    <a:pt x="5816" y="0"/>
                  </a:moveTo>
                  <a:lnTo>
                    <a:pt x="11633" y="2092"/>
                  </a:lnTo>
                  <a:lnTo>
                    <a:pt x="646280" y="230460"/>
                  </a:lnTo>
                  <a:lnTo>
                    <a:pt x="652097" y="232553"/>
                  </a:lnTo>
                  <a:lnTo>
                    <a:pt x="657913" y="235442"/>
                  </a:lnTo>
                  <a:lnTo>
                    <a:pt x="1292561" y="550617"/>
                  </a:lnTo>
                  <a:lnTo>
                    <a:pt x="1298377" y="553506"/>
                  </a:lnTo>
                  <a:lnTo>
                    <a:pt x="1304194" y="555185"/>
                  </a:lnTo>
                  <a:lnTo>
                    <a:pt x="1938841" y="738408"/>
                  </a:lnTo>
                  <a:lnTo>
                    <a:pt x="1944658" y="740087"/>
                  </a:lnTo>
                  <a:lnTo>
                    <a:pt x="1950474" y="741049"/>
                  </a:lnTo>
                  <a:lnTo>
                    <a:pt x="2585122" y="845964"/>
                  </a:lnTo>
                  <a:lnTo>
                    <a:pt x="2590938" y="846926"/>
                  </a:lnTo>
                  <a:lnTo>
                    <a:pt x="2596755" y="848430"/>
                  </a:lnTo>
                  <a:lnTo>
                    <a:pt x="3231402" y="1012570"/>
                  </a:lnTo>
                  <a:lnTo>
                    <a:pt x="3237219" y="1014074"/>
                  </a:lnTo>
                  <a:lnTo>
                    <a:pt x="3243035" y="1015570"/>
                  </a:lnTo>
                  <a:lnTo>
                    <a:pt x="3877683" y="1178801"/>
                  </a:lnTo>
                  <a:lnTo>
                    <a:pt x="3883499" y="1180297"/>
                  </a:lnTo>
                  <a:lnTo>
                    <a:pt x="3889316" y="1181668"/>
                  </a:lnTo>
                  <a:lnTo>
                    <a:pt x="4523963" y="1331276"/>
                  </a:lnTo>
                  <a:lnTo>
                    <a:pt x="4529780" y="1332648"/>
                  </a:lnTo>
                  <a:lnTo>
                    <a:pt x="4535596" y="1333862"/>
                  </a:lnTo>
                  <a:lnTo>
                    <a:pt x="5170244" y="1466325"/>
                  </a:lnTo>
                  <a:lnTo>
                    <a:pt x="5176060" y="1467539"/>
                  </a:lnTo>
                  <a:lnTo>
                    <a:pt x="5181877" y="1468452"/>
                  </a:lnTo>
                  <a:lnTo>
                    <a:pt x="5816524" y="1568111"/>
                  </a:lnTo>
                  <a:lnTo>
                    <a:pt x="5822341" y="1569024"/>
                  </a:lnTo>
                  <a:lnTo>
                    <a:pt x="5828157" y="4458076"/>
                  </a:lnTo>
                  <a:lnTo>
                    <a:pt x="5822341" y="1824654"/>
                  </a:lnTo>
                  <a:lnTo>
                    <a:pt x="5816524" y="1823907"/>
                  </a:lnTo>
                  <a:lnTo>
                    <a:pt x="5181877" y="1742387"/>
                  </a:lnTo>
                  <a:lnTo>
                    <a:pt x="5176060" y="1741640"/>
                  </a:lnTo>
                  <a:lnTo>
                    <a:pt x="5170244" y="1740782"/>
                  </a:lnTo>
                  <a:lnTo>
                    <a:pt x="4535596" y="1647164"/>
                  </a:lnTo>
                  <a:lnTo>
                    <a:pt x="4529780" y="1646306"/>
                  </a:lnTo>
                  <a:lnTo>
                    <a:pt x="4523963" y="1645359"/>
                  </a:lnTo>
                  <a:lnTo>
                    <a:pt x="3889316" y="1541996"/>
                  </a:lnTo>
                  <a:lnTo>
                    <a:pt x="3883499" y="1541048"/>
                  </a:lnTo>
                  <a:lnTo>
                    <a:pt x="3877683" y="1540104"/>
                  </a:lnTo>
                  <a:lnTo>
                    <a:pt x="3243035" y="1437046"/>
                  </a:lnTo>
                  <a:lnTo>
                    <a:pt x="3237219" y="1436102"/>
                  </a:lnTo>
                  <a:lnTo>
                    <a:pt x="3231402" y="1435125"/>
                  </a:lnTo>
                  <a:lnTo>
                    <a:pt x="2596755" y="1328478"/>
                  </a:lnTo>
                  <a:lnTo>
                    <a:pt x="2590938" y="1327501"/>
                  </a:lnTo>
                  <a:lnTo>
                    <a:pt x="2585122" y="1326604"/>
                  </a:lnTo>
                  <a:lnTo>
                    <a:pt x="1950474" y="1228762"/>
                  </a:lnTo>
                  <a:lnTo>
                    <a:pt x="1944658" y="1227865"/>
                  </a:lnTo>
                  <a:lnTo>
                    <a:pt x="1938841" y="1226694"/>
                  </a:lnTo>
                  <a:lnTo>
                    <a:pt x="1304194" y="1098890"/>
                  </a:lnTo>
                  <a:lnTo>
                    <a:pt x="1298377" y="1097718"/>
                  </a:lnTo>
                  <a:lnTo>
                    <a:pt x="1292561" y="1096228"/>
                  </a:lnTo>
                  <a:lnTo>
                    <a:pt x="657913" y="933615"/>
                  </a:lnTo>
                  <a:lnTo>
                    <a:pt x="652097" y="932125"/>
                  </a:lnTo>
                  <a:lnTo>
                    <a:pt x="646280" y="930915"/>
                  </a:lnTo>
                  <a:lnTo>
                    <a:pt x="11633" y="798967"/>
                  </a:lnTo>
                  <a:lnTo>
                    <a:pt x="5816" y="797757"/>
                  </a:lnTo>
                  <a:lnTo>
                    <a:pt x="0" y="4458076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809325" y="160722"/>
              <a:ext cx="5816524" cy="1569024"/>
            </a:xfrm>
            <a:custGeom>
              <a:avLst/>
              <a:pathLst>
                <a:path w="5816524" h="1569024">
                  <a:moveTo>
                    <a:pt x="0" y="0"/>
                  </a:moveTo>
                  <a:lnTo>
                    <a:pt x="5816" y="2092"/>
                  </a:lnTo>
                  <a:lnTo>
                    <a:pt x="640463" y="230460"/>
                  </a:lnTo>
                  <a:lnTo>
                    <a:pt x="646280" y="232553"/>
                  </a:lnTo>
                  <a:lnTo>
                    <a:pt x="652097" y="235442"/>
                  </a:lnTo>
                  <a:lnTo>
                    <a:pt x="1286744" y="550617"/>
                  </a:lnTo>
                  <a:lnTo>
                    <a:pt x="1292561" y="553506"/>
                  </a:lnTo>
                  <a:lnTo>
                    <a:pt x="1298377" y="555185"/>
                  </a:lnTo>
                  <a:lnTo>
                    <a:pt x="1933025" y="738408"/>
                  </a:lnTo>
                  <a:lnTo>
                    <a:pt x="1938841" y="740087"/>
                  </a:lnTo>
                  <a:lnTo>
                    <a:pt x="1944658" y="741049"/>
                  </a:lnTo>
                  <a:lnTo>
                    <a:pt x="2579305" y="845964"/>
                  </a:lnTo>
                  <a:lnTo>
                    <a:pt x="2585122" y="846926"/>
                  </a:lnTo>
                  <a:lnTo>
                    <a:pt x="2590938" y="848430"/>
                  </a:lnTo>
                  <a:lnTo>
                    <a:pt x="3225586" y="1012570"/>
                  </a:lnTo>
                  <a:lnTo>
                    <a:pt x="3231402" y="1014074"/>
                  </a:lnTo>
                  <a:lnTo>
                    <a:pt x="3237219" y="1015570"/>
                  </a:lnTo>
                  <a:lnTo>
                    <a:pt x="3871866" y="1178801"/>
                  </a:lnTo>
                  <a:lnTo>
                    <a:pt x="3877683" y="1180297"/>
                  </a:lnTo>
                  <a:lnTo>
                    <a:pt x="3883499" y="1181668"/>
                  </a:lnTo>
                  <a:lnTo>
                    <a:pt x="4518147" y="1331276"/>
                  </a:lnTo>
                  <a:lnTo>
                    <a:pt x="4523963" y="1332648"/>
                  </a:lnTo>
                  <a:lnTo>
                    <a:pt x="4529780" y="1333862"/>
                  </a:lnTo>
                  <a:lnTo>
                    <a:pt x="5164427" y="1466325"/>
                  </a:lnTo>
                  <a:lnTo>
                    <a:pt x="5170244" y="1467539"/>
                  </a:lnTo>
                  <a:lnTo>
                    <a:pt x="5176060" y="1468452"/>
                  </a:lnTo>
                  <a:lnTo>
                    <a:pt x="5810708" y="1568111"/>
                  </a:lnTo>
                  <a:lnTo>
                    <a:pt x="5816524" y="1569024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803509" y="958480"/>
              <a:ext cx="5828157" cy="3660318"/>
            </a:xfrm>
            <a:custGeom>
              <a:avLst/>
              <a:pathLst>
                <a:path w="5828157" h="3660318">
                  <a:moveTo>
                    <a:pt x="5816" y="0"/>
                  </a:moveTo>
                  <a:lnTo>
                    <a:pt x="11633" y="1209"/>
                  </a:lnTo>
                  <a:lnTo>
                    <a:pt x="646280" y="133158"/>
                  </a:lnTo>
                  <a:lnTo>
                    <a:pt x="652097" y="134367"/>
                  </a:lnTo>
                  <a:lnTo>
                    <a:pt x="657913" y="135857"/>
                  </a:lnTo>
                  <a:lnTo>
                    <a:pt x="1292561" y="298470"/>
                  </a:lnTo>
                  <a:lnTo>
                    <a:pt x="1298377" y="299961"/>
                  </a:lnTo>
                  <a:lnTo>
                    <a:pt x="1304194" y="301132"/>
                  </a:lnTo>
                  <a:lnTo>
                    <a:pt x="1938841" y="428936"/>
                  </a:lnTo>
                  <a:lnTo>
                    <a:pt x="1944658" y="430107"/>
                  </a:lnTo>
                  <a:lnTo>
                    <a:pt x="1950474" y="431004"/>
                  </a:lnTo>
                  <a:lnTo>
                    <a:pt x="2585122" y="528846"/>
                  </a:lnTo>
                  <a:lnTo>
                    <a:pt x="2590938" y="529743"/>
                  </a:lnTo>
                  <a:lnTo>
                    <a:pt x="2596755" y="530720"/>
                  </a:lnTo>
                  <a:lnTo>
                    <a:pt x="3231402" y="637367"/>
                  </a:lnTo>
                  <a:lnTo>
                    <a:pt x="3237219" y="638344"/>
                  </a:lnTo>
                  <a:lnTo>
                    <a:pt x="3243035" y="639289"/>
                  </a:lnTo>
                  <a:lnTo>
                    <a:pt x="3877683" y="742346"/>
                  </a:lnTo>
                  <a:lnTo>
                    <a:pt x="3883499" y="743290"/>
                  </a:lnTo>
                  <a:lnTo>
                    <a:pt x="3889316" y="744238"/>
                  </a:lnTo>
                  <a:lnTo>
                    <a:pt x="4523963" y="847601"/>
                  </a:lnTo>
                  <a:lnTo>
                    <a:pt x="4529780" y="848548"/>
                  </a:lnTo>
                  <a:lnTo>
                    <a:pt x="4535596" y="849406"/>
                  </a:lnTo>
                  <a:lnTo>
                    <a:pt x="5170244" y="943024"/>
                  </a:lnTo>
                  <a:lnTo>
                    <a:pt x="5176060" y="943882"/>
                  </a:lnTo>
                  <a:lnTo>
                    <a:pt x="5181877" y="944630"/>
                  </a:lnTo>
                  <a:lnTo>
                    <a:pt x="5816524" y="1026149"/>
                  </a:lnTo>
                  <a:lnTo>
                    <a:pt x="5822341" y="1026896"/>
                  </a:lnTo>
                  <a:lnTo>
                    <a:pt x="5828157" y="3660318"/>
                  </a:lnTo>
                  <a:lnTo>
                    <a:pt x="5822341" y="1194989"/>
                  </a:lnTo>
                  <a:lnTo>
                    <a:pt x="5816524" y="1193943"/>
                  </a:lnTo>
                  <a:lnTo>
                    <a:pt x="5181877" y="1079860"/>
                  </a:lnTo>
                  <a:lnTo>
                    <a:pt x="5176060" y="1078814"/>
                  </a:lnTo>
                  <a:lnTo>
                    <a:pt x="5170244" y="1077808"/>
                  </a:lnTo>
                  <a:lnTo>
                    <a:pt x="4535596" y="968048"/>
                  </a:lnTo>
                  <a:lnTo>
                    <a:pt x="4529780" y="967042"/>
                  </a:lnTo>
                  <a:lnTo>
                    <a:pt x="4523963" y="965966"/>
                  </a:lnTo>
                  <a:lnTo>
                    <a:pt x="3889316" y="848652"/>
                  </a:lnTo>
                  <a:lnTo>
                    <a:pt x="3883499" y="847576"/>
                  </a:lnTo>
                  <a:lnTo>
                    <a:pt x="3877683" y="846519"/>
                  </a:lnTo>
                  <a:lnTo>
                    <a:pt x="3243035" y="731201"/>
                  </a:lnTo>
                  <a:lnTo>
                    <a:pt x="3237219" y="730144"/>
                  </a:lnTo>
                  <a:lnTo>
                    <a:pt x="3231402" y="729038"/>
                  </a:lnTo>
                  <a:lnTo>
                    <a:pt x="2596755" y="608379"/>
                  </a:lnTo>
                  <a:lnTo>
                    <a:pt x="2590938" y="607273"/>
                  </a:lnTo>
                  <a:lnTo>
                    <a:pt x="2585122" y="606171"/>
                  </a:lnTo>
                  <a:lnTo>
                    <a:pt x="1950474" y="485843"/>
                  </a:lnTo>
                  <a:lnTo>
                    <a:pt x="1944658" y="484741"/>
                  </a:lnTo>
                  <a:lnTo>
                    <a:pt x="1938841" y="483427"/>
                  </a:lnTo>
                  <a:lnTo>
                    <a:pt x="1304194" y="340085"/>
                  </a:lnTo>
                  <a:lnTo>
                    <a:pt x="1298377" y="338771"/>
                  </a:lnTo>
                  <a:lnTo>
                    <a:pt x="1292561" y="337198"/>
                  </a:lnTo>
                  <a:lnTo>
                    <a:pt x="657913" y="165529"/>
                  </a:lnTo>
                  <a:lnTo>
                    <a:pt x="652097" y="163956"/>
                  </a:lnTo>
                  <a:lnTo>
                    <a:pt x="646280" y="162643"/>
                  </a:lnTo>
                  <a:lnTo>
                    <a:pt x="11633" y="19379"/>
                  </a:lnTo>
                  <a:lnTo>
                    <a:pt x="5816" y="18066"/>
                  </a:lnTo>
                  <a:lnTo>
                    <a:pt x="0" y="3660318"/>
                  </a:lnTo>
                  <a:close/>
                </a:path>
              </a:pathLst>
            </a:custGeom>
            <a:solidFill>
              <a:srgbClr val="D458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809325" y="958480"/>
              <a:ext cx="5816524" cy="1026896"/>
            </a:xfrm>
            <a:custGeom>
              <a:avLst/>
              <a:pathLst>
                <a:path w="5816524" h="1026896">
                  <a:moveTo>
                    <a:pt x="0" y="0"/>
                  </a:moveTo>
                  <a:lnTo>
                    <a:pt x="5816" y="1209"/>
                  </a:lnTo>
                  <a:lnTo>
                    <a:pt x="640463" y="133158"/>
                  </a:lnTo>
                  <a:lnTo>
                    <a:pt x="646280" y="134367"/>
                  </a:lnTo>
                  <a:lnTo>
                    <a:pt x="652097" y="135857"/>
                  </a:lnTo>
                  <a:lnTo>
                    <a:pt x="1286744" y="298470"/>
                  </a:lnTo>
                  <a:lnTo>
                    <a:pt x="1292561" y="299961"/>
                  </a:lnTo>
                  <a:lnTo>
                    <a:pt x="1298377" y="301132"/>
                  </a:lnTo>
                  <a:lnTo>
                    <a:pt x="1933025" y="428936"/>
                  </a:lnTo>
                  <a:lnTo>
                    <a:pt x="1938841" y="430107"/>
                  </a:lnTo>
                  <a:lnTo>
                    <a:pt x="1944658" y="431004"/>
                  </a:lnTo>
                  <a:lnTo>
                    <a:pt x="2579305" y="528846"/>
                  </a:lnTo>
                  <a:lnTo>
                    <a:pt x="2585122" y="529743"/>
                  </a:lnTo>
                  <a:lnTo>
                    <a:pt x="2590938" y="530720"/>
                  </a:lnTo>
                  <a:lnTo>
                    <a:pt x="3225586" y="637367"/>
                  </a:lnTo>
                  <a:lnTo>
                    <a:pt x="3231402" y="638344"/>
                  </a:lnTo>
                  <a:lnTo>
                    <a:pt x="3237219" y="639289"/>
                  </a:lnTo>
                  <a:lnTo>
                    <a:pt x="3871866" y="742346"/>
                  </a:lnTo>
                  <a:lnTo>
                    <a:pt x="3877683" y="743290"/>
                  </a:lnTo>
                  <a:lnTo>
                    <a:pt x="3883499" y="744238"/>
                  </a:lnTo>
                  <a:lnTo>
                    <a:pt x="4518147" y="847601"/>
                  </a:lnTo>
                  <a:lnTo>
                    <a:pt x="4523963" y="848548"/>
                  </a:lnTo>
                  <a:lnTo>
                    <a:pt x="4529780" y="849406"/>
                  </a:lnTo>
                  <a:lnTo>
                    <a:pt x="5164427" y="943024"/>
                  </a:lnTo>
                  <a:lnTo>
                    <a:pt x="5170244" y="943882"/>
                  </a:lnTo>
                  <a:lnTo>
                    <a:pt x="5176060" y="944630"/>
                  </a:lnTo>
                  <a:lnTo>
                    <a:pt x="5810708" y="1026149"/>
                  </a:lnTo>
                  <a:lnTo>
                    <a:pt x="5816524" y="1026896"/>
                  </a:lnTo>
                </a:path>
              </a:pathLst>
            </a:custGeom>
            <a:ln w="13550" cap="flat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803509" y="976547"/>
              <a:ext cx="5828157" cy="3642252"/>
            </a:xfrm>
            <a:custGeom>
              <a:avLst/>
              <a:pathLst>
                <a:path w="5828157" h="3642252">
                  <a:moveTo>
                    <a:pt x="5816" y="0"/>
                  </a:moveTo>
                  <a:lnTo>
                    <a:pt x="11633" y="1313"/>
                  </a:lnTo>
                  <a:lnTo>
                    <a:pt x="646280" y="144576"/>
                  </a:lnTo>
                  <a:lnTo>
                    <a:pt x="652097" y="145889"/>
                  </a:lnTo>
                  <a:lnTo>
                    <a:pt x="657913" y="147463"/>
                  </a:lnTo>
                  <a:lnTo>
                    <a:pt x="1292561" y="319131"/>
                  </a:lnTo>
                  <a:lnTo>
                    <a:pt x="1298377" y="320705"/>
                  </a:lnTo>
                  <a:lnTo>
                    <a:pt x="1304194" y="322018"/>
                  </a:lnTo>
                  <a:lnTo>
                    <a:pt x="1938841" y="465360"/>
                  </a:lnTo>
                  <a:lnTo>
                    <a:pt x="1944658" y="466674"/>
                  </a:lnTo>
                  <a:lnTo>
                    <a:pt x="1950474" y="467777"/>
                  </a:lnTo>
                  <a:lnTo>
                    <a:pt x="2585122" y="588104"/>
                  </a:lnTo>
                  <a:lnTo>
                    <a:pt x="2590938" y="589207"/>
                  </a:lnTo>
                  <a:lnTo>
                    <a:pt x="2596755" y="590313"/>
                  </a:lnTo>
                  <a:lnTo>
                    <a:pt x="3231402" y="710972"/>
                  </a:lnTo>
                  <a:lnTo>
                    <a:pt x="3237219" y="712078"/>
                  </a:lnTo>
                  <a:lnTo>
                    <a:pt x="3243035" y="713134"/>
                  </a:lnTo>
                  <a:lnTo>
                    <a:pt x="3877683" y="828453"/>
                  </a:lnTo>
                  <a:lnTo>
                    <a:pt x="3883499" y="829510"/>
                  </a:lnTo>
                  <a:lnTo>
                    <a:pt x="3889316" y="830585"/>
                  </a:lnTo>
                  <a:lnTo>
                    <a:pt x="4523963" y="947900"/>
                  </a:lnTo>
                  <a:lnTo>
                    <a:pt x="4529780" y="948975"/>
                  </a:lnTo>
                  <a:lnTo>
                    <a:pt x="4535596" y="949981"/>
                  </a:lnTo>
                  <a:lnTo>
                    <a:pt x="5170244" y="1059742"/>
                  </a:lnTo>
                  <a:lnTo>
                    <a:pt x="5176060" y="1060748"/>
                  </a:lnTo>
                  <a:lnTo>
                    <a:pt x="5181877" y="1061793"/>
                  </a:lnTo>
                  <a:lnTo>
                    <a:pt x="5816524" y="1175876"/>
                  </a:lnTo>
                  <a:lnTo>
                    <a:pt x="5822341" y="1176922"/>
                  </a:lnTo>
                  <a:lnTo>
                    <a:pt x="5828157" y="3642252"/>
                  </a:lnTo>
                  <a:lnTo>
                    <a:pt x="5822341" y="3120743"/>
                  </a:lnTo>
                  <a:lnTo>
                    <a:pt x="5816524" y="3120468"/>
                  </a:lnTo>
                  <a:lnTo>
                    <a:pt x="5181877" y="3090536"/>
                  </a:lnTo>
                  <a:lnTo>
                    <a:pt x="5176060" y="3090262"/>
                  </a:lnTo>
                  <a:lnTo>
                    <a:pt x="5170244" y="3090007"/>
                  </a:lnTo>
                  <a:lnTo>
                    <a:pt x="4535596" y="3062258"/>
                  </a:lnTo>
                  <a:lnTo>
                    <a:pt x="4529780" y="3062004"/>
                  </a:lnTo>
                  <a:lnTo>
                    <a:pt x="4523963" y="3061658"/>
                  </a:lnTo>
                  <a:lnTo>
                    <a:pt x="3889316" y="3023953"/>
                  </a:lnTo>
                  <a:lnTo>
                    <a:pt x="3883499" y="3023608"/>
                  </a:lnTo>
                  <a:lnTo>
                    <a:pt x="3877683" y="3023268"/>
                  </a:lnTo>
                  <a:lnTo>
                    <a:pt x="3243035" y="2986233"/>
                  </a:lnTo>
                  <a:lnTo>
                    <a:pt x="3237219" y="2985893"/>
                  </a:lnTo>
                  <a:lnTo>
                    <a:pt x="3231402" y="2985492"/>
                  </a:lnTo>
                  <a:lnTo>
                    <a:pt x="2596755" y="2941696"/>
                  </a:lnTo>
                  <a:lnTo>
                    <a:pt x="2590938" y="2941295"/>
                  </a:lnTo>
                  <a:lnTo>
                    <a:pt x="2585122" y="2940833"/>
                  </a:lnTo>
                  <a:lnTo>
                    <a:pt x="1950474" y="2890448"/>
                  </a:lnTo>
                  <a:lnTo>
                    <a:pt x="1944658" y="2889986"/>
                  </a:lnTo>
                  <a:lnTo>
                    <a:pt x="1938841" y="2889291"/>
                  </a:lnTo>
                  <a:lnTo>
                    <a:pt x="1304194" y="2813485"/>
                  </a:lnTo>
                  <a:lnTo>
                    <a:pt x="1298377" y="2812790"/>
                  </a:lnTo>
                  <a:lnTo>
                    <a:pt x="1292561" y="2811678"/>
                  </a:lnTo>
                  <a:lnTo>
                    <a:pt x="657913" y="2690394"/>
                  </a:lnTo>
                  <a:lnTo>
                    <a:pt x="652097" y="2689283"/>
                  </a:lnTo>
                  <a:lnTo>
                    <a:pt x="646280" y="2688273"/>
                  </a:lnTo>
                  <a:lnTo>
                    <a:pt x="11633" y="2578118"/>
                  </a:lnTo>
                  <a:lnTo>
                    <a:pt x="5816" y="2577108"/>
                  </a:lnTo>
                  <a:lnTo>
                    <a:pt x="0" y="3642252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809325" y="976547"/>
              <a:ext cx="5816524" cy="1176922"/>
            </a:xfrm>
            <a:custGeom>
              <a:avLst/>
              <a:pathLst>
                <a:path w="5816524" h="1176922">
                  <a:moveTo>
                    <a:pt x="0" y="0"/>
                  </a:moveTo>
                  <a:lnTo>
                    <a:pt x="5816" y="1313"/>
                  </a:lnTo>
                  <a:lnTo>
                    <a:pt x="640463" y="144576"/>
                  </a:lnTo>
                  <a:lnTo>
                    <a:pt x="646280" y="145889"/>
                  </a:lnTo>
                  <a:lnTo>
                    <a:pt x="652097" y="147463"/>
                  </a:lnTo>
                  <a:lnTo>
                    <a:pt x="1286744" y="319131"/>
                  </a:lnTo>
                  <a:lnTo>
                    <a:pt x="1292561" y="320705"/>
                  </a:lnTo>
                  <a:lnTo>
                    <a:pt x="1298377" y="322018"/>
                  </a:lnTo>
                  <a:lnTo>
                    <a:pt x="1933025" y="465360"/>
                  </a:lnTo>
                  <a:lnTo>
                    <a:pt x="1938841" y="466674"/>
                  </a:lnTo>
                  <a:lnTo>
                    <a:pt x="1944658" y="467777"/>
                  </a:lnTo>
                  <a:lnTo>
                    <a:pt x="2579305" y="588104"/>
                  </a:lnTo>
                  <a:lnTo>
                    <a:pt x="2585122" y="589207"/>
                  </a:lnTo>
                  <a:lnTo>
                    <a:pt x="2590938" y="590313"/>
                  </a:lnTo>
                  <a:lnTo>
                    <a:pt x="3225586" y="710972"/>
                  </a:lnTo>
                  <a:lnTo>
                    <a:pt x="3231402" y="712078"/>
                  </a:lnTo>
                  <a:lnTo>
                    <a:pt x="3237219" y="713134"/>
                  </a:lnTo>
                  <a:lnTo>
                    <a:pt x="3871866" y="828453"/>
                  </a:lnTo>
                  <a:lnTo>
                    <a:pt x="3877683" y="829510"/>
                  </a:lnTo>
                  <a:lnTo>
                    <a:pt x="3883499" y="830585"/>
                  </a:lnTo>
                  <a:lnTo>
                    <a:pt x="4518147" y="947900"/>
                  </a:lnTo>
                  <a:lnTo>
                    <a:pt x="4523963" y="948975"/>
                  </a:lnTo>
                  <a:lnTo>
                    <a:pt x="4529780" y="949981"/>
                  </a:lnTo>
                  <a:lnTo>
                    <a:pt x="5164427" y="1059742"/>
                  </a:lnTo>
                  <a:lnTo>
                    <a:pt x="5170244" y="1060748"/>
                  </a:lnTo>
                  <a:lnTo>
                    <a:pt x="5176060" y="1061793"/>
                  </a:lnTo>
                  <a:lnTo>
                    <a:pt x="5810708" y="1175876"/>
                  </a:lnTo>
                  <a:lnTo>
                    <a:pt x="5816524" y="1176922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803509" y="3553655"/>
              <a:ext cx="5828157" cy="1065143"/>
            </a:xfrm>
            <a:custGeom>
              <a:avLst/>
              <a:pathLst>
                <a:path w="5828157" h="1065143">
                  <a:moveTo>
                    <a:pt x="5816" y="0"/>
                  </a:moveTo>
                  <a:lnTo>
                    <a:pt x="11633" y="1009"/>
                  </a:lnTo>
                  <a:lnTo>
                    <a:pt x="646280" y="111165"/>
                  </a:lnTo>
                  <a:lnTo>
                    <a:pt x="652097" y="112174"/>
                  </a:lnTo>
                  <a:lnTo>
                    <a:pt x="657913" y="113286"/>
                  </a:lnTo>
                  <a:lnTo>
                    <a:pt x="1292561" y="234570"/>
                  </a:lnTo>
                  <a:lnTo>
                    <a:pt x="1298377" y="235681"/>
                  </a:lnTo>
                  <a:lnTo>
                    <a:pt x="1304194" y="236376"/>
                  </a:lnTo>
                  <a:lnTo>
                    <a:pt x="1938841" y="312182"/>
                  </a:lnTo>
                  <a:lnTo>
                    <a:pt x="1944658" y="312877"/>
                  </a:lnTo>
                  <a:lnTo>
                    <a:pt x="1950474" y="313339"/>
                  </a:lnTo>
                  <a:lnTo>
                    <a:pt x="2585122" y="363725"/>
                  </a:lnTo>
                  <a:lnTo>
                    <a:pt x="2590938" y="364186"/>
                  </a:lnTo>
                  <a:lnTo>
                    <a:pt x="2596755" y="364588"/>
                  </a:lnTo>
                  <a:lnTo>
                    <a:pt x="3231402" y="408383"/>
                  </a:lnTo>
                  <a:lnTo>
                    <a:pt x="3237219" y="408785"/>
                  </a:lnTo>
                  <a:lnTo>
                    <a:pt x="3243035" y="409124"/>
                  </a:lnTo>
                  <a:lnTo>
                    <a:pt x="3877683" y="446160"/>
                  </a:lnTo>
                  <a:lnTo>
                    <a:pt x="3883499" y="446499"/>
                  </a:lnTo>
                  <a:lnTo>
                    <a:pt x="3889316" y="446845"/>
                  </a:lnTo>
                  <a:lnTo>
                    <a:pt x="4523963" y="484550"/>
                  </a:lnTo>
                  <a:lnTo>
                    <a:pt x="4529780" y="484895"/>
                  </a:lnTo>
                  <a:lnTo>
                    <a:pt x="4535596" y="485150"/>
                  </a:lnTo>
                  <a:lnTo>
                    <a:pt x="5170244" y="512899"/>
                  </a:lnTo>
                  <a:lnTo>
                    <a:pt x="5176060" y="513153"/>
                  </a:lnTo>
                  <a:lnTo>
                    <a:pt x="5181877" y="513427"/>
                  </a:lnTo>
                  <a:lnTo>
                    <a:pt x="5816524" y="543360"/>
                  </a:lnTo>
                  <a:lnTo>
                    <a:pt x="5822341" y="543634"/>
                  </a:lnTo>
                  <a:lnTo>
                    <a:pt x="5828157" y="1065143"/>
                  </a:lnTo>
                  <a:lnTo>
                    <a:pt x="5822341" y="1065143"/>
                  </a:lnTo>
                  <a:lnTo>
                    <a:pt x="5816524" y="1065143"/>
                  </a:lnTo>
                  <a:lnTo>
                    <a:pt x="5181877" y="1065143"/>
                  </a:lnTo>
                  <a:lnTo>
                    <a:pt x="5176060" y="1065143"/>
                  </a:lnTo>
                  <a:lnTo>
                    <a:pt x="5170244" y="1065143"/>
                  </a:lnTo>
                  <a:lnTo>
                    <a:pt x="4535596" y="1065143"/>
                  </a:lnTo>
                  <a:lnTo>
                    <a:pt x="4529780" y="1065143"/>
                  </a:lnTo>
                  <a:lnTo>
                    <a:pt x="4523963" y="1065143"/>
                  </a:lnTo>
                  <a:lnTo>
                    <a:pt x="3889316" y="1065143"/>
                  </a:lnTo>
                  <a:lnTo>
                    <a:pt x="3883499" y="1065143"/>
                  </a:lnTo>
                  <a:lnTo>
                    <a:pt x="3877683" y="1065143"/>
                  </a:lnTo>
                  <a:lnTo>
                    <a:pt x="3243035" y="1065143"/>
                  </a:lnTo>
                  <a:lnTo>
                    <a:pt x="3237219" y="1065143"/>
                  </a:lnTo>
                  <a:lnTo>
                    <a:pt x="3231402" y="1065143"/>
                  </a:lnTo>
                  <a:lnTo>
                    <a:pt x="2596755" y="1065143"/>
                  </a:lnTo>
                  <a:lnTo>
                    <a:pt x="2590938" y="1065143"/>
                  </a:lnTo>
                  <a:lnTo>
                    <a:pt x="2585122" y="1065143"/>
                  </a:lnTo>
                  <a:lnTo>
                    <a:pt x="1950474" y="1065143"/>
                  </a:lnTo>
                  <a:lnTo>
                    <a:pt x="1944658" y="1065143"/>
                  </a:lnTo>
                  <a:lnTo>
                    <a:pt x="1938841" y="1065143"/>
                  </a:lnTo>
                  <a:lnTo>
                    <a:pt x="1304194" y="1065143"/>
                  </a:lnTo>
                  <a:lnTo>
                    <a:pt x="1298377" y="1065143"/>
                  </a:lnTo>
                  <a:lnTo>
                    <a:pt x="1292561" y="1065143"/>
                  </a:lnTo>
                  <a:lnTo>
                    <a:pt x="657913" y="1065143"/>
                  </a:lnTo>
                  <a:lnTo>
                    <a:pt x="652097" y="1065143"/>
                  </a:lnTo>
                  <a:lnTo>
                    <a:pt x="646280" y="1065143"/>
                  </a:lnTo>
                  <a:lnTo>
                    <a:pt x="11633" y="1065143"/>
                  </a:lnTo>
                  <a:lnTo>
                    <a:pt x="5816" y="1065143"/>
                  </a:lnTo>
                  <a:lnTo>
                    <a:pt x="0" y="1065143"/>
                  </a:lnTo>
                  <a:close/>
                </a:path>
              </a:pathLst>
            </a:custGeom>
            <a:solidFill>
              <a:srgbClr val="611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809325" y="3553655"/>
              <a:ext cx="5816524" cy="543634"/>
            </a:xfrm>
            <a:custGeom>
              <a:avLst/>
              <a:pathLst>
                <a:path w="5816524" h="543634">
                  <a:moveTo>
                    <a:pt x="0" y="0"/>
                  </a:moveTo>
                  <a:lnTo>
                    <a:pt x="5816" y="1009"/>
                  </a:lnTo>
                  <a:lnTo>
                    <a:pt x="640463" y="111165"/>
                  </a:lnTo>
                  <a:lnTo>
                    <a:pt x="646280" y="112174"/>
                  </a:lnTo>
                  <a:lnTo>
                    <a:pt x="652097" y="113286"/>
                  </a:lnTo>
                  <a:lnTo>
                    <a:pt x="1286744" y="234570"/>
                  </a:lnTo>
                  <a:lnTo>
                    <a:pt x="1292561" y="235681"/>
                  </a:lnTo>
                  <a:lnTo>
                    <a:pt x="1298377" y="236376"/>
                  </a:lnTo>
                  <a:lnTo>
                    <a:pt x="1933025" y="312182"/>
                  </a:lnTo>
                  <a:lnTo>
                    <a:pt x="1938841" y="312877"/>
                  </a:lnTo>
                  <a:lnTo>
                    <a:pt x="1944658" y="313339"/>
                  </a:lnTo>
                  <a:lnTo>
                    <a:pt x="2579305" y="363725"/>
                  </a:lnTo>
                  <a:lnTo>
                    <a:pt x="2585122" y="364186"/>
                  </a:lnTo>
                  <a:lnTo>
                    <a:pt x="2590938" y="364588"/>
                  </a:lnTo>
                  <a:lnTo>
                    <a:pt x="3225586" y="408383"/>
                  </a:lnTo>
                  <a:lnTo>
                    <a:pt x="3231402" y="408785"/>
                  </a:lnTo>
                  <a:lnTo>
                    <a:pt x="3237219" y="409124"/>
                  </a:lnTo>
                  <a:lnTo>
                    <a:pt x="3871866" y="446160"/>
                  </a:lnTo>
                  <a:lnTo>
                    <a:pt x="3877683" y="446499"/>
                  </a:lnTo>
                  <a:lnTo>
                    <a:pt x="3883499" y="446845"/>
                  </a:lnTo>
                  <a:lnTo>
                    <a:pt x="4518147" y="484550"/>
                  </a:lnTo>
                  <a:lnTo>
                    <a:pt x="4523963" y="484895"/>
                  </a:lnTo>
                  <a:lnTo>
                    <a:pt x="4529780" y="485150"/>
                  </a:lnTo>
                  <a:lnTo>
                    <a:pt x="5164427" y="512899"/>
                  </a:lnTo>
                  <a:lnTo>
                    <a:pt x="5170244" y="513153"/>
                  </a:lnTo>
                  <a:lnTo>
                    <a:pt x="5176060" y="513427"/>
                  </a:lnTo>
                  <a:lnTo>
                    <a:pt x="5810708" y="543360"/>
                  </a:lnTo>
                  <a:lnTo>
                    <a:pt x="5816524" y="543634"/>
                  </a:lnTo>
                </a:path>
              </a:pathLst>
            </a:custGeom>
            <a:ln w="13550" cap="flat">
              <a:solidFill>
                <a:srgbClr val="6116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6690478" y="1493381"/>
              <a:ext cx="1177393" cy="259853"/>
            </a:xfrm>
            <a:custGeom>
              <a:avLst/>
              <a:pathLst>
                <a:path w="1177393" h="259853">
                  <a:moveTo>
                    <a:pt x="41148" y="259853"/>
                  </a:moveTo>
                  <a:lnTo>
                    <a:pt x="1177393" y="259853"/>
                  </a:lnTo>
                  <a:lnTo>
                    <a:pt x="1177393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6708766" y="1536020"/>
              <a:ext cx="1359433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Arial"/>
                  <a:cs typeface="Arial"/>
                </a:rPr>
                <a:t>Electrification</a:t>
              </a:r>
            </a:p>
          </p:txBody>
        </p:sp>
        <p:sp>
          <p:nvSpPr>
            <p:cNvPr id="22" name="pg21"/>
            <p:cNvSpPr/>
            <p:nvPr/>
          </p:nvSpPr>
          <p:spPr>
            <a:xfrm>
              <a:off x="6690478" y="1727635"/>
              <a:ext cx="1177393" cy="259853"/>
            </a:xfrm>
            <a:custGeom>
              <a:avLst/>
              <a:pathLst>
                <a:path w="1177393" h="259853">
                  <a:moveTo>
                    <a:pt x="41148" y="259853"/>
                  </a:moveTo>
                  <a:lnTo>
                    <a:pt x="1144660" y="259853"/>
                  </a:lnTo>
                  <a:lnTo>
                    <a:pt x="1143004" y="259820"/>
                  </a:lnTo>
                  <a:lnTo>
                    <a:pt x="1149620" y="259553"/>
                  </a:lnTo>
                  <a:lnTo>
                    <a:pt x="1156109" y="258229"/>
                  </a:lnTo>
                  <a:lnTo>
                    <a:pt x="1162300" y="255881"/>
                  </a:lnTo>
                  <a:lnTo>
                    <a:pt x="1168035" y="252570"/>
                  </a:lnTo>
                  <a:lnTo>
                    <a:pt x="1173165" y="248381"/>
                  </a:lnTo>
                  <a:lnTo>
                    <a:pt x="1177393" y="243608"/>
                  </a:lnTo>
                  <a:lnTo>
                    <a:pt x="1177393" y="16245"/>
                  </a:lnTo>
                  <a:lnTo>
                    <a:pt x="1173165" y="11471"/>
                  </a:lnTo>
                  <a:lnTo>
                    <a:pt x="1168035" y="7283"/>
                  </a:lnTo>
                  <a:lnTo>
                    <a:pt x="1162300" y="3972"/>
                  </a:lnTo>
                  <a:lnTo>
                    <a:pt x="1156109" y="1624"/>
                  </a:lnTo>
                  <a:lnTo>
                    <a:pt x="1149620" y="300"/>
                  </a:lnTo>
                  <a:lnTo>
                    <a:pt x="114466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>
              <a:off x="6708766" y="1773064"/>
              <a:ext cx="113094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Residential</a:t>
              </a:r>
            </a:p>
          </p:txBody>
        </p:sp>
        <p:sp>
          <p:nvSpPr>
            <p:cNvPr id="24" name="pg23"/>
            <p:cNvSpPr/>
            <p:nvPr/>
          </p:nvSpPr>
          <p:spPr>
            <a:xfrm>
              <a:off x="6690478" y="1939496"/>
              <a:ext cx="1177393" cy="259853"/>
            </a:xfrm>
            <a:custGeom>
              <a:avLst/>
              <a:pathLst>
                <a:path w="1177393" h="259853">
                  <a:moveTo>
                    <a:pt x="41148" y="259853"/>
                  </a:moveTo>
                  <a:lnTo>
                    <a:pt x="1177393" y="259853"/>
                  </a:lnTo>
                  <a:lnTo>
                    <a:pt x="1177393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>
              <a:off x="6708766" y="1984926"/>
              <a:ext cx="1499406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D4582A">
                      <a:alpha val="100000"/>
                    </a:srgbClr>
                  </a:solidFill>
                  <a:latin typeface="Arial"/>
                  <a:cs typeface="Arial"/>
                </a:rPr>
                <a:t>Residential EV</a:t>
              </a:r>
            </a:p>
          </p:txBody>
        </p:sp>
        <p:sp>
          <p:nvSpPr>
            <p:cNvPr id="26" name="pg25"/>
            <p:cNvSpPr/>
            <p:nvPr/>
          </p:nvSpPr>
          <p:spPr>
            <a:xfrm>
              <a:off x="6690478" y="2995452"/>
              <a:ext cx="626698" cy="259853"/>
            </a:xfrm>
            <a:custGeom>
              <a:avLst/>
              <a:pathLst>
                <a:path w="626698" h="259853">
                  <a:moveTo>
                    <a:pt x="41148" y="259853"/>
                  </a:moveTo>
                  <a:lnTo>
                    <a:pt x="585550" y="259853"/>
                  </a:lnTo>
                  <a:lnTo>
                    <a:pt x="583894" y="259820"/>
                  </a:lnTo>
                  <a:lnTo>
                    <a:pt x="590510" y="259553"/>
                  </a:lnTo>
                  <a:lnTo>
                    <a:pt x="596998" y="258229"/>
                  </a:lnTo>
                  <a:lnTo>
                    <a:pt x="603190" y="255881"/>
                  </a:lnTo>
                  <a:lnTo>
                    <a:pt x="608925" y="252570"/>
                  </a:lnTo>
                  <a:lnTo>
                    <a:pt x="614055" y="248381"/>
                  </a:lnTo>
                  <a:lnTo>
                    <a:pt x="618446" y="243425"/>
                  </a:lnTo>
                  <a:lnTo>
                    <a:pt x="621985" y="237828"/>
                  </a:lnTo>
                  <a:lnTo>
                    <a:pt x="624581" y="231736"/>
                  </a:lnTo>
                  <a:lnTo>
                    <a:pt x="626166" y="225306"/>
                  </a:lnTo>
                  <a:lnTo>
                    <a:pt x="626698" y="218705"/>
                  </a:lnTo>
                  <a:lnTo>
                    <a:pt x="626698" y="41148"/>
                  </a:lnTo>
                  <a:lnTo>
                    <a:pt x="626166" y="34547"/>
                  </a:lnTo>
                  <a:lnTo>
                    <a:pt x="624581" y="28117"/>
                  </a:lnTo>
                  <a:lnTo>
                    <a:pt x="621985" y="22025"/>
                  </a:lnTo>
                  <a:lnTo>
                    <a:pt x="618446" y="16428"/>
                  </a:lnTo>
                  <a:lnTo>
                    <a:pt x="614055" y="11471"/>
                  </a:lnTo>
                  <a:lnTo>
                    <a:pt x="608925" y="7283"/>
                  </a:lnTo>
                  <a:lnTo>
                    <a:pt x="603190" y="3972"/>
                  </a:lnTo>
                  <a:lnTo>
                    <a:pt x="596998" y="1624"/>
                  </a:lnTo>
                  <a:lnTo>
                    <a:pt x="590510" y="300"/>
                  </a:lnTo>
                  <a:lnTo>
                    <a:pt x="58555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6708766" y="2998131"/>
              <a:ext cx="571834" cy="209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petrol</a:t>
              </a:r>
            </a:p>
          </p:txBody>
        </p:sp>
        <p:sp>
          <p:nvSpPr>
            <p:cNvPr id="28" name="pg27"/>
            <p:cNvSpPr/>
            <p:nvPr/>
          </p:nvSpPr>
          <p:spPr>
            <a:xfrm>
              <a:off x="6690478" y="4228117"/>
              <a:ext cx="474112" cy="259853"/>
            </a:xfrm>
            <a:custGeom>
              <a:avLst/>
              <a:pathLst>
                <a:path w="474112" h="259853">
                  <a:moveTo>
                    <a:pt x="41148" y="259853"/>
                  </a:moveTo>
                  <a:lnTo>
                    <a:pt x="432964" y="259853"/>
                  </a:lnTo>
                  <a:lnTo>
                    <a:pt x="431307" y="259820"/>
                  </a:lnTo>
                  <a:lnTo>
                    <a:pt x="437924" y="259553"/>
                  </a:lnTo>
                  <a:lnTo>
                    <a:pt x="444412" y="258229"/>
                  </a:lnTo>
                  <a:lnTo>
                    <a:pt x="450604" y="255881"/>
                  </a:lnTo>
                  <a:lnTo>
                    <a:pt x="456339" y="252570"/>
                  </a:lnTo>
                  <a:lnTo>
                    <a:pt x="461469" y="248381"/>
                  </a:lnTo>
                  <a:lnTo>
                    <a:pt x="465860" y="243425"/>
                  </a:lnTo>
                  <a:lnTo>
                    <a:pt x="469399" y="237828"/>
                  </a:lnTo>
                  <a:lnTo>
                    <a:pt x="471995" y="231736"/>
                  </a:lnTo>
                  <a:lnTo>
                    <a:pt x="473579" y="225306"/>
                  </a:lnTo>
                  <a:lnTo>
                    <a:pt x="474112" y="218705"/>
                  </a:lnTo>
                  <a:lnTo>
                    <a:pt x="474112" y="41148"/>
                  </a:lnTo>
                  <a:lnTo>
                    <a:pt x="473579" y="34547"/>
                  </a:lnTo>
                  <a:lnTo>
                    <a:pt x="471995" y="28117"/>
                  </a:lnTo>
                  <a:lnTo>
                    <a:pt x="469399" y="22025"/>
                  </a:lnTo>
                  <a:lnTo>
                    <a:pt x="465860" y="16428"/>
                  </a:lnTo>
                  <a:lnTo>
                    <a:pt x="461469" y="11471"/>
                  </a:lnTo>
                  <a:lnTo>
                    <a:pt x="456339" y="7283"/>
                  </a:lnTo>
                  <a:lnTo>
                    <a:pt x="450604" y="3972"/>
                  </a:lnTo>
                  <a:lnTo>
                    <a:pt x="444412" y="1624"/>
                  </a:lnTo>
                  <a:lnTo>
                    <a:pt x="437924" y="300"/>
                  </a:lnTo>
                  <a:lnTo>
                    <a:pt x="432964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6708766" y="4270645"/>
              <a:ext cx="419248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611633">
                      <a:alpha val="100000"/>
                    </a:srgbClr>
                  </a:solidFill>
                  <a:latin typeface="Arial"/>
                  <a:cs typeface="Arial"/>
                </a:rPr>
                <a:t>Gas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46750" y="4498360"/>
              <a:ext cx="254272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828" y="3130168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$2,000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828" y="1770794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$4,000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828" y="411420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$6,000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803509" y="4618799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809325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4040728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6625850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7"/>
            <p:cNvSpPr/>
            <p:nvPr/>
          </p:nvSpPr>
          <p:spPr>
            <a:xfrm>
              <a:off x="555052" y="4717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3786455" y="47177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6371577" y="47177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2034</a:t>
              </a:r>
            </a:p>
          </p:txBody>
        </p:sp>
      </p:grpSp>
      <p:sp>
        <p:nvSpPr>
          <p:cNvPr id="41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/>
          <a:lstStyle/>
          <a:p>
            <a:r>
              <a:rPr/>
              <a:t>Overall consumer energy costs will decline as prices ease and electrification increases</a:t>
            </a:r>
          </a:p>
        </p:txBody>
      </p:sp>
      <p:sp>
        <p:nvSpPr>
          <p:cNvPr id="42" name="Caption Placeholder 1"/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37</cp:revision>
  <dcterms:created xsi:type="dcterms:W3CDTF">2019-02-12T04:35:04Z</dcterms:created>
  <dcterms:modified xsi:type="dcterms:W3CDTF">2025-05-01T16:27:09Z</dcterms:modified>
</cp:coreProperties>
</file>