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1" r:id="rId1"/>
  </p:sldMasterIdLst>
  <p:notesMasterIdLst>
    <p:notesMasterId r:id="rId2"/>
  </p:notesMasterIdLst>
  <p:sldIdLst>
    <p:sldId id="25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027A25-491E-F020-8D4D-24B2035FFD33}" name="Kat Clay" initials="KC" userId="S::kat.clay@grattaninstitute.edu.au::98d84789-129b-4d4d-9a75-a87bac8c8fd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4E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94"/>
    <p:restoredTop sz="94694"/>
  </p:normalViewPr>
  <p:slideViewPr>
    <p:cSldViewPr snapToGrid="0" snapToObjects="1">
      <p:cViewPr varScale="1">
        <p:scale>
          <a:sx n="92" d="100"/>
          <a:sy n="92" d="100"/>
        </p:scale>
        <p:origin x="20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6" d="100"/>
          <a:sy n="106" d="100"/>
        </p:scale>
        <p:origin x="3620" y="56"/>
      </p:cViewPr>
      <p:guideLst/>
    </p:cSldViewPr>
  </p:notes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presProps" Target="presProps.xml"/>
<Relationship Id="rId7" Type="http://schemas.microsoft.com/office/2018/10/relationships/authors" Target="authors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tableStyles" Target="tableStyles.xml"/>
<Relationship Id="rId5" Type="http://schemas.openxmlformats.org/officeDocument/2006/relationships/theme" Target="theme/theme1.xml"/>
<Relationship Id="rId4" Type="http://schemas.openxmlformats.org/officeDocument/2006/relationships/viewProps" Target="viewProps.xml"/>
<Relationship Id="rId8" Type="http://schemas.openxmlformats.org/officeDocument/2006/relationships/slide" Target="slides/slide1.xml"/>
</Relationships>
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75376-077A-8F42-9E71-155E70FB596E}" type="datetimeFigureOut">
              <a:rPr lang="en-US" smtClean="0"/>
              <a:t>4/3/25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9419A-B53B-B044-8F99-D2573F3A8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8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1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R script location: C:/Users/domijones/OneDrive - The University of Melbourne/Energy/Analysis/analysis_cp_dj_2025/R/calculate_average_household_costs.R
Powerpoint file location: C:\Users\domijones\OneDrive - The University of Melbourne\Energy\Analysis\analysis_cp_dj_2025\Output\Atlas\test_houshold_costs_with_petrol\test_houshold_costs_with_petrol_fullslide_narrow.pptx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CBC2DE-EA68-5645-6DC4-19921CEEB0B0}"/>
              </a:ext>
            </a:extLst>
          </p:cNvPr>
          <p:cNvSpPr txBox="1"/>
          <p:nvPr userDrawn="1"/>
        </p:nvSpPr>
        <p:spPr>
          <a:xfrm>
            <a:off x="116541" y="12909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72C78F-E40D-3A6B-24C2-906FA20E603F}"/>
              </a:ext>
            </a:extLst>
          </p:cNvPr>
          <p:cNvSpPr/>
          <p:nvPr userDrawn="1"/>
        </p:nvSpPr>
        <p:spPr>
          <a:xfrm>
            <a:off x="-11575" y="0"/>
            <a:ext cx="12203575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DD39A8-9F28-D01B-F290-1C31B5FA8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905970"/>
            <a:ext cx="1933575" cy="532929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AC38636-A519-1DAA-F186-6178D64B12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1575" y="0"/>
            <a:ext cx="4181474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0A3FD-BE2F-A94A-0A45-53E6C58A00E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043488" y="5091113"/>
            <a:ext cx="1306512" cy="12065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Insert headshot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4C6B55-78E8-9DB5-56FA-E4A3B5705F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64300" y="5141913"/>
            <a:ext cx="2335213" cy="33972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 and title</a:t>
            </a:r>
            <a:endParaRPr lang="en-AU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F4E9AF8-FC9F-0A5C-B569-D51DA3E363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4300" y="5732462"/>
            <a:ext cx="2276475" cy="268287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0FC04F8-DC87-4C48-7442-FA72D1647E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14913" y="2014538"/>
            <a:ext cx="5573712" cy="1206500"/>
          </a:xfr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</a:t>
            </a:r>
            <a:endParaRPr lang="en-A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CF6FB1-F9E4-A648-B189-9DD172BB1E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4913" y="3429000"/>
            <a:ext cx="5573712" cy="652463"/>
          </a:xfrm>
        </p:spPr>
        <p:txBody>
          <a:bodyPr>
            <a:normAutofit/>
          </a:bodyPr>
          <a:lstStyle>
            <a:lvl1pPr marL="0" indent="0">
              <a:buNone/>
              <a:defRPr sz="2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Subheading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1635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0FF13B-17DE-B58E-23D0-863404B8498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4C34C6-D93D-964F-98F1-8B05274CB5BF}" type="datetimeFigureOut">
              <a:rPr lang="en-US" smtClean="0"/>
              <a:t>4/3/25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D1C777A-97BF-664C-98A5-2907D0932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6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B1789E7-BA20-0780-FB52-B02484AC77D3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2B8918E-1EDB-7F60-9A99-7D4A0E14AB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7BE69A9-24E9-418A-68B9-AAE233480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B216488-F6B2-C054-EB55-0F9A57D9C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EECB45-057A-1EA2-2F6E-7C55F9459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A2F51-0C2E-D1D9-EFED-E3A2276D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BAC65C7-BF2B-A350-909C-35D42AF84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9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orang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CF076BF-B4D2-731F-A8C4-B4C0523DA8D6}"/>
              </a:ext>
            </a:extLst>
          </p:cNvPr>
          <p:cNvSpPr/>
          <p:nvPr userDrawn="1"/>
        </p:nvSpPr>
        <p:spPr>
          <a:xfrm>
            <a:off x="0" y="-1"/>
            <a:ext cx="12192000" cy="13295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C0B9F51-D432-89C3-BAF5-11132AE40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482CF5D-DEBD-DB20-7858-2A857E71D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6015322-31D2-917E-375B-3379430E14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3A11B26-D536-E55C-FEA5-61BBE902E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535906"/>
            <a:ext cx="11398531" cy="4615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E6EC27F-20CE-4CCF-3D5C-A051E0347B27}"/>
              </a:ext>
            </a:extLst>
          </p:cNvPr>
          <p:cNvSpPr txBox="1">
            <a:spLocks/>
          </p:cNvSpPr>
          <p:nvPr userDrawn="1"/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1C777A-97BF-664C-98A5-2907D09321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22FC4E-C0DC-E3DE-BD6B-D5CA591803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879474"/>
            <a:ext cx="6230937" cy="2921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A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EE96F9-3E03-A2B8-1CAD-49604615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66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4C90D1F-6BBA-97AB-88AA-507E0C7AD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721463F-DE73-8A1C-4B1D-EC5523146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AB2FF0-4955-916C-E396-EBC8532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836AB3-6799-2DF5-B516-EDC045CE4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831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EC5B233-B10D-77D4-13F6-C9B4EACA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add slide title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C09E446-08E7-FD8F-80D1-1B02D15A6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3794" y="6356350"/>
            <a:ext cx="7189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CE07EA18-F774-5352-DF7D-C871920DBEBB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1894800" y="1807200"/>
            <a:ext cx="8402400" cy="4284662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AU"/>
          </a:p>
        </p:txBody>
      </p:sp>
      <p:sp>
        <p:nvSpPr>
          <p:cNvPr id="4" name="Caption Placeholder 1">
            <a:extLst>
              <a:ext uri="{FF2B5EF4-FFF2-40B4-BE49-F238E27FC236}">
                <a16:creationId xmlns:a16="http://schemas.microsoft.com/office/drawing/2014/main" id="{532C8F0A-0D9B-4C4D-CC2B-EEF1FA341C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 anchor="t">
            <a:normAutofit/>
          </a:bodyPr>
          <a:lstStyle>
            <a:lvl1pPr marL="0" indent="0">
              <a:spcBef>
                <a:spcPts val="200"/>
              </a:spcBef>
              <a:buNone/>
              <a:defRPr sz="800"/>
            </a:lvl1pPr>
          </a:lstStyle>
          <a:p>
            <a:pPr lvl="0"/>
            <a:r>
              <a:rPr lang="en-GB" dirty="0"/>
              <a:t>Insert source and notes here</a:t>
            </a:r>
            <a:endParaRPr lang="en-AU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5794EEF-8416-F4A3-9441-5437A54F06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GB" dirty="0"/>
              <a:t>Insert unit title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5403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 userDrawn="1">
          <p15:clr>
            <a:srgbClr val="FBAE40"/>
          </p15:clr>
        </p15:guide>
        <p15:guide id="3" pos="234" userDrawn="1">
          <p15:clr>
            <a:srgbClr val="FBAE40"/>
          </p15:clr>
        </p15:guide>
        <p15:guide id="4" orient="horz" pos="3838" userDrawn="1">
          <p15:clr>
            <a:srgbClr val="FBAE40"/>
          </p15:clr>
        </p15:guide>
        <p15:guide id="5" orient="horz" pos="3929" userDrawn="1">
          <p15:clr>
            <a:srgbClr val="FBAE40"/>
          </p15:clr>
        </p15:guide>
        <p15:guide id="6" orient="horz" pos="1139" userDrawn="1">
          <p15:clr>
            <a:srgbClr val="FBAE40"/>
          </p15:clr>
        </p15:guide>
        <p15:guide id="7" orient="horz" pos="104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AU" noProof="0" smtClean="0"/>
              <a:t>3/4/2025</a:t>
            </a:fld>
            <a:endParaRPr lang="en-AU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26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4" r:id="rId2"/>
    <p:sldLayoutId id="2147483833" r:id="rId3"/>
    <p:sldLayoutId id="2147483844" r:id="rId4"/>
    <p:sldLayoutId id="2147483837" r:id="rId5"/>
    <p:sldLayoutId id="21474838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DM Serif Display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210" userDrawn="1">
          <p15:clr>
            <a:srgbClr val="F26B43"/>
          </p15:clr>
        </p15:guide>
        <p15:guide id="4" orient="horz" pos="572" userDrawn="1">
          <p15:clr>
            <a:srgbClr val="F26B43"/>
          </p15:clr>
        </p15:guide>
        <p15:guide id="5" orient="horz" pos="8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Relationship Id="rId2" Type="http://schemas.openxmlformats.org/officeDocument/2006/relationships/notesSlide" Target="../notesSlides/notesSlide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/>
          <a:lstStyle/>
          <a:p>
            <a:r>
              <a:rPr/>
              <a:t>Projected energy costs to residential consumers, Victoria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1894800" y="1807200"/>
            <a:ext cx="8402400" cy="4284662"/>
            <a:chOff x="1894800" y="1807200"/>
            <a:chExt cx="8402400" cy="4284662"/>
          </a:xfrm>
        </p:grpSpPr>
        <p:sp>
          <p:nvSpPr>
            <p:cNvPr id="4" name="rc3"/>
            <p:cNvSpPr/>
            <p:nvPr/>
          </p:nvSpPr>
          <p:spPr>
            <a:xfrm>
              <a:off x="1894800" y="1807199"/>
              <a:ext cx="8402400" cy="42846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698309" y="1898639"/>
              <a:ext cx="7489162" cy="35920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698309" y="5490661"/>
              <a:ext cx="7489162" cy="0"/>
            </a:xfrm>
            <a:custGeom>
              <a:avLst/>
              <a:pathLst>
                <a:path w="7489162" h="0">
                  <a:moveTo>
                    <a:pt x="0" y="0"/>
                  </a:moveTo>
                  <a:lnTo>
                    <a:pt x="7489162" y="0"/>
                  </a:lnTo>
                  <a:lnTo>
                    <a:pt x="748916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698309" y="4412129"/>
              <a:ext cx="7489162" cy="0"/>
            </a:xfrm>
            <a:custGeom>
              <a:avLst/>
              <a:pathLst>
                <a:path w="7489162" h="0">
                  <a:moveTo>
                    <a:pt x="0" y="0"/>
                  </a:moveTo>
                  <a:lnTo>
                    <a:pt x="7489162" y="0"/>
                  </a:lnTo>
                  <a:lnTo>
                    <a:pt x="748916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698309" y="3333597"/>
              <a:ext cx="7489162" cy="0"/>
            </a:xfrm>
            <a:custGeom>
              <a:avLst/>
              <a:pathLst>
                <a:path w="7489162" h="0">
                  <a:moveTo>
                    <a:pt x="0" y="0"/>
                  </a:moveTo>
                  <a:lnTo>
                    <a:pt x="7489162" y="0"/>
                  </a:lnTo>
                  <a:lnTo>
                    <a:pt x="748916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698309" y="2255066"/>
              <a:ext cx="7489162" cy="0"/>
            </a:xfrm>
            <a:custGeom>
              <a:avLst/>
              <a:pathLst>
                <a:path w="7489162" h="0">
                  <a:moveTo>
                    <a:pt x="0" y="0"/>
                  </a:moveTo>
                  <a:lnTo>
                    <a:pt x="7489162" y="0"/>
                  </a:lnTo>
                  <a:lnTo>
                    <a:pt x="748916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g9"/>
            <p:cNvSpPr/>
            <p:nvPr/>
          </p:nvSpPr>
          <p:spPr>
            <a:xfrm>
              <a:off x="2698309" y="1951724"/>
              <a:ext cx="6178621" cy="3538937"/>
            </a:xfrm>
            <a:custGeom>
              <a:avLst/>
              <a:pathLst>
                <a:path w="6178621" h="3538937">
                  <a:moveTo>
                    <a:pt x="6166" y="0"/>
                  </a:moveTo>
                  <a:lnTo>
                    <a:pt x="12332" y="1575"/>
                  </a:lnTo>
                  <a:lnTo>
                    <a:pt x="685143" y="173518"/>
                  </a:lnTo>
                  <a:lnTo>
                    <a:pt x="691309" y="175094"/>
                  </a:lnTo>
                  <a:lnTo>
                    <a:pt x="697475" y="177267"/>
                  </a:lnTo>
                  <a:lnTo>
                    <a:pt x="1370286" y="414345"/>
                  </a:lnTo>
                  <a:lnTo>
                    <a:pt x="1376452" y="416518"/>
                  </a:lnTo>
                  <a:lnTo>
                    <a:pt x="1382618" y="417660"/>
                  </a:lnTo>
                  <a:lnTo>
                    <a:pt x="2055429" y="542255"/>
                  </a:lnTo>
                  <a:lnTo>
                    <a:pt x="2061595" y="543397"/>
                  </a:lnTo>
                  <a:lnTo>
                    <a:pt x="2067762" y="543856"/>
                  </a:lnTo>
                  <a:lnTo>
                    <a:pt x="2740572" y="593967"/>
                  </a:lnTo>
                  <a:lnTo>
                    <a:pt x="2746738" y="594426"/>
                  </a:lnTo>
                  <a:lnTo>
                    <a:pt x="2752905" y="595434"/>
                  </a:lnTo>
                  <a:lnTo>
                    <a:pt x="3425715" y="705391"/>
                  </a:lnTo>
                  <a:lnTo>
                    <a:pt x="3431882" y="706399"/>
                  </a:lnTo>
                  <a:lnTo>
                    <a:pt x="3438048" y="707493"/>
                  </a:lnTo>
                  <a:lnTo>
                    <a:pt x="4110859" y="826936"/>
                  </a:lnTo>
                  <a:lnTo>
                    <a:pt x="4117025" y="828030"/>
                  </a:lnTo>
                  <a:lnTo>
                    <a:pt x="4123191" y="829003"/>
                  </a:lnTo>
                  <a:lnTo>
                    <a:pt x="4796002" y="935123"/>
                  </a:lnTo>
                  <a:lnTo>
                    <a:pt x="4802168" y="936095"/>
                  </a:lnTo>
                  <a:lnTo>
                    <a:pt x="4808334" y="936923"/>
                  </a:lnTo>
                  <a:lnTo>
                    <a:pt x="5481145" y="1027258"/>
                  </a:lnTo>
                  <a:lnTo>
                    <a:pt x="5487311" y="1028086"/>
                  </a:lnTo>
                  <a:lnTo>
                    <a:pt x="5493477" y="1028534"/>
                  </a:lnTo>
                  <a:lnTo>
                    <a:pt x="6166288" y="1077408"/>
                  </a:lnTo>
                  <a:lnTo>
                    <a:pt x="6172454" y="1077856"/>
                  </a:lnTo>
                  <a:lnTo>
                    <a:pt x="6178621" y="3538937"/>
                  </a:lnTo>
                  <a:lnTo>
                    <a:pt x="6172454" y="1246754"/>
                  </a:lnTo>
                  <a:lnTo>
                    <a:pt x="6166288" y="1246029"/>
                  </a:lnTo>
                  <a:lnTo>
                    <a:pt x="5493477" y="1166959"/>
                  </a:lnTo>
                  <a:lnTo>
                    <a:pt x="5487311" y="1166235"/>
                  </a:lnTo>
                  <a:lnTo>
                    <a:pt x="5481145" y="1165271"/>
                  </a:lnTo>
                  <a:lnTo>
                    <a:pt x="4808334" y="1060175"/>
                  </a:lnTo>
                  <a:lnTo>
                    <a:pt x="4802168" y="1059212"/>
                  </a:lnTo>
                  <a:lnTo>
                    <a:pt x="4796002" y="1058124"/>
                  </a:lnTo>
                  <a:lnTo>
                    <a:pt x="4123191" y="939424"/>
                  </a:lnTo>
                  <a:lnTo>
                    <a:pt x="4117025" y="938336"/>
                  </a:lnTo>
                  <a:lnTo>
                    <a:pt x="4110859" y="937149"/>
                  </a:lnTo>
                  <a:lnTo>
                    <a:pt x="3438048" y="807641"/>
                  </a:lnTo>
                  <a:lnTo>
                    <a:pt x="3431882" y="806454"/>
                  </a:lnTo>
                  <a:lnTo>
                    <a:pt x="3425715" y="805261"/>
                  </a:lnTo>
                  <a:lnTo>
                    <a:pt x="2752905" y="675032"/>
                  </a:lnTo>
                  <a:lnTo>
                    <a:pt x="2746738" y="673838"/>
                  </a:lnTo>
                  <a:lnTo>
                    <a:pt x="2740572" y="673076"/>
                  </a:lnTo>
                  <a:lnTo>
                    <a:pt x="2067762" y="589836"/>
                  </a:lnTo>
                  <a:lnTo>
                    <a:pt x="2061595" y="589073"/>
                  </a:lnTo>
                  <a:lnTo>
                    <a:pt x="2055429" y="587740"/>
                  </a:lnTo>
                  <a:lnTo>
                    <a:pt x="1382618" y="442370"/>
                  </a:lnTo>
                  <a:lnTo>
                    <a:pt x="1376452" y="441038"/>
                  </a:lnTo>
                  <a:lnTo>
                    <a:pt x="1370286" y="438746"/>
                  </a:lnTo>
                  <a:lnTo>
                    <a:pt x="697475" y="188685"/>
                  </a:lnTo>
                  <a:lnTo>
                    <a:pt x="691309" y="186393"/>
                  </a:lnTo>
                  <a:lnTo>
                    <a:pt x="685143" y="184733"/>
                  </a:lnTo>
                  <a:lnTo>
                    <a:pt x="12332" y="3545"/>
                  </a:lnTo>
                  <a:lnTo>
                    <a:pt x="6166" y="1884"/>
                  </a:lnTo>
                  <a:lnTo>
                    <a:pt x="0" y="3538937"/>
                  </a:lnTo>
                  <a:close/>
                </a:path>
              </a:pathLst>
            </a:cu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2704475" y="1951724"/>
              <a:ext cx="6166288" cy="1077856"/>
            </a:xfrm>
            <a:custGeom>
              <a:avLst/>
              <a:pathLst>
                <a:path w="6166288" h="1077856">
                  <a:moveTo>
                    <a:pt x="0" y="0"/>
                  </a:moveTo>
                  <a:lnTo>
                    <a:pt x="6166" y="1575"/>
                  </a:lnTo>
                  <a:lnTo>
                    <a:pt x="678976" y="173518"/>
                  </a:lnTo>
                  <a:lnTo>
                    <a:pt x="685143" y="175094"/>
                  </a:lnTo>
                  <a:lnTo>
                    <a:pt x="691309" y="177267"/>
                  </a:lnTo>
                  <a:lnTo>
                    <a:pt x="1364120" y="414345"/>
                  </a:lnTo>
                  <a:lnTo>
                    <a:pt x="1370286" y="416518"/>
                  </a:lnTo>
                  <a:lnTo>
                    <a:pt x="1376452" y="417660"/>
                  </a:lnTo>
                  <a:lnTo>
                    <a:pt x="2049263" y="542255"/>
                  </a:lnTo>
                  <a:lnTo>
                    <a:pt x="2055429" y="543397"/>
                  </a:lnTo>
                  <a:lnTo>
                    <a:pt x="2061595" y="543856"/>
                  </a:lnTo>
                  <a:lnTo>
                    <a:pt x="2734406" y="593967"/>
                  </a:lnTo>
                  <a:lnTo>
                    <a:pt x="2740572" y="594426"/>
                  </a:lnTo>
                  <a:lnTo>
                    <a:pt x="2746738" y="595434"/>
                  </a:lnTo>
                  <a:lnTo>
                    <a:pt x="3419549" y="705391"/>
                  </a:lnTo>
                  <a:lnTo>
                    <a:pt x="3425715" y="706399"/>
                  </a:lnTo>
                  <a:lnTo>
                    <a:pt x="3431882" y="707493"/>
                  </a:lnTo>
                  <a:lnTo>
                    <a:pt x="4104692" y="826936"/>
                  </a:lnTo>
                  <a:lnTo>
                    <a:pt x="4110859" y="828030"/>
                  </a:lnTo>
                  <a:lnTo>
                    <a:pt x="4117025" y="829003"/>
                  </a:lnTo>
                  <a:lnTo>
                    <a:pt x="4789835" y="935123"/>
                  </a:lnTo>
                  <a:lnTo>
                    <a:pt x="4796002" y="936095"/>
                  </a:lnTo>
                  <a:lnTo>
                    <a:pt x="4802168" y="936923"/>
                  </a:lnTo>
                  <a:lnTo>
                    <a:pt x="5474979" y="1027258"/>
                  </a:lnTo>
                  <a:lnTo>
                    <a:pt x="5481145" y="1028086"/>
                  </a:lnTo>
                  <a:lnTo>
                    <a:pt x="5487311" y="1028534"/>
                  </a:lnTo>
                  <a:lnTo>
                    <a:pt x="6160122" y="1077408"/>
                  </a:lnTo>
                  <a:lnTo>
                    <a:pt x="6166288" y="1077856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g11"/>
            <p:cNvSpPr/>
            <p:nvPr/>
          </p:nvSpPr>
          <p:spPr>
            <a:xfrm>
              <a:off x="2698309" y="1953608"/>
              <a:ext cx="6178621" cy="3537052"/>
            </a:xfrm>
            <a:custGeom>
              <a:avLst/>
              <a:pathLst>
                <a:path w="6178621" h="3537052">
                  <a:moveTo>
                    <a:pt x="6166" y="0"/>
                  </a:moveTo>
                  <a:lnTo>
                    <a:pt x="12332" y="1660"/>
                  </a:lnTo>
                  <a:lnTo>
                    <a:pt x="685143" y="182848"/>
                  </a:lnTo>
                  <a:lnTo>
                    <a:pt x="691309" y="184509"/>
                  </a:lnTo>
                  <a:lnTo>
                    <a:pt x="697475" y="186800"/>
                  </a:lnTo>
                  <a:lnTo>
                    <a:pt x="1370286" y="436861"/>
                  </a:lnTo>
                  <a:lnTo>
                    <a:pt x="1376452" y="439153"/>
                  </a:lnTo>
                  <a:lnTo>
                    <a:pt x="1382618" y="440486"/>
                  </a:lnTo>
                  <a:lnTo>
                    <a:pt x="2055429" y="585855"/>
                  </a:lnTo>
                  <a:lnTo>
                    <a:pt x="2061595" y="587188"/>
                  </a:lnTo>
                  <a:lnTo>
                    <a:pt x="2067762" y="587951"/>
                  </a:lnTo>
                  <a:lnTo>
                    <a:pt x="2740572" y="671191"/>
                  </a:lnTo>
                  <a:lnTo>
                    <a:pt x="2746738" y="671954"/>
                  </a:lnTo>
                  <a:lnTo>
                    <a:pt x="2752905" y="673147"/>
                  </a:lnTo>
                  <a:lnTo>
                    <a:pt x="3425715" y="803376"/>
                  </a:lnTo>
                  <a:lnTo>
                    <a:pt x="3431882" y="804569"/>
                  </a:lnTo>
                  <a:lnTo>
                    <a:pt x="3438048" y="805756"/>
                  </a:lnTo>
                  <a:lnTo>
                    <a:pt x="4110859" y="935264"/>
                  </a:lnTo>
                  <a:lnTo>
                    <a:pt x="4117025" y="936451"/>
                  </a:lnTo>
                  <a:lnTo>
                    <a:pt x="4123191" y="937539"/>
                  </a:lnTo>
                  <a:lnTo>
                    <a:pt x="4796002" y="1056239"/>
                  </a:lnTo>
                  <a:lnTo>
                    <a:pt x="4802168" y="1057327"/>
                  </a:lnTo>
                  <a:lnTo>
                    <a:pt x="4808334" y="1058290"/>
                  </a:lnTo>
                  <a:lnTo>
                    <a:pt x="5481145" y="1163386"/>
                  </a:lnTo>
                  <a:lnTo>
                    <a:pt x="5487311" y="1164350"/>
                  </a:lnTo>
                  <a:lnTo>
                    <a:pt x="5493477" y="1165074"/>
                  </a:lnTo>
                  <a:lnTo>
                    <a:pt x="6166288" y="1244144"/>
                  </a:lnTo>
                  <a:lnTo>
                    <a:pt x="6172454" y="1244869"/>
                  </a:lnTo>
                  <a:lnTo>
                    <a:pt x="6178621" y="3537052"/>
                  </a:lnTo>
                  <a:lnTo>
                    <a:pt x="6172454" y="1447686"/>
                  </a:lnTo>
                  <a:lnTo>
                    <a:pt x="6166288" y="1447093"/>
                  </a:lnTo>
                  <a:lnTo>
                    <a:pt x="5493477" y="1382416"/>
                  </a:lnTo>
                  <a:lnTo>
                    <a:pt x="5487311" y="1381823"/>
                  </a:lnTo>
                  <a:lnTo>
                    <a:pt x="5481145" y="1381142"/>
                  </a:lnTo>
                  <a:lnTo>
                    <a:pt x="4808334" y="1306865"/>
                  </a:lnTo>
                  <a:lnTo>
                    <a:pt x="4802168" y="1306184"/>
                  </a:lnTo>
                  <a:lnTo>
                    <a:pt x="4796002" y="1305433"/>
                  </a:lnTo>
                  <a:lnTo>
                    <a:pt x="4123191" y="1223424"/>
                  </a:lnTo>
                  <a:lnTo>
                    <a:pt x="4117025" y="1222673"/>
                  </a:lnTo>
                  <a:lnTo>
                    <a:pt x="4110859" y="1221923"/>
                  </a:lnTo>
                  <a:lnTo>
                    <a:pt x="3438048" y="1140157"/>
                  </a:lnTo>
                  <a:lnTo>
                    <a:pt x="3431882" y="1139408"/>
                  </a:lnTo>
                  <a:lnTo>
                    <a:pt x="3425715" y="1138632"/>
                  </a:lnTo>
                  <a:lnTo>
                    <a:pt x="2752905" y="1054019"/>
                  </a:lnTo>
                  <a:lnTo>
                    <a:pt x="2746738" y="1053243"/>
                  </a:lnTo>
                  <a:lnTo>
                    <a:pt x="2740572" y="1052532"/>
                  </a:lnTo>
                  <a:lnTo>
                    <a:pt x="2067762" y="974904"/>
                  </a:lnTo>
                  <a:lnTo>
                    <a:pt x="2061595" y="974192"/>
                  </a:lnTo>
                  <a:lnTo>
                    <a:pt x="2055429" y="973263"/>
                  </a:lnTo>
                  <a:lnTo>
                    <a:pt x="1382618" y="871863"/>
                  </a:lnTo>
                  <a:lnTo>
                    <a:pt x="1376452" y="870933"/>
                  </a:lnTo>
                  <a:lnTo>
                    <a:pt x="1370286" y="869751"/>
                  </a:lnTo>
                  <a:lnTo>
                    <a:pt x="697475" y="740733"/>
                  </a:lnTo>
                  <a:lnTo>
                    <a:pt x="691309" y="739551"/>
                  </a:lnTo>
                  <a:lnTo>
                    <a:pt x="685143" y="738591"/>
                  </a:lnTo>
                  <a:lnTo>
                    <a:pt x="12332" y="633903"/>
                  </a:lnTo>
                  <a:lnTo>
                    <a:pt x="6166" y="632943"/>
                  </a:lnTo>
                  <a:lnTo>
                    <a:pt x="0" y="3537052"/>
                  </a:lnTo>
                  <a:close/>
                </a:path>
              </a:pathLst>
            </a:cu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2704475" y="1953608"/>
              <a:ext cx="6166288" cy="1244869"/>
            </a:xfrm>
            <a:custGeom>
              <a:avLst/>
              <a:pathLst>
                <a:path w="6166288" h="1244869">
                  <a:moveTo>
                    <a:pt x="0" y="0"/>
                  </a:moveTo>
                  <a:lnTo>
                    <a:pt x="6166" y="1660"/>
                  </a:lnTo>
                  <a:lnTo>
                    <a:pt x="678976" y="182848"/>
                  </a:lnTo>
                  <a:lnTo>
                    <a:pt x="685143" y="184509"/>
                  </a:lnTo>
                  <a:lnTo>
                    <a:pt x="691309" y="186800"/>
                  </a:lnTo>
                  <a:lnTo>
                    <a:pt x="1364120" y="436861"/>
                  </a:lnTo>
                  <a:lnTo>
                    <a:pt x="1370286" y="439153"/>
                  </a:lnTo>
                  <a:lnTo>
                    <a:pt x="1376452" y="440486"/>
                  </a:lnTo>
                  <a:lnTo>
                    <a:pt x="2049263" y="585855"/>
                  </a:lnTo>
                  <a:lnTo>
                    <a:pt x="2055429" y="587188"/>
                  </a:lnTo>
                  <a:lnTo>
                    <a:pt x="2061595" y="587951"/>
                  </a:lnTo>
                  <a:lnTo>
                    <a:pt x="2734406" y="671191"/>
                  </a:lnTo>
                  <a:lnTo>
                    <a:pt x="2740572" y="671954"/>
                  </a:lnTo>
                  <a:lnTo>
                    <a:pt x="2746738" y="673147"/>
                  </a:lnTo>
                  <a:lnTo>
                    <a:pt x="3419549" y="803376"/>
                  </a:lnTo>
                  <a:lnTo>
                    <a:pt x="3425715" y="804569"/>
                  </a:lnTo>
                  <a:lnTo>
                    <a:pt x="3431882" y="805756"/>
                  </a:lnTo>
                  <a:lnTo>
                    <a:pt x="4104692" y="935264"/>
                  </a:lnTo>
                  <a:lnTo>
                    <a:pt x="4110859" y="936451"/>
                  </a:lnTo>
                  <a:lnTo>
                    <a:pt x="4117025" y="937539"/>
                  </a:lnTo>
                  <a:lnTo>
                    <a:pt x="4789835" y="1056239"/>
                  </a:lnTo>
                  <a:lnTo>
                    <a:pt x="4796002" y="1057327"/>
                  </a:lnTo>
                  <a:lnTo>
                    <a:pt x="4802168" y="1058290"/>
                  </a:lnTo>
                  <a:lnTo>
                    <a:pt x="5474979" y="1163386"/>
                  </a:lnTo>
                  <a:lnTo>
                    <a:pt x="5481145" y="1164350"/>
                  </a:lnTo>
                  <a:lnTo>
                    <a:pt x="5487311" y="1165074"/>
                  </a:lnTo>
                  <a:lnTo>
                    <a:pt x="6160122" y="1244144"/>
                  </a:lnTo>
                  <a:lnTo>
                    <a:pt x="6166288" y="1244869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3"/>
            <p:cNvSpPr/>
            <p:nvPr/>
          </p:nvSpPr>
          <p:spPr>
            <a:xfrm>
              <a:off x="2698309" y="2586552"/>
              <a:ext cx="6178621" cy="2904108"/>
            </a:xfrm>
            <a:custGeom>
              <a:avLst/>
              <a:pathLst>
                <a:path w="6178621" h="2904108">
                  <a:moveTo>
                    <a:pt x="6166" y="0"/>
                  </a:moveTo>
                  <a:lnTo>
                    <a:pt x="12332" y="959"/>
                  </a:lnTo>
                  <a:lnTo>
                    <a:pt x="685143" y="105648"/>
                  </a:lnTo>
                  <a:lnTo>
                    <a:pt x="691309" y="106607"/>
                  </a:lnTo>
                  <a:lnTo>
                    <a:pt x="697475" y="107789"/>
                  </a:lnTo>
                  <a:lnTo>
                    <a:pt x="1370286" y="236807"/>
                  </a:lnTo>
                  <a:lnTo>
                    <a:pt x="1376452" y="237990"/>
                  </a:lnTo>
                  <a:lnTo>
                    <a:pt x="1382618" y="238919"/>
                  </a:lnTo>
                  <a:lnTo>
                    <a:pt x="2055429" y="340319"/>
                  </a:lnTo>
                  <a:lnTo>
                    <a:pt x="2061595" y="341248"/>
                  </a:lnTo>
                  <a:lnTo>
                    <a:pt x="2067762" y="341960"/>
                  </a:lnTo>
                  <a:lnTo>
                    <a:pt x="2740572" y="419588"/>
                  </a:lnTo>
                  <a:lnTo>
                    <a:pt x="2746738" y="420300"/>
                  </a:lnTo>
                  <a:lnTo>
                    <a:pt x="2752905" y="421075"/>
                  </a:lnTo>
                  <a:lnTo>
                    <a:pt x="3425715" y="505689"/>
                  </a:lnTo>
                  <a:lnTo>
                    <a:pt x="3431882" y="506464"/>
                  </a:lnTo>
                  <a:lnTo>
                    <a:pt x="3438048" y="507213"/>
                  </a:lnTo>
                  <a:lnTo>
                    <a:pt x="4110859" y="588979"/>
                  </a:lnTo>
                  <a:lnTo>
                    <a:pt x="4117025" y="589729"/>
                  </a:lnTo>
                  <a:lnTo>
                    <a:pt x="4123191" y="590480"/>
                  </a:lnTo>
                  <a:lnTo>
                    <a:pt x="4796002" y="672489"/>
                  </a:lnTo>
                  <a:lnTo>
                    <a:pt x="4802168" y="673241"/>
                  </a:lnTo>
                  <a:lnTo>
                    <a:pt x="4808334" y="673921"/>
                  </a:lnTo>
                  <a:lnTo>
                    <a:pt x="5481145" y="748198"/>
                  </a:lnTo>
                  <a:lnTo>
                    <a:pt x="5487311" y="748879"/>
                  </a:lnTo>
                  <a:lnTo>
                    <a:pt x="5493477" y="749472"/>
                  </a:lnTo>
                  <a:lnTo>
                    <a:pt x="6166288" y="814150"/>
                  </a:lnTo>
                  <a:lnTo>
                    <a:pt x="6172454" y="814742"/>
                  </a:lnTo>
                  <a:lnTo>
                    <a:pt x="6178621" y="2904108"/>
                  </a:lnTo>
                  <a:lnTo>
                    <a:pt x="6172454" y="948108"/>
                  </a:lnTo>
                  <a:lnTo>
                    <a:pt x="6166288" y="947278"/>
                  </a:lnTo>
                  <a:lnTo>
                    <a:pt x="5493477" y="856764"/>
                  </a:lnTo>
                  <a:lnTo>
                    <a:pt x="5487311" y="855934"/>
                  </a:lnTo>
                  <a:lnTo>
                    <a:pt x="5481145" y="855136"/>
                  </a:lnTo>
                  <a:lnTo>
                    <a:pt x="4808334" y="768052"/>
                  </a:lnTo>
                  <a:lnTo>
                    <a:pt x="4802168" y="767254"/>
                  </a:lnTo>
                  <a:lnTo>
                    <a:pt x="4796002" y="766401"/>
                  </a:lnTo>
                  <a:lnTo>
                    <a:pt x="4123191" y="673323"/>
                  </a:lnTo>
                  <a:lnTo>
                    <a:pt x="4117025" y="672470"/>
                  </a:lnTo>
                  <a:lnTo>
                    <a:pt x="4110859" y="671631"/>
                  </a:lnTo>
                  <a:lnTo>
                    <a:pt x="3438048" y="580137"/>
                  </a:lnTo>
                  <a:lnTo>
                    <a:pt x="3431882" y="579299"/>
                  </a:lnTo>
                  <a:lnTo>
                    <a:pt x="3425715" y="578421"/>
                  </a:lnTo>
                  <a:lnTo>
                    <a:pt x="2752905" y="482690"/>
                  </a:lnTo>
                  <a:lnTo>
                    <a:pt x="2746738" y="481813"/>
                  </a:lnTo>
                  <a:lnTo>
                    <a:pt x="2740572" y="480938"/>
                  </a:lnTo>
                  <a:lnTo>
                    <a:pt x="2067762" y="385470"/>
                  </a:lnTo>
                  <a:lnTo>
                    <a:pt x="2061595" y="384595"/>
                  </a:lnTo>
                  <a:lnTo>
                    <a:pt x="2055429" y="383552"/>
                  </a:lnTo>
                  <a:lnTo>
                    <a:pt x="1382618" y="269824"/>
                  </a:lnTo>
                  <a:lnTo>
                    <a:pt x="1376452" y="268782"/>
                  </a:lnTo>
                  <a:lnTo>
                    <a:pt x="1370286" y="267534"/>
                  </a:lnTo>
                  <a:lnTo>
                    <a:pt x="697475" y="131331"/>
                  </a:lnTo>
                  <a:lnTo>
                    <a:pt x="691309" y="130083"/>
                  </a:lnTo>
                  <a:lnTo>
                    <a:pt x="685143" y="129041"/>
                  </a:lnTo>
                  <a:lnTo>
                    <a:pt x="12332" y="15375"/>
                  </a:lnTo>
                  <a:lnTo>
                    <a:pt x="6166" y="14334"/>
                  </a:lnTo>
                  <a:lnTo>
                    <a:pt x="0" y="2904108"/>
                  </a:lnTo>
                  <a:close/>
                </a:path>
              </a:pathLst>
            </a:custGeom>
            <a:solidFill>
              <a:srgbClr val="D458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704475" y="2586552"/>
              <a:ext cx="6166288" cy="814742"/>
            </a:xfrm>
            <a:custGeom>
              <a:avLst/>
              <a:pathLst>
                <a:path w="6166288" h="814742">
                  <a:moveTo>
                    <a:pt x="0" y="0"/>
                  </a:moveTo>
                  <a:lnTo>
                    <a:pt x="6166" y="959"/>
                  </a:lnTo>
                  <a:lnTo>
                    <a:pt x="678976" y="105648"/>
                  </a:lnTo>
                  <a:lnTo>
                    <a:pt x="685143" y="106607"/>
                  </a:lnTo>
                  <a:lnTo>
                    <a:pt x="691309" y="107789"/>
                  </a:lnTo>
                  <a:lnTo>
                    <a:pt x="1364120" y="236807"/>
                  </a:lnTo>
                  <a:lnTo>
                    <a:pt x="1370286" y="237990"/>
                  </a:lnTo>
                  <a:lnTo>
                    <a:pt x="1376452" y="238919"/>
                  </a:lnTo>
                  <a:lnTo>
                    <a:pt x="2049263" y="340319"/>
                  </a:lnTo>
                  <a:lnTo>
                    <a:pt x="2055429" y="341248"/>
                  </a:lnTo>
                  <a:lnTo>
                    <a:pt x="2061595" y="341960"/>
                  </a:lnTo>
                  <a:lnTo>
                    <a:pt x="2734406" y="419588"/>
                  </a:lnTo>
                  <a:lnTo>
                    <a:pt x="2740572" y="420300"/>
                  </a:lnTo>
                  <a:lnTo>
                    <a:pt x="2746738" y="421075"/>
                  </a:lnTo>
                  <a:lnTo>
                    <a:pt x="3419549" y="505689"/>
                  </a:lnTo>
                  <a:lnTo>
                    <a:pt x="3425715" y="506464"/>
                  </a:lnTo>
                  <a:lnTo>
                    <a:pt x="3431882" y="507213"/>
                  </a:lnTo>
                  <a:lnTo>
                    <a:pt x="4104692" y="588979"/>
                  </a:lnTo>
                  <a:lnTo>
                    <a:pt x="4110859" y="589729"/>
                  </a:lnTo>
                  <a:lnTo>
                    <a:pt x="4117025" y="590480"/>
                  </a:lnTo>
                  <a:lnTo>
                    <a:pt x="4789835" y="672489"/>
                  </a:lnTo>
                  <a:lnTo>
                    <a:pt x="4796002" y="673241"/>
                  </a:lnTo>
                  <a:lnTo>
                    <a:pt x="4802168" y="673921"/>
                  </a:lnTo>
                  <a:lnTo>
                    <a:pt x="5474979" y="748198"/>
                  </a:lnTo>
                  <a:lnTo>
                    <a:pt x="5481145" y="748879"/>
                  </a:lnTo>
                  <a:lnTo>
                    <a:pt x="5487311" y="749472"/>
                  </a:lnTo>
                  <a:lnTo>
                    <a:pt x="6160122" y="814150"/>
                  </a:lnTo>
                  <a:lnTo>
                    <a:pt x="6166288" y="814742"/>
                  </a:lnTo>
                </a:path>
              </a:pathLst>
            </a:custGeom>
            <a:ln w="13550" cap="flat">
              <a:solidFill>
                <a:srgbClr val="D458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5"/>
            <p:cNvSpPr/>
            <p:nvPr/>
          </p:nvSpPr>
          <p:spPr>
            <a:xfrm>
              <a:off x="2698309" y="2600886"/>
              <a:ext cx="6178621" cy="2889774"/>
            </a:xfrm>
            <a:custGeom>
              <a:avLst/>
              <a:pathLst>
                <a:path w="6178621" h="2889774">
                  <a:moveTo>
                    <a:pt x="6166" y="0"/>
                  </a:moveTo>
                  <a:lnTo>
                    <a:pt x="12332" y="1041"/>
                  </a:lnTo>
                  <a:lnTo>
                    <a:pt x="685143" y="114707"/>
                  </a:lnTo>
                  <a:lnTo>
                    <a:pt x="691309" y="115749"/>
                  </a:lnTo>
                  <a:lnTo>
                    <a:pt x="697475" y="116997"/>
                  </a:lnTo>
                  <a:lnTo>
                    <a:pt x="1370286" y="253200"/>
                  </a:lnTo>
                  <a:lnTo>
                    <a:pt x="1376452" y="254448"/>
                  </a:lnTo>
                  <a:lnTo>
                    <a:pt x="1382618" y="255490"/>
                  </a:lnTo>
                  <a:lnTo>
                    <a:pt x="2055429" y="369218"/>
                  </a:lnTo>
                  <a:lnTo>
                    <a:pt x="2061595" y="370261"/>
                  </a:lnTo>
                  <a:lnTo>
                    <a:pt x="2067762" y="371136"/>
                  </a:lnTo>
                  <a:lnTo>
                    <a:pt x="2740572" y="466603"/>
                  </a:lnTo>
                  <a:lnTo>
                    <a:pt x="2746738" y="467478"/>
                  </a:lnTo>
                  <a:lnTo>
                    <a:pt x="2752905" y="468356"/>
                  </a:lnTo>
                  <a:lnTo>
                    <a:pt x="3425715" y="564087"/>
                  </a:lnTo>
                  <a:lnTo>
                    <a:pt x="3431882" y="564964"/>
                  </a:lnTo>
                  <a:lnTo>
                    <a:pt x="3438048" y="565803"/>
                  </a:lnTo>
                  <a:lnTo>
                    <a:pt x="4110859" y="657297"/>
                  </a:lnTo>
                  <a:lnTo>
                    <a:pt x="4117025" y="658136"/>
                  </a:lnTo>
                  <a:lnTo>
                    <a:pt x="4123191" y="658989"/>
                  </a:lnTo>
                  <a:lnTo>
                    <a:pt x="4796002" y="752067"/>
                  </a:lnTo>
                  <a:lnTo>
                    <a:pt x="4802168" y="752920"/>
                  </a:lnTo>
                  <a:lnTo>
                    <a:pt x="4808334" y="753718"/>
                  </a:lnTo>
                  <a:lnTo>
                    <a:pt x="5481145" y="840802"/>
                  </a:lnTo>
                  <a:lnTo>
                    <a:pt x="5487311" y="841600"/>
                  </a:lnTo>
                  <a:lnTo>
                    <a:pt x="5493477" y="842430"/>
                  </a:lnTo>
                  <a:lnTo>
                    <a:pt x="6166288" y="932944"/>
                  </a:lnTo>
                  <a:lnTo>
                    <a:pt x="6172454" y="933774"/>
                  </a:lnTo>
                  <a:lnTo>
                    <a:pt x="6178621" y="2889774"/>
                  </a:lnTo>
                  <a:lnTo>
                    <a:pt x="6172454" y="2476007"/>
                  </a:lnTo>
                  <a:lnTo>
                    <a:pt x="6166288" y="2475789"/>
                  </a:lnTo>
                  <a:lnTo>
                    <a:pt x="5493477" y="2452041"/>
                  </a:lnTo>
                  <a:lnTo>
                    <a:pt x="5487311" y="2451823"/>
                  </a:lnTo>
                  <a:lnTo>
                    <a:pt x="5481145" y="2451622"/>
                  </a:lnTo>
                  <a:lnTo>
                    <a:pt x="4808334" y="2429605"/>
                  </a:lnTo>
                  <a:lnTo>
                    <a:pt x="4802168" y="2429404"/>
                  </a:lnTo>
                  <a:lnTo>
                    <a:pt x="4796002" y="2429129"/>
                  </a:lnTo>
                  <a:lnTo>
                    <a:pt x="4123191" y="2399214"/>
                  </a:lnTo>
                  <a:lnTo>
                    <a:pt x="4117025" y="2398940"/>
                  </a:lnTo>
                  <a:lnTo>
                    <a:pt x="4110859" y="2398671"/>
                  </a:lnTo>
                  <a:lnTo>
                    <a:pt x="3438048" y="2369287"/>
                  </a:lnTo>
                  <a:lnTo>
                    <a:pt x="3431882" y="2369017"/>
                  </a:lnTo>
                  <a:lnTo>
                    <a:pt x="3425715" y="2368699"/>
                  </a:lnTo>
                  <a:lnTo>
                    <a:pt x="2752905" y="2333951"/>
                  </a:lnTo>
                  <a:lnTo>
                    <a:pt x="2746738" y="2333633"/>
                  </a:lnTo>
                  <a:lnTo>
                    <a:pt x="2740572" y="2333266"/>
                  </a:lnTo>
                  <a:lnTo>
                    <a:pt x="2067762" y="2293290"/>
                  </a:lnTo>
                  <a:lnTo>
                    <a:pt x="2061595" y="2292924"/>
                  </a:lnTo>
                  <a:lnTo>
                    <a:pt x="2055429" y="2292373"/>
                  </a:lnTo>
                  <a:lnTo>
                    <a:pt x="1382618" y="2232228"/>
                  </a:lnTo>
                  <a:lnTo>
                    <a:pt x="1376452" y="2231676"/>
                  </a:lnTo>
                  <a:lnTo>
                    <a:pt x="1370286" y="2230795"/>
                  </a:lnTo>
                  <a:lnTo>
                    <a:pt x="697475" y="2134567"/>
                  </a:lnTo>
                  <a:lnTo>
                    <a:pt x="691309" y="2133685"/>
                  </a:lnTo>
                  <a:lnTo>
                    <a:pt x="685143" y="2132884"/>
                  </a:lnTo>
                  <a:lnTo>
                    <a:pt x="12332" y="2045487"/>
                  </a:lnTo>
                  <a:lnTo>
                    <a:pt x="6166" y="2044686"/>
                  </a:lnTo>
                  <a:lnTo>
                    <a:pt x="0" y="2889774"/>
                  </a:lnTo>
                  <a:close/>
                </a:path>
              </a:pathLst>
            </a:cu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704475" y="2600886"/>
              <a:ext cx="6166288" cy="933774"/>
            </a:xfrm>
            <a:custGeom>
              <a:avLst/>
              <a:pathLst>
                <a:path w="6166288" h="933774">
                  <a:moveTo>
                    <a:pt x="0" y="0"/>
                  </a:moveTo>
                  <a:lnTo>
                    <a:pt x="6166" y="1041"/>
                  </a:lnTo>
                  <a:lnTo>
                    <a:pt x="678976" y="114707"/>
                  </a:lnTo>
                  <a:lnTo>
                    <a:pt x="685143" y="115749"/>
                  </a:lnTo>
                  <a:lnTo>
                    <a:pt x="691309" y="116997"/>
                  </a:lnTo>
                  <a:lnTo>
                    <a:pt x="1364120" y="253200"/>
                  </a:lnTo>
                  <a:lnTo>
                    <a:pt x="1370286" y="254448"/>
                  </a:lnTo>
                  <a:lnTo>
                    <a:pt x="1376452" y="255490"/>
                  </a:lnTo>
                  <a:lnTo>
                    <a:pt x="2049263" y="369218"/>
                  </a:lnTo>
                  <a:lnTo>
                    <a:pt x="2055429" y="370261"/>
                  </a:lnTo>
                  <a:lnTo>
                    <a:pt x="2061595" y="371136"/>
                  </a:lnTo>
                  <a:lnTo>
                    <a:pt x="2734406" y="466603"/>
                  </a:lnTo>
                  <a:lnTo>
                    <a:pt x="2740572" y="467478"/>
                  </a:lnTo>
                  <a:lnTo>
                    <a:pt x="2746738" y="468356"/>
                  </a:lnTo>
                  <a:lnTo>
                    <a:pt x="3419549" y="564087"/>
                  </a:lnTo>
                  <a:lnTo>
                    <a:pt x="3425715" y="564964"/>
                  </a:lnTo>
                  <a:lnTo>
                    <a:pt x="3431882" y="565803"/>
                  </a:lnTo>
                  <a:lnTo>
                    <a:pt x="4104692" y="657297"/>
                  </a:lnTo>
                  <a:lnTo>
                    <a:pt x="4110859" y="658136"/>
                  </a:lnTo>
                  <a:lnTo>
                    <a:pt x="4117025" y="658989"/>
                  </a:lnTo>
                  <a:lnTo>
                    <a:pt x="4789835" y="752067"/>
                  </a:lnTo>
                  <a:lnTo>
                    <a:pt x="4796002" y="752920"/>
                  </a:lnTo>
                  <a:lnTo>
                    <a:pt x="4802168" y="753718"/>
                  </a:lnTo>
                  <a:lnTo>
                    <a:pt x="5474979" y="840802"/>
                  </a:lnTo>
                  <a:lnTo>
                    <a:pt x="5481145" y="841600"/>
                  </a:lnTo>
                  <a:lnTo>
                    <a:pt x="5487311" y="842430"/>
                  </a:lnTo>
                  <a:lnTo>
                    <a:pt x="6160122" y="932944"/>
                  </a:lnTo>
                  <a:lnTo>
                    <a:pt x="6166288" y="933774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7"/>
            <p:cNvSpPr/>
            <p:nvPr/>
          </p:nvSpPr>
          <p:spPr>
            <a:xfrm>
              <a:off x="2698309" y="4645573"/>
              <a:ext cx="6178621" cy="845088"/>
            </a:xfrm>
            <a:custGeom>
              <a:avLst/>
              <a:pathLst>
                <a:path w="6178621" h="845088">
                  <a:moveTo>
                    <a:pt x="6166" y="0"/>
                  </a:moveTo>
                  <a:lnTo>
                    <a:pt x="12332" y="800"/>
                  </a:lnTo>
                  <a:lnTo>
                    <a:pt x="685143" y="88198"/>
                  </a:lnTo>
                  <a:lnTo>
                    <a:pt x="691309" y="88999"/>
                  </a:lnTo>
                  <a:lnTo>
                    <a:pt x="697475" y="89881"/>
                  </a:lnTo>
                  <a:lnTo>
                    <a:pt x="1370286" y="186108"/>
                  </a:lnTo>
                  <a:lnTo>
                    <a:pt x="1376452" y="186990"/>
                  </a:lnTo>
                  <a:lnTo>
                    <a:pt x="1382618" y="187541"/>
                  </a:lnTo>
                  <a:lnTo>
                    <a:pt x="2055429" y="247686"/>
                  </a:lnTo>
                  <a:lnTo>
                    <a:pt x="2061595" y="248238"/>
                  </a:lnTo>
                  <a:lnTo>
                    <a:pt x="2067762" y="248604"/>
                  </a:lnTo>
                  <a:lnTo>
                    <a:pt x="2740572" y="288580"/>
                  </a:lnTo>
                  <a:lnTo>
                    <a:pt x="2746738" y="288947"/>
                  </a:lnTo>
                  <a:lnTo>
                    <a:pt x="2752905" y="289265"/>
                  </a:lnTo>
                  <a:lnTo>
                    <a:pt x="3425715" y="324013"/>
                  </a:lnTo>
                  <a:lnTo>
                    <a:pt x="3431882" y="324331"/>
                  </a:lnTo>
                  <a:lnTo>
                    <a:pt x="3438048" y="324600"/>
                  </a:lnTo>
                  <a:lnTo>
                    <a:pt x="4110859" y="353984"/>
                  </a:lnTo>
                  <a:lnTo>
                    <a:pt x="4117025" y="354254"/>
                  </a:lnTo>
                  <a:lnTo>
                    <a:pt x="4123191" y="354528"/>
                  </a:lnTo>
                  <a:lnTo>
                    <a:pt x="4796002" y="384443"/>
                  </a:lnTo>
                  <a:lnTo>
                    <a:pt x="4802168" y="384717"/>
                  </a:lnTo>
                  <a:lnTo>
                    <a:pt x="4808334" y="384919"/>
                  </a:lnTo>
                  <a:lnTo>
                    <a:pt x="5481145" y="406935"/>
                  </a:lnTo>
                  <a:lnTo>
                    <a:pt x="5487311" y="407137"/>
                  </a:lnTo>
                  <a:lnTo>
                    <a:pt x="5493477" y="407355"/>
                  </a:lnTo>
                  <a:lnTo>
                    <a:pt x="6166288" y="431103"/>
                  </a:lnTo>
                  <a:lnTo>
                    <a:pt x="6172454" y="431321"/>
                  </a:lnTo>
                  <a:lnTo>
                    <a:pt x="6178621" y="845088"/>
                  </a:lnTo>
                  <a:lnTo>
                    <a:pt x="6172454" y="845088"/>
                  </a:lnTo>
                  <a:lnTo>
                    <a:pt x="6166288" y="845088"/>
                  </a:lnTo>
                  <a:lnTo>
                    <a:pt x="5493477" y="845088"/>
                  </a:lnTo>
                  <a:lnTo>
                    <a:pt x="5487311" y="845088"/>
                  </a:lnTo>
                  <a:lnTo>
                    <a:pt x="5481145" y="845088"/>
                  </a:lnTo>
                  <a:lnTo>
                    <a:pt x="4808334" y="845088"/>
                  </a:lnTo>
                  <a:lnTo>
                    <a:pt x="4802168" y="845088"/>
                  </a:lnTo>
                  <a:lnTo>
                    <a:pt x="4796002" y="845088"/>
                  </a:lnTo>
                  <a:lnTo>
                    <a:pt x="4123191" y="845088"/>
                  </a:lnTo>
                  <a:lnTo>
                    <a:pt x="4117025" y="845088"/>
                  </a:lnTo>
                  <a:lnTo>
                    <a:pt x="4110859" y="845088"/>
                  </a:lnTo>
                  <a:lnTo>
                    <a:pt x="3438048" y="845088"/>
                  </a:lnTo>
                  <a:lnTo>
                    <a:pt x="3431882" y="845088"/>
                  </a:lnTo>
                  <a:lnTo>
                    <a:pt x="3425715" y="845088"/>
                  </a:lnTo>
                  <a:lnTo>
                    <a:pt x="2752905" y="845088"/>
                  </a:lnTo>
                  <a:lnTo>
                    <a:pt x="2746738" y="845088"/>
                  </a:lnTo>
                  <a:lnTo>
                    <a:pt x="2740572" y="845088"/>
                  </a:lnTo>
                  <a:lnTo>
                    <a:pt x="2067762" y="845088"/>
                  </a:lnTo>
                  <a:lnTo>
                    <a:pt x="2061595" y="845088"/>
                  </a:lnTo>
                  <a:lnTo>
                    <a:pt x="2055429" y="845088"/>
                  </a:lnTo>
                  <a:lnTo>
                    <a:pt x="1382618" y="845088"/>
                  </a:lnTo>
                  <a:lnTo>
                    <a:pt x="1376452" y="845088"/>
                  </a:lnTo>
                  <a:lnTo>
                    <a:pt x="1370286" y="845088"/>
                  </a:lnTo>
                  <a:lnTo>
                    <a:pt x="697475" y="845088"/>
                  </a:lnTo>
                  <a:lnTo>
                    <a:pt x="691309" y="845088"/>
                  </a:lnTo>
                  <a:lnTo>
                    <a:pt x="685143" y="845088"/>
                  </a:lnTo>
                  <a:lnTo>
                    <a:pt x="12332" y="845088"/>
                  </a:lnTo>
                  <a:lnTo>
                    <a:pt x="6166" y="845088"/>
                  </a:lnTo>
                  <a:lnTo>
                    <a:pt x="0" y="845088"/>
                  </a:lnTo>
                  <a:close/>
                </a:path>
              </a:pathLst>
            </a:custGeom>
            <a:solidFill>
              <a:srgbClr val="61163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2704475" y="4645573"/>
              <a:ext cx="6166288" cy="431321"/>
            </a:xfrm>
            <a:custGeom>
              <a:avLst/>
              <a:pathLst>
                <a:path w="6166288" h="431321">
                  <a:moveTo>
                    <a:pt x="0" y="0"/>
                  </a:moveTo>
                  <a:lnTo>
                    <a:pt x="6166" y="800"/>
                  </a:lnTo>
                  <a:lnTo>
                    <a:pt x="678976" y="88198"/>
                  </a:lnTo>
                  <a:lnTo>
                    <a:pt x="685143" y="88999"/>
                  </a:lnTo>
                  <a:lnTo>
                    <a:pt x="691309" y="89881"/>
                  </a:lnTo>
                  <a:lnTo>
                    <a:pt x="1364120" y="186108"/>
                  </a:lnTo>
                  <a:lnTo>
                    <a:pt x="1370286" y="186990"/>
                  </a:lnTo>
                  <a:lnTo>
                    <a:pt x="1376452" y="187541"/>
                  </a:lnTo>
                  <a:lnTo>
                    <a:pt x="2049263" y="247686"/>
                  </a:lnTo>
                  <a:lnTo>
                    <a:pt x="2055429" y="248238"/>
                  </a:lnTo>
                  <a:lnTo>
                    <a:pt x="2061595" y="248604"/>
                  </a:lnTo>
                  <a:lnTo>
                    <a:pt x="2734406" y="288580"/>
                  </a:lnTo>
                  <a:lnTo>
                    <a:pt x="2740572" y="288947"/>
                  </a:lnTo>
                  <a:lnTo>
                    <a:pt x="2746738" y="289265"/>
                  </a:lnTo>
                  <a:lnTo>
                    <a:pt x="3419549" y="324013"/>
                  </a:lnTo>
                  <a:lnTo>
                    <a:pt x="3425715" y="324331"/>
                  </a:lnTo>
                  <a:lnTo>
                    <a:pt x="3431882" y="324600"/>
                  </a:lnTo>
                  <a:lnTo>
                    <a:pt x="4104692" y="353984"/>
                  </a:lnTo>
                  <a:lnTo>
                    <a:pt x="4110859" y="354254"/>
                  </a:lnTo>
                  <a:lnTo>
                    <a:pt x="4117025" y="354528"/>
                  </a:lnTo>
                  <a:lnTo>
                    <a:pt x="4789835" y="384443"/>
                  </a:lnTo>
                  <a:lnTo>
                    <a:pt x="4796002" y="384717"/>
                  </a:lnTo>
                  <a:lnTo>
                    <a:pt x="4802168" y="384919"/>
                  </a:lnTo>
                  <a:lnTo>
                    <a:pt x="5474979" y="406935"/>
                  </a:lnTo>
                  <a:lnTo>
                    <a:pt x="5481145" y="407137"/>
                  </a:lnTo>
                  <a:lnTo>
                    <a:pt x="5487311" y="407355"/>
                  </a:lnTo>
                  <a:lnTo>
                    <a:pt x="6160122" y="431103"/>
                  </a:lnTo>
                  <a:lnTo>
                    <a:pt x="6166288" y="431321"/>
                  </a:lnTo>
                </a:path>
              </a:pathLst>
            </a:custGeom>
            <a:ln w="13550" cap="flat">
              <a:solidFill>
                <a:srgbClr val="6116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19"/>
            <p:cNvSpPr/>
            <p:nvPr/>
          </p:nvSpPr>
          <p:spPr>
            <a:xfrm>
              <a:off x="8939278" y="2984102"/>
              <a:ext cx="1248193" cy="259853"/>
            </a:xfrm>
            <a:custGeom>
              <a:avLst/>
              <a:pathLst>
                <a:path w="1248193" h="259853">
                  <a:moveTo>
                    <a:pt x="41148" y="259853"/>
                  </a:moveTo>
                  <a:lnTo>
                    <a:pt x="1248193" y="259853"/>
                  </a:lnTo>
                  <a:lnTo>
                    <a:pt x="1248193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3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3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tx20"/>
            <p:cNvSpPr/>
            <p:nvPr/>
          </p:nvSpPr>
          <p:spPr>
            <a:xfrm>
              <a:off x="8957566" y="3026741"/>
              <a:ext cx="1359433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Arial"/>
                  <a:cs typeface="Arial"/>
                </a:rPr>
                <a:t>Electrification</a:t>
              </a:r>
            </a:p>
          </p:txBody>
        </p:sp>
        <p:sp>
          <p:nvSpPr>
            <p:cNvPr id="22" name="pg21"/>
            <p:cNvSpPr/>
            <p:nvPr/>
          </p:nvSpPr>
          <p:spPr>
            <a:xfrm>
              <a:off x="8939278" y="3169959"/>
              <a:ext cx="1185808" cy="259853"/>
            </a:xfrm>
            <a:custGeom>
              <a:avLst/>
              <a:pathLst>
                <a:path w="1185808" h="259853">
                  <a:moveTo>
                    <a:pt x="41148" y="259853"/>
                  </a:moveTo>
                  <a:lnTo>
                    <a:pt x="1144660" y="259853"/>
                  </a:lnTo>
                  <a:lnTo>
                    <a:pt x="1143004" y="259820"/>
                  </a:lnTo>
                  <a:lnTo>
                    <a:pt x="1149620" y="259553"/>
                  </a:lnTo>
                  <a:lnTo>
                    <a:pt x="1156109" y="258229"/>
                  </a:lnTo>
                  <a:lnTo>
                    <a:pt x="1162300" y="255881"/>
                  </a:lnTo>
                  <a:lnTo>
                    <a:pt x="1168035" y="252570"/>
                  </a:lnTo>
                  <a:lnTo>
                    <a:pt x="1173165" y="248381"/>
                  </a:lnTo>
                  <a:lnTo>
                    <a:pt x="1177556" y="243425"/>
                  </a:lnTo>
                  <a:lnTo>
                    <a:pt x="1181095" y="237828"/>
                  </a:lnTo>
                  <a:lnTo>
                    <a:pt x="1183691" y="231736"/>
                  </a:lnTo>
                  <a:lnTo>
                    <a:pt x="1185276" y="225306"/>
                  </a:lnTo>
                  <a:lnTo>
                    <a:pt x="1185808" y="218705"/>
                  </a:lnTo>
                  <a:lnTo>
                    <a:pt x="1185808" y="41147"/>
                  </a:lnTo>
                  <a:lnTo>
                    <a:pt x="1185276" y="34547"/>
                  </a:lnTo>
                  <a:lnTo>
                    <a:pt x="1183691" y="28117"/>
                  </a:lnTo>
                  <a:lnTo>
                    <a:pt x="1181095" y="22025"/>
                  </a:lnTo>
                  <a:lnTo>
                    <a:pt x="1177556" y="16428"/>
                  </a:lnTo>
                  <a:lnTo>
                    <a:pt x="1173165" y="11471"/>
                  </a:lnTo>
                  <a:lnTo>
                    <a:pt x="1168035" y="7283"/>
                  </a:lnTo>
                  <a:lnTo>
                    <a:pt x="1162300" y="3972"/>
                  </a:lnTo>
                  <a:lnTo>
                    <a:pt x="1156109" y="1624"/>
                  </a:lnTo>
                  <a:lnTo>
                    <a:pt x="1149620" y="300"/>
                  </a:lnTo>
                  <a:lnTo>
                    <a:pt x="1144660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3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7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3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tx22"/>
            <p:cNvSpPr/>
            <p:nvPr/>
          </p:nvSpPr>
          <p:spPr>
            <a:xfrm>
              <a:off x="8957566" y="3215389"/>
              <a:ext cx="1130944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Residential</a:t>
              </a:r>
            </a:p>
          </p:txBody>
        </p:sp>
        <p:sp>
          <p:nvSpPr>
            <p:cNvPr id="24" name="pg23"/>
            <p:cNvSpPr/>
            <p:nvPr/>
          </p:nvSpPr>
          <p:spPr>
            <a:xfrm>
              <a:off x="8939278" y="3338051"/>
              <a:ext cx="1248193" cy="259853"/>
            </a:xfrm>
            <a:custGeom>
              <a:avLst/>
              <a:pathLst>
                <a:path w="1248193" h="259853">
                  <a:moveTo>
                    <a:pt x="41148" y="259853"/>
                  </a:moveTo>
                  <a:lnTo>
                    <a:pt x="1248193" y="259853"/>
                  </a:lnTo>
                  <a:lnTo>
                    <a:pt x="1248193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3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3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tx24"/>
            <p:cNvSpPr/>
            <p:nvPr/>
          </p:nvSpPr>
          <p:spPr>
            <a:xfrm>
              <a:off x="8957566" y="3383481"/>
              <a:ext cx="1499406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D4582A">
                      <a:alpha val="100000"/>
                    </a:srgbClr>
                  </a:solidFill>
                  <a:latin typeface="Arial"/>
                  <a:cs typeface="Arial"/>
                </a:rPr>
                <a:t>Residential EV</a:t>
              </a:r>
            </a:p>
          </p:txBody>
        </p:sp>
        <p:sp>
          <p:nvSpPr>
            <p:cNvPr id="26" name="pg25"/>
            <p:cNvSpPr/>
            <p:nvPr/>
          </p:nvSpPr>
          <p:spPr>
            <a:xfrm>
              <a:off x="8939278" y="4175850"/>
              <a:ext cx="626698" cy="259853"/>
            </a:xfrm>
            <a:custGeom>
              <a:avLst/>
              <a:pathLst>
                <a:path w="626698" h="259853">
                  <a:moveTo>
                    <a:pt x="41148" y="259853"/>
                  </a:moveTo>
                  <a:lnTo>
                    <a:pt x="585550" y="259853"/>
                  </a:lnTo>
                  <a:lnTo>
                    <a:pt x="583894" y="259820"/>
                  </a:lnTo>
                  <a:lnTo>
                    <a:pt x="590510" y="259553"/>
                  </a:lnTo>
                  <a:lnTo>
                    <a:pt x="596998" y="258229"/>
                  </a:lnTo>
                  <a:lnTo>
                    <a:pt x="603190" y="255881"/>
                  </a:lnTo>
                  <a:lnTo>
                    <a:pt x="608925" y="252570"/>
                  </a:lnTo>
                  <a:lnTo>
                    <a:pt x="614055" y="248381"/>
                  </a:lnTo>
                  <a:lnTo>
                    <a:pt x="618446" y="243425"/>
                  </a:lnTo>
                  <a:lnTo>
                    <a:pt x="621985" y="237828"/>
                  </a:lnTo>
                  <a:lnTo>
                    <a:pt x="624581" y="231736"/>
                  </a:lnTo>
                  <a:lnTo>
                    <a:pt x="626166" y="225306"/>
                  </a:lnTo>
                  <a:lnTo>
                    <a:pt x="626698" y="218705"/>
                  </a:lnTo>
                  <a:lnTo>
                    <a:pt x="626698" y="41148"/>
                  </a:lnTo>
                  <a:lnTo>
                    <a:pt x="626166" y="34547"/>
                  </a:lnTo>
                  <a:lnTo>
                    <a:pt x="624581" y="28117"/>
                  </a:lnTo>
                  <a:lnTo>
                    <a:pt x="621985" y="22025"/>
                  </a:lnTo>
                  <a:lnTo>
                    <a:pt x="618446" y="16428"/>
                  </a:lnTo>
                  <a:lnTo>
                    <a:pt x="614055" y="11471"/>
                  </a:lnTo>
                  <a:lnTo>
                    <a:pt x="608925" y="7283"/>
                  </a:lnTo>
                  <a:lnTo>
                    <a:pt x="603190" y="3972"/>
                  </a:lnTo>
                  <a:lnTo>
                    <a:pt x="596998" y="1624"/>
                  </a:lnTo>
                  <a:lnTo>
                    <a:pt x="590510" y="300"/>
                  </a:lnTo>
                  <a:lnTo>
                    <a:pt x="585550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3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3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tx26"/>
            <p:cNvSpPr/>
            <p:nvPr/>
          </p:nvSpPr>
          <p:spPr>
            <a:xfrm>
              <a:off x="8957566" y="4178529"/>
              <a:ext cx="571834" cy="209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Arial"/>
                  <a:cs typeface="Arial"/>
                </a:rPr>
                <a:t>petrol</a:t>
              </a:r>
            </a:p>
          </p:txBody>
        </p:sp>
        <p:sp>
          <p:nvSpPr>
            <p:cNvPr id="28" name="pg27"/>
            <p:cNvSpPr/>
            <p:nvPr/>
          </p:nvSpPr>
          <p:spPr>
            <a:xfrm>
              <a:off x="8939278" y="5153850"/>
              <a:ext cx="474112" cy="259853"/>
            </a:xfrm>
            <a:custGeom>
              <a:avLst/>
              <a:pathLst>
                <a:path w="474112" h="259853">
                  <a:moveTo>
                    <a:pt x="41148" y="259853"/>
                  </a:moveTo>
                  <a:lnTo>
                    <a:pt x="432964" y="259853"/>
                  </a:lnTo>
                  <a:lnTo>
                    <a:pt x="431307" y="259820"/>
                  </a:lnTo>
                  <a:lnTo>
                    <a:pt x="437924" y="259553"/>
                  </a:lnTo>
                  <a:lnTo>
                    <a:pt x="444412" y="258229"/>
                  </a:lnTo>
                  <a:lnTo>
                    <a:pt x="450604" y="255881"/>
                  </a:lnTo>
                  <a:lnTo>
                    <a:pt x="456339" y="252570"/>
                  </a:lnTo>
                  <a:lnTo>
                    <a:pt x="461469" y="248381"/>
                  </a:lnTo>
                  <a:lnTo>
                    <a:pt x="465860" y="243425"/>
                  </a:lnTo>
                  <a:lnTo>
                    <a:pt x="469399" y="237828"/>
                  </a:lnTo>
                  <a:lnTo>
                    <a:pt x="471995" y="231736"/>
                  </a:lnTo>
                  <a:lnTo>
                    <a:pt x="473579" y="225306"/>
                  </a:lnTo>
                  <a:lnTo>
                    <a:pt x="474112" y="218705"/>
                  </a:lnTo>
                  <a:lnTo>
                    <a:pt x="474112" y="41148"/>
                  </a:lnTo>
                  <a:lnTo>
                    <a:pt x="473579" y="34547"/>
                  </a:lnTo>
                  <a:lnTo>
                    <a:pt x="471995" y="28117"/>
                  </a:lnTo>
                  <a:lnTo>
                    <a:pt x="469399" y="22025"/>
                  </a:lnTo>
                  <a:lnTo>
                    <a:pt x="465860" y="16428"/>
                  </a:lnTo>
                  <a:lnTo>
                    <a:pt x="461469" y="11471"/>
                  </a:lnTo>
                  <a:lnTo>
                    <a:pt x="456339" y="7283"/>
                  </a:lnTo>
                  <a:lnTo>
                    <a:pt x="450604" y="3972"/>
                  </a:lnTo>
                  <a:lnTo>
                    <a:pt x="444412" y="1624"/>
                  </a:lnTo>
                  <a:lnTo>
                    <a:pt x="437924" y="300"/>
                  </a:lnTo>
                  <a:lnTo>
                    <a:pt x="432964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3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3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tx28"/>
            <p:cNvSpPr/>
            <p:nvPr/>
          </p:nvSpPr>
          <p:spPr>
            <a:xfrm>
              <a:off x="8957566" y="5196378"/>
              <a:ext cx="419248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611633">
                      <a:alpha val="100000"/>
                    </a:srgbClr>
                  </a:solidFill>
                  <a:latin typeface="Arial"/>
                  <a:cs typeface="Arial"/>
                </a:rPr>
                <a:t>Gas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2341550" y="5370222"/>
              <a:ext cx="254272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$0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1896628" y="4282872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$2,000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1896628" y="3204340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$4,000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1896628" y="2125809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$6,000</a:t>
              </a:r>
            </a:p>
          </p:txBody>
        </p:sp>
        <p:sp>
          <p:nvSpPr>
            <p:cNvPr id="34" name="pl33"/>
            <p:cNvSpPr/>
            <p:nvPr/>
          </p:nvSpPr>
          <p:spPr>
            <a:xfrm>
              <a:off x="2698309" y="5490661"/>
              <a:ext cx="7489162" cy="0"/>
            </a:xfrm>
            <a:custGeom>
              <a:avLst/>
              <a:pathLst>
                <a:path w="7489162" h="0">
                  <a:moveTo>
                    <a:pt x="0" y="0"/>
                  </a:moveTo>
                  <a:lnTo>
                    <a:pt x="7489162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2704475" y="5490661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6130191" y="5490661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8870763" y="5490661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tx37"/>
            <p:cNvSpPr/>
            <p:nvPr/>
          </p:nvSpPr>
          <p:spPr>
            <a:xfrm>
              <a:off x="2450202" y="5589686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2025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5875918" y="5589575"/>
              <a:ext cx="508545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2030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8616490" y="5589575"/>
              <a:ext cx="508545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2034</a:t>
              </a:r>
            </a:p>
          </p:txBody>
        </p:sp>
      </p:grpSp>
      <p:sp>
        <p:nvSpPr>
          <p:cNvPr id="41" name="Title 1"/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</p:spPr>
        <p:txBody>
          <a:bodyPr/>
          <a:lstStyle/>
          <a:p>
            <a:r>
              <a:rPr/>
              <a:t>Overall consumer energy costs will decline as prices ease and electrification increases</a:t>
            </a:r>
          </a:p>
        </p:txBody>
      </p:sp>
      <p:sp>
        <p:nvSpPr>
          <p:cNvPr id="42" name="Caption Placeholder 1"/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/>
          <a:lstStyle/>
          <a:p>
            <a:r>
              <a:rPr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022 Grattan PPT Colour Theme - FINAL">
      <a:dk1>
        <a:srgbClr val="000000"/>
      </a:dk1>
      <a:lt1>
        <a:srgbClr val="FFFFFF"/>
      </a:lt1>
      <a:dk2>
        <a:srgbClr val="D4582A"/>
      </a:dk2>
      <a:lt2>
        <a:srgbClr val="FFF3E6"/>
      </a:lt2>
      <a:accent1>
        <a:srgbClr val="EF7900"/>
      </a:accent1>
      <a:accent2>
        <a:srgbClr val="A1253E"/>
      </a:accent2>
      <a:accent3>
        <a:srgbClr val="611633"/>
      </a:accent3>
      <a:accent4>
        <a:srgbClr val="F5B50C"/>
      </a:accent4>
      <a:accent5>
        <a:srgbClr val="6A99C4"/>
      </a:accent5>
      <a:accent6>
        <a:srgbClr val="4371A1"/>
      </a:accent6>
      <a:hlink>
        <a:srgbClr val="EF7900"/>
      </a:hlink>
      <a:folHlink>
        <a:srgbClr val="D4582A"/>
      </a:folHlink>
    </a:clrScheme>
    <a:fontScheme name="Grattan Web Fonts">
      <a:majorFont>
        <a:latin typeface="DM Serif Display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sz="1600" dirty="0">
            <a:solidFill>
              <a:schemeClr val="accent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8876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Next LT Pro</vt:lpstr>
      <vt:lpstr>Calibri</vt:lpstr>
      <vt:lpstr>DM Serif Display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Insert title</dc:title>
  <dc:creator>Kat Clay</dc:creator>
  <cp:lastModifiedBy/>
  <cp:revision>269</cp:revision>
  <dcterms:created xsi:type="dcterms:W3CDTF">2022-05-20T01:54:03Z</dcterms:created>
  <dcterms:modified xsi:type="dcterms:W3CDTF">2025-05-01T16:28:45Z</dcterms:modified>
</cp:coreProperties>
</file>