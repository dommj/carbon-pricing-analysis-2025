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Melbourne\Energy\Analysis\analysis_cp_dj_2025\output\atlas\smc_demand_all_generators\smc_demand_all_generators_fullslide.pptx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13" y="1517569"/>
            <a:ext cx="11002617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26/5/2023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Limiting SMC generation to new entrants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/>
          <a:lstStyle/>
          <a:p>
            <a:r>
              <a:rPr/>
              <a:t>Net demand for SMCs (Million tons of CO2-e)</a:t>
            </a:r>
          </a:p>
        </p:txBody>
      </p:sp>
      <p:sp>
        <p:nvSpPr>
          <p:cNvPr id="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5" name="Content Placeholder 3"/>
          <p:cNvGrpSpPr/>
          <p:nvPr/>
        </p:nvGrpSpPr>
        <p:grpSpPr>
          <a:xfrm>
            <a:off x="536713" y="1517569"/>
            <a:ext cx="11002617" cy="5068887"/>
            <a:chOff x="536713" y="1517569"/>
            <a:chExt cx="11002617" cy="5068887"/>
          </a:xfrm>
        </p:grpSpPr>
        <p:sp>
          <p:nvSpPr>
            <p:cNvPr id="6" name="rc3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4"/>
            <p:cNvSpPr/>
            <p:nvPr/>
          </p:nvSpPr>
          <p:spPr>
            <a:xfrm>
              <a:off x="536713" y="1517569"/>
              <a:ext cx="11002617" cy="5068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5"/>
            <p:cNvSpPr/>
            <p:nvPr/>
          </p:nvSpPr>
          <p:spPr>
            <a:xfrm>
              <a:off x="971425" y="1609008"/>
              <a:ext cx="10458176" cy="4376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6"/>
            <p:cNvSpPr/>
            <p:nvPr/>
          </p:nvSpPr>
          <p:spPr>
            <a:xfrm>
              <a:off x="971425" y="5088979"/>
              <a:ext cx="10458176" cy="0"/>
            </a:xfrm>
            <a:custGeom>
              <a:avLst/>
              <a:pathLst>
                <a:path w="10458176" h="0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7"/>
            <p:cNvSpPr/>
            <p:nvPr/>
          </p:nvSpPr>
          <p:spPr>
            <a:xfrm>
              <a:off x="971425" y="4106719"/>
              <a:ext cx="10458176" cy="0"/>
            </a:xfrm>
            <a:custGeom>
              <a:avLst/>
              <a:pathLst>
                <a:path w="10458176" h="0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8"/>
            <p:cNvSpPr/>
            <p:nvPr/>
          </p:nvSpPr>
          <p:spPr>
            <a:xfrm>
              <a:off x="971425" y="3124458"/>
              <a:ext cx="10458176" cy="0"/>
            </a:xfrm>
            <a:custGeom>
              <a:avLst/>
              <a:pathLst>
                <a:path w="10458176" h="0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9"/>
            <p:cNvSpPr/>
            <p:nvPr/>
          </p:nvSpPr>
          <p:spPr>
            <a:xfrm>
              <a:off x="971425" y="2142198"/>
              <a:ext cx="10458176" cy="0"/>
            </a:xfrm>
            <a:custGeom>
              <a:avLst/>
              <a:pathLst>
                <a:path w="10458176" h="0">
                  <a:moveTo>
                    <a:pt x="0" y="0"/>
                  </a:moveTo>
                  <a:lnTo>
                    <a:pt x="10458176" y="0"/>
                  </a:lnTo>
                  <a:lnTo>
                    <a:pt x="1045817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0"/>
            <p:cNvSpPr/>
            <p:nvPr/>
          </p:nvSpPr>
          <p:spPr>
            <a:xfrm>
              <a:off x="1446797" y="1885037"/>
              <a:ext cx="409410" cy="1239421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1"/>
            <p:cNvSpPr/>
            <p:nvPr/>
          </p:nvSpPr>
          <p:spPr>
            <a:xfrm>
              <a:off x="1446797" y="1807929"/>
              <a:ext cx="409410" cy="7710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2"/>
            <p:cNvSpPr/>
            <p:nvPr/>
          </p:nvSpPr>
          <p:spPr>
            <a:xfrm>
              <a:off x="1446797" y="3124458"/>
              <a:ext cx="409410" cy="212698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3"/>
            <p:cNvSpPr/>
            <p:nvPr/>
          </p:nvSpPr>
          <p:spPr>
            <a:xfrm>
              <a:off x="1446797" y="3337156"/>
              <a:ext cx="409410" cy="54277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4"/>
            <p:cNvSpPr/>
            <p:nvPr/>
          </p:nvSpPr>
          <p:spPr>
            <a:xfrm>
              <a:off x="1446797" y="3879934"/>
              <a:ext cx="409410" cy="190640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5"/>
            <p:cNvSpPr/>
            <p:nvPr/>
          </p:nvSpPr>
          <p:spPr>
            <a:xfrm>
              <a:off x="1901698" y="2002309"/>
              <a:ext cx="409410" cy="1122149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6"/>
            <p:cNvSpPr/>
            <p:nvPr/>
          </p:nvSpPr>
          <p:spPr>
            <a:xfrm>
              <a:off x="1901698" y="1939690"/>
              <a:ext cx="409410" cy="6261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7"/>
            <p:cNvSpPr/>
            <p:nvPr/>
          </p:nvSpPr>
          <p:spPr>
            <a:xfrm>
              <a:off x="1901698" y="3124458"/>
              <a:ext cx="409410" cy="201829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18"/>
            <p:cNvSpPr/>
            <p:nvPr/>
          </p:nvSpPr>
          <p:spPr>
            <a:xfrm>
              <a:off x="1901698" y="3326287"/>
              <a:ext cx="409410" cy="55810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19"/>
            <p:cNvSpPr/>
            <p:nvPr/>
          </p:nvSpPr>
          <p:spPr>
            <a:xfrm>
              <a:off x="1901698" y="3884394"/>
              <a:ext cx="409410" cy="18361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0"/>
            <p:cNvSpPr/>
            <p:nvPr/>
          </p:nvSpPr>
          <p:spPr>
            <a:xfrm>
              <a:off x="2356599" y="2092245"/>
              <a:ext cx="409410" cy="1032212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1"/>
            <p:cNvSpPr/>
            <p:nvPr/>
          </p:nvSpPr>
          <p:spPr>
            <a:xfrm>
              <a:off x="2356599" y="2049974"/>
              <a:ext cx="409410" cy="4227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2"/>
            <p:cNvSpPr/>
            <p:nvPr/>
          </p:nvSpPr>
          <p:spPr>
            <a:xfrm>
              <a:off x="2356599" y="3124458"/>
              <a:ext cx="409410" cy="17462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3"/>
            <p:cNvSpPr/>
            <p:nvPr/>
          </p:nvSpPr>
          <p:spPr>
            <a:xfrm>
              <a:off x="2356599" y="3299084"/>
              <a:ext cx="409410" cy="58462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4"/>
            <p:cNvSpPr/>
            <p:nvPr/>
          </p:nvSpPr>
          <p:spPr>
            <a:xfrm>
              <a:off x="2356599" y="3883707"/>
              <a:ext cx="409410" cy="175052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5"/>
            <p:cNvSpPr/>
            <p:nvPr/>
          </p:nvSpPr>
          <p:spPr>
            <a:xfrm>
              <a:off x="2811500" y="2082004"/>
              <a:ext cx="409410" cy="1042453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6"/>
            <p:cNvSpPr/>
            <p:nvPr/>
          </p:nvSpPr>
          <p:spPr>
            <a:xfrm>
              <a:off x="2811500" y="2021717"/>
              <a:ext cx="409410" cy="6028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7"/>
            <p:cNvSpPr/>
            <p:nvPr/>
          </p:nvSpPr>
          <p:spPr>
            <a:xfrm>
              <a:off x="2811500" y="3124458"/>
              <a:ext cx="409410" cy="14834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28"/>
            <p:cNvSpPr/>
            <p:nvPr/>
          </p:nvSpPr>
          <p:spPr>
            <a:xfrm>
              <a:off x="2811500" y="3272800"/>
              <a:ext cx="409410" cy="5669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29"/>
            <p:cNvSpPr/>
            <p:nvPr/>
          </p:nvSpPr>
          <p:spPr>
            <a:xfrm>
              <a:off x="2811500" y="3839773"/>
              <a:ext cx="409410" cy="161755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0"/>
            <p:cNvSpPr/>
            <p:nvPr/>
          </p:nvSpPr>
          <p:spPr>
            <a:xfrm>
              <a:off x="3266401" y="2617943"/>
              <a:ext cx="409410" cy="506515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1"/>
            <p:cNvSpPr/>
            <p:nvPr/>
          </p:nvSpPr>
          <p:spPr>
            <a:xfrm>
              <a:off x="3266401" y="2490483"/>
              <a:ext cx="409410" cy="12745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2"/>
            <p:cNvSpPr/>
            <p:nvPr/>
          </p:nvSpPr>
          <p:spPr>
            <a:xfrm>
              <a:off x="3266401" y="3124458"/>
              <a:ext cx="409410" cy="178122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3"/>
            <p:cNvSpPr/>
            <p:nvPr/>
          </p:nvSpPr>
          <p:spPr>
            <a:xfrm>
              <a:off x="3266401" y="3302580"/>
              <a:ext cx="409410" cy="51946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4"/>
            <p:cNvSpPr/>
            <p:nvPr/>
          </p:nvSpPr>
          <p:spPr>
            <a:xfrm>
              <a:off x="3266401" y="3822049"/>
              <a:ext cx="409410" cy="149690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5"/>
            <p:cNvSpPr/>
            <p:nvPr/>
          </p:nvSpPr>
          <p:spPr>
            <a:xfrm>
              <a:off x="3721303" y="2889291"/>
              <a:ext cx="409410" cy="235167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6"/>
            <p:cNvSpPr/>
            <p:nvPr/>
          </p:nvSpPr>
          <p:spPr>
            <a:xfrm>
              <a:off x="3721303" y="2759227"/>
              <a:ext cx="409410" cy="1300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7"/>
            <p:cNvSpPr/>
            <p:nvPr/>
          </p:nvSpPr>
          <p:spPr>
            <a:xfrm>
              <a:off x="3721303" y="3124458"/>
              <a:ext cx="409410" cy="129899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38"/>
            <p:cNvSpPr/>
            <p:nvPr/>
          </p:nvSpPr>
          <p:spPr>
            <a:xfrm>
              <a:off x="3721303" y="3254358"/>
              <a:ext cx="409410" cy="47543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39"/>
            <p:cNvSpPr/>
            <p:nvPr/>
          </p:nvSpPr>
          <p:spPr>
            <a:xfrm>
              <a:off x="3721303" y="3729796"/>
              <a:ext cx="409410" cy="139045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0"/>
            <p:cNvSpPr/>
            <p:nvPr/>
          </p:nvSpPr>
          <p:spPr>
            <a:xfrm>
              <a:off x="4176204" y="2883167"/>
              <a:ext cx="409410" cy="241291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1"/>
            <p:cNvSpPr/>
            <p:nvPr/>
          </p:nvSpPr>
          <p:spPr>
            <a:xfrm>
              <a:off x="4176204" y="2754091"/>
              <a:ext cx="409410" cy="12907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2"/>
            <p:cNvSpPr/>
            <p:nvPr/>
          </p:nvSpPr>
          <p:spPr>
            <a:xfrm>
              <a:off x="4176204" y="3124458"/>
              <a:ext cx="409410" cy="10528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3"/>
            <p:cNvSpPr/>
            <p:nvPr/>
          </p:nvSpPr>
          <p:spPr>
            <a:xfrm>
              <a:off x="4176204" y="3229739"/>
              <a:ext cx="409410" cy="41732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4"/>
            <p:cNvSpPr/>
            <p:nvPr/>
          </p:nvSpPr>
          <p:spPr>
            <a:xfrm>
              <a:off x="4176204" y="3647066"/>
              <a:ext cx="409410" cy="116802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5"/>
            <p:cNvSpPr/>
            <p:nvPr/>
          </p:nvSpPr>
          <p:spPr>
            <a:xfrm>
              <a:off x="4631105" y="2991868"/>
              <a:ext cx="409410" cy="13259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6"/>
            <p:cNvSpPr/>
            <p:nvPr/>
          </p:nvSpPr>
          <p:spPr>
            <a:xfrm>
              <a:off x="4631105" y="2778801"/>
              <a:ext cx="409410" cy="21306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47"/>
            <p:cNvSpPr/>
            <p:nvPr/>
          </p:nvSpPr>
          <p:spPr>
            <a:xfrm>
              <a:off x="4631105" y="3124458"/>
              <a:ext cx="409410" cy="9428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48"/>
            <p:cNvSpPr/>
            <p:nvPr/>
          </p:nvSpPr>
          <p:spPr>
            <a:xfrm>
              <a:off x="4631105" y="3218739"/>
              <a:ext cx="409410" cy="34463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49"/>
            <p:cNvSpPr/>
            <p:nvPr/>
          </p:nvSpPr>
          <p:spPr>
            <a:xfrm>
              <a:off x="4631105" y="3563377"/>
              <a:ext cx="409410" cy="91929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0"/>
            <p:cNvSpPr/>
            <p:nvPr/>
          </p:nvSpPr>
          <p:spPr>
            <a:xfrm>
              <a:off x="5086006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1"/>
            <p:cNvSpPr/>
            <p:nvPr/>
          </p:nvSpPr>
          <p:spPr>
            <a:xfrm>
              <a:off x="5086006" y="2924148"/>
              <a:ext cx="409410" cy="20031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2"/>
            <p:cNvSpPr/>
            <p:nvPr/>
          </p:nvSpPr>
          <p:spPr>
            <a:xfrm>
              <a:off x="5086006" y="3124458"/>
              <a:ext cx="409410" cy="5501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3"/>
            <p:cNvSpPr/>
            <p:nvPr/>
          </p:nvSpPr>
          <p:spPr>
            <a:xfrm>
              <a:off x="5086006" y="3179474"/>
              <a:ext cx="409410" cy="26133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4"/>
            <p:cNvSpPr/>
            <p:nvPr/>
          </p:nvSpPr>
          <p:spPr>
            <a:xfrm>
              <a:off x="5086006" y="3440806"/>
              <a:ext cx="409410" cy="70710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5"/>
            <p:cNvSpPr/>
            <p:nvPr/>
          </p:nvSpPr>
          <p:spPr>
            <a:xfrm>
              <a:off x="5540907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6"/>
            <p:cNvSpPr/>
            <p:nvPr/>
          </p:nvSpPr>
          <p:spPr>
            <a:xfrm>
              <a:off x="5540907" y="2935670"/>
              <a:ext cx="409410" cy="18878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57"/>
            <p:cNvSpPr/>
            <p:nvPr/>
          </p:nvSpPr>
          <p:spPr>
            <a:xfrm>
              <a:off x="5540907" y="3124458"/>
              <a:ext cx="409410" cy="3197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58"/>
            <p:cNvSpPr/>
            <p:nvPr/>
          </p:nvSpPr>
          <p:spPr>
            <a:xfrm>
              <a:off x="5540907" y="3156429"/>
              <a:ext cx="409410" cy="1583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59"/>
            <p:cNvSpPr/>
            <p:nvPr/>
          </p:nvSpPr>
          <p:spPr>
            <a:xfrm>
              <a:off x="5540907" y="3314736"/>
              <a:ext cx="409410" cy="44250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0"/>
            <p:cNvSpPr/>
            <p:nvPr/>
          </p:nvSpPr>
          <p:spPr>
            <a:xfrm>
              <a:off x="5995808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1"/>
            <p:cNvSpPr/>
            <p:nvPr/>
          </p:nvSpPr>
          <p:spPr>
            <a:xfrm>
              <a:off x="5995808" y="2800115"/>
              <a:ext cx="409410" cy="3243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2"/>
            <p:cNvSpPr/>
            <p:nvPr/>
          </p:nvSpPr>
          <p:spPr>
            <a:xfrm>
              <a:off x="5995808" y="3124458"/>
              <a:ext cx="409410" cy="1206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3"/>
            <p:cNvSpPr/>
            <p:nvPr/>
          </p:nvSpPr>
          <p:spPr>
            <a:xfrm>
              <a:off x="5995808" y="3136519"/>
              <a:ext cx="409410" cy="5568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4"/>
            <p:cNvSpPr/>
            <p:nvPr/>
          </p:nvSpPr>
          <p:spPr>
            <a:xfrm>
              <a:off x="5995808" y="3192199"/>
              <a:ext cx="409410" cy="1535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5"/>
            <p:cNvSpPr/>
            <p:nvPr/>
          </p:nvSpPr>
          <p:spPr>
            <a:xfrm>
              <a:off x="6450709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6"/>
            <p:cNvSpPr/>
            <p:nvPr/>
          </p:nvSpPr>
          <p:spPr>
            <a:xfrm>
              <a:off x="6450709" y="2736366"/>
              <a:ext cx="409410" cy="38809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67"/>
            <p:cNvSpPr/>
            <p:nvPr/>
          </p:nvSpPr>
          <p:spPr>
            <a:xfrm>
              <a:off x="6450709" y="3124458"/>
              <a:ext cx="409410" cy="12854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68"/>
            <p:cNvSpPr/>
            <p:nvPr/>
          </p:nvSpPr>
          <p:spPr>
            <a:xfrm>
              <a:off x="6450709" y="3137313"/>
              <a:ext cx="409410" cy="5725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69"/>
            <p:cNvSpPr/>
            <p:nvPr/>
          </p:nvSpPr>
          <p:spPr>
            <a:xfrm>
              <a:off x="6450709" y="3194568"/>
              <a:ext cx="409410" cy="15328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0"/>
            <p:cNvSpPr/>
            <p:nvPr/>
          </p:nvSpPr>
          <p:spPr>
            <a:xfrm>
              <a:off x="6905610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1"/>
            <p:cNvSpPr/>
            <p:nvPr/>
          </p:nvSpPr>
          <p:spPr>
            <a:xfrm>
              <a:off x="6905610" y="2767920"/>
              <a:ext cx="409410" cy="35653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2"/>
            <p:cNvSpPr/>
            <p:nvPr/>
          </p:nvSpPr>
          <p:spPr>
            <a:xfrm>
              <a:off x="6905610" y="3124458"/>
              <a:ext cx="409410" cy="10736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3"/>
            <p:cNvSpPr/>
            <p:nvPr/>
          </p:nvSpPr>
          <p:spPr>
            <a:xfrm>
              <a:off x="6905610" y="3135195"/>
              <a:ext cx="409410" cy="5344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4"/>
            <p:cNvSpPr/>
            <p:nvPr/>
          </p:nvSpPr>
          <p:spPr>
            <a:xfrm>
              <a:off x="6905610" y="3188638"/>
              <a:ext cx="409410" cy="13887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5"/>
            <p:cNvSpPr/>
            <p:nvPr/>
          </p:nvSpPr>
          <p:spPr>
            <a:xfrm>
              <a:off x="7360511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6"/>
            <p:cNvSpPr/>
            <p:nvPr/>
          </p:nvSpPr>
          <p:spPr>
            <a:xfrm>
              <a:off x="7360511" y="2685507"/>
              <a:ext cx="409410" cy="43895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7"/>
            <p:cNvSpPr/>
            <p:nvPr/>
          </p:nvSpPr>
          <p:spPr>
            <a:xfrm>
              <a:off x="7360511" y="3124458"/>
              <a:ext cx="409410" cy="966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78"/>
            <p:cNvSpPr/>
            <p:nvPr/>
          </p:nvSpPr>
          <p:spPr>
            <a:xfrm>
              <a:off x="7360511" y="3134119"/>
              <a:ext cx="409410" cy="5163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79"/>
            <p:cNvSpPr/>
            <p:nvPr/>
          </p:nvSpPr>
          <p:spPr>
            <a:xfrm>
              <a:off x="7360511" y="3185751"/>
              <a:ext cx="409410" cy="11815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0"/>
            <p:cNvSpPr/>
            <p:nvPr/>
          </p:nvSpPr>
          <p:spPr>
            <a:xfrm>
              <a:off x="7815412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1"/>
            <p:cNvSpPr/>
            <p:nvPr/>
          </p:nvSpPr>
          <p:spPr>
            <a:xfrm>
              <a:off x="7815412" y="2661215"/>
              <a:ext cx="409410" cy="4632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2"/>
            <p:cNvSpPr/>
            <p:nvPr/>
          </p:nvSpPr>
          <p:spPr>
            <a:xfrm>
              <a:off x="7815412" y="3124458"/>
              <a:ext cx="409410" cy="719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3"/>
            <p:cNvSpPr/>
            <p:nvPr/>
          </p:nvSpPr>
          <p:spPr>
            <a:xfrm>
              <a:off x="7815412" y="3131654"/>
              <a:ext cx="409410" cy="5109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4"/>
            <p:cNvSpPr/>
            <p:nvPr/>
          </p:nvSpPr>
          <p:spPr>
            <a:xfrm>
              <a:off x="7815412" y="3182745"/>
              <a:ext cx="409410" cy="9863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5"/>
            <p:cNvSpPr/>
            <p:nvPr/>
          </p:nvSpPr>
          <p:spPr>
            <a:xfrm>
              <a:off x="8270313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6"/>
            <p:cNvSpPr/>
            <p:nvPr/>
          </p:nvSpPr>
          <p:spPr>
            <a:xfrm>
              <a:off x="8270313" y="2744009"/>
              <a:ext cx="409410" cy="38044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7"/>
            <p:cNvSpPr/>
            <p:nvPr/>
          </p:nvSpPr>
          <p:spPr>
            <a:xfrm>
              <a:off x="8270313" y="3124458"/>
              <a:ext cx="409410" cy="7189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88"/>
            <p:cNvSpPr/>
            <p:nvPr/>
          </p:nvSpPr>
          <p:spPr>
            <a:xfrm>
              <a:off x="8270313" y="3131648"/>
              <a:ext cx="409410" cy="3977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89"/>
            <p:cNvSpPr/>
            <p:nvPr/>
          </p:nvSpPr>
          <p:spPr>
            <a:xfrm>
              <a:off x="8270313" y="3171422"/>
              <a:ext cx="409410" cy="8728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0"/>
            <p:cNvSpPr/>
            <p:nvPr/>
          </p:nvSpPr>
          <p:spPr>
            <a:xfrm>
              <a:off x="8725215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1"/>
            <p:cNvSpPr/>
            <p:nvPr/>
          </p:nvSpPr>
          <p:spPr>
            <a:xfrm>
              <a:off x="8725215" y="2876264"/>
              <a:ext cx="409410" cy="24819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2"/>
            <p:cNvSpPr/>
            <p:nvPr/>
          </p:nvSpPr>
          <p:spPr>
            <a:xfrm>
              <a:off x="8725215" y="3124458"/>
              <a:ext cx="409410" cy="5827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3"/>
            <p:cNvSpPr/>
            <p:nvPr/>
          </p:nvSpPr>
          <p:spPr>
            <a:xfrm>
              <a:off x="8725215" y="3130286"/>
              <a:ext cx="409410" cy="3596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4"/>
            <p:cNvSpPr/>
            <p:nvPr/>
          </p:nvSpPr>
          <p:spPr>
            <a:xfrm>
              <a:off x="8725215" y="3166253"/>
              <a:ext cx="409410" cy="6897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5"/>
            <p:cNvSpPr/>
            <p:nvPr/>
          </p:nvSpPr>
          <p:spPr>
            <a:xfrm>
              <a:off x="9180116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6"/>
            <p:cNvSpPr/>
            <p:nvPr/>
          </p:nvSpPr>
          <p:spPr>
            <a:xfrm>
              <a:off x="9180116" y="2841819"/>
              <a:ext cx="409410" cy="28263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7"/>
            <p:cNvSpPr/>
            <p:nvPr/>
          </p:nvSpPr>
          <p:spPr>
            <a:xfrm>
              <a:off x="9180116" y="3124458"/>
              <a:ext cx="409410" cy="3914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98"/>
            <p:cNvSpPr/>
            <p:nvPr/>
          </p:nvSpPr>
          <p:spPr>
            <a:xfrm>
              <a:off x="9180116" y="3128372"/>
              <a:ext cx="409410" cy="2743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99"/>
            <p:cNvSpPr/>
            <p:nvPr/>
          </p:nvSpPr>
          <p:spPr>
            <a:xfrm>
              <a:off x="9180116" y="3155811"/>
              <a:ext cx="409410" cy="5227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0"/>
            <p:cNvSpPr/>
            <p:nvPr/>
          </p:nvSpPr>
          <p:spPr>
            <a:xfrm>
              <a:off x="9635017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1"/>
            <p:cNvSpPr/>
            <p:nvPr/>
          </p:nvSpPr>
          <p:spPr>
            <a:xfrm>
              <a:off x="9635017" y="2837196"/>
              <a:ext cx="409410" cy="28726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2"/>
            <p:cNvSpPr/>
            <p:nvPr/>
          </p:nvSpPr>
          <p:spPr>
            <a:xfrm>
              <a:off x="9635017" y="3124458"/>
              <a:ext cx="409410" cy="2585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3"/>
            <p:cNvSpPr/>
            <p:nvPr/>
          </p:nvSpPr>
          <p:spPr>
            <a:xfrm>
              <a:off x="9635017" y="3127043"/>
              <a:ext cx="409410" cy="187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4"/>
            <p:cNvSpPr/>
            <p:nvPr/>
          </p:nvSpPr>
          <p:spPr>
            <a:xfrm>
              <a:off x="9635017" y="3145773"/>
              <a:ext cx="409410" cy="3535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5"/>
            <p:cNvSpPr/>
            <p:nvPr/>
          </p:nvSpPr>
          <p:spPr>
            <a:xfrm>
              <a:off x="10089918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6"/>
            <p:cNvSpPr/>
            <p:nvPr/>
          </p:nvSpPr>
          <p:spPr>
            <a:xfrm>
              <a:off x="10089918" y="2922427"/>
              <a:ext cx="409410" cy="20203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07"/>
            <p:cNvSpPr/>
            <p:nvPr/>
          </p:nvSpPr>
          <p:spPr>
            <a:xfrm>
              <a:off x="10089918" y="3124458"/>
              <a:ext cx="409410" cy="1201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08"/>
            <p:cNvSpPr/>
            <p:nvPr/>
          </p:nvSpPr>
          <p:spPr>
            <a:xfrm>
              <a:off x="10089918" y="3125660"/>
              <a:ext cx="409410" cy="987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09"/>
            <p:cNvSpPr/>
            <p:nvPr/>
          </p:nvSpPr>
          <p:spPr>
            <a:xfrm>
              <a:off x="10089918" y="3135531"/>
              <a:ext cx="409410" cy="1786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0"/>
            <p:cNvSpPr/>
            <p:nvPr/>
          </p:nvSpPr>
          <p:spPr>
            <a:xfrm>
              <a:off x="10544819" y="3124458"/>
              <a:ext cx="409410" cy="0"/>
            </a:xfrm>
            <a:prstGeom prst="rect">
              <a:avLst/>
            </a:prstGeom>
            <a:solidFill>
              <a:srgbClr val="61163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1"/>
            <p:cNvSpPr/>
            <p:nvPr/>
          </p:nvSpPr>
          <p:spPr>
            <a:xfrm>
              <a:off x="10544819" y="2964848"/>
              <a:ext cx="409410" cy="15961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2"/>
            <p:cNvSpPr/>
            <p:nvPr/>
          </p:nvSpPr>
          <p:spPr>
            <a:xfrm>
              <a:off x="10544819" y="2964848"/>
              <a:ext cx="409410" cy="0"/>
            </a:xfrm>
            <a:prstGeom prst="rect">
              <a:avLst/>
            </a:prstGeom>
            <a:solidFill>
              <a:srgbClr val="D4582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3"/>
            <p:cNvSpPr/>
            <p:nvPr/>
          </p:nvSpPr>
          <p:spPr>
            <a:xfrm>
              <a:off x="10544819" y="2964848"/>
              <a:ext cx="409410" cy="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4"/>
            <p:cNvSpPr/>
            <p:nvPr/>
          </p:nvSpPr>
          <p:spPr>
            <a:xfrm>
              <a:off x="10544819" y="2964848"/>
              <a:ext cx="409410" cy="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pl115"/>
            <p:cNvSpPr/>
            <p:nvPr/>
          </p:nvSpPr>
          <p:spPr>
            <a:xfrm>
              <a:off x="1651503" y="2818140"/>
              <a:ext cx="9098021" cy="1936883"/>
            </a:xfrm>
            <a:custGeom>
              <a:avLst/>
              <a:pathLst>
                <a:path w="9098021" h="1936883">
                  <a:moveTo>
                    <a:pt x="0" y="1651665"/>
                  </a:moveTo>
                  <a:lnTo>
                    <a:pt x="454901" y="1717667"/>
                  </a:lnTo>
                  <a:lnTo>
                    <a:pt x="909802" y="1741608"/>
                  </a:lnTo>
                  <a:lnTo>
                    <a:pt x="1364703" y="1536450"/>
                  </a:lnTo>
                  <a:lnTo>
                    <a:pt x="1819604" y="1866835"/>
                  </a:lnTo>
                  <a:lnTo>
                    <a:pt x="2274505" y="1936883"/>
                  </a:lnTo>
                  <a:lnTo>
                    <a:pt x="2729406" y="1626587"/>
                  </a:lnTo>
                  <a:lnTo>
                    <a:pt x="3184307" y="1318876"/>
                  </a:lnTo>
                  <a:lnTo>
                    <a:pt x="3639208" y="1129459"/>
                  </a:lnTo>
                  <a:lnTo>
                    <a:pt x="4094109" y="750313"/>
                  </a:lnTo>
                  <a:lnTo>
                    <a:pt x="4549010" y="203308"/>
                  </a:lnTo>
                  <a:lnTo>
                    <a:pt x="5003912" y="141621"/>
                  </a:lnTo>
                  <a:lnTo>
                    <a:pt x="5458813" y="152831"/>
                  </a:lnTo>
                  <a:lnTo>
                    <a:pt x="5913714" y="46816"/>
                  </a:lnTo>
                  <a:lnTo>
                    <a:pt x="6368615" y="0"/>
                  </a:lnTo>
                  <a:lnTo>
                    <a:pt x="6823516" y="60118"/>
                  </a:lnTo>
                  <a:lnTo>
                    <a:pt x="7278417" y="168892"/>
                  </a:lnTo>
                  <a:lnTo>
                    <a:pt x="7733318" y="107303"/>
                  </a:lnTo>
                  <a:lnTo>
                    <a:pt x="8188219" y="75730"/>
                  </a:lnTo>
                  <a:lnTo>
                    <a:pt x="8643120" y="133220"/>
                  </a:lnTo>
                  <a:lnTo>
                    <a:pt x="9098021" y="146708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6"/>
            <p:cNvSpPr/>
            <p:nvPr/>
          </p:nvSpPr>
          <p:spPr>
            <a:xfrm>
              <a:off x="1619901" y="443820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7"/>
            <p:cNvSpPr/>
            <p:nvPr/>
          </p:nvSpPr>
          <p:spPr>
            <a:xfrm>
              <a:off x="2074802" y="450420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18"/>
            <p:cNvSpPr/>
            <p:nvPr/>
          </p:nvSpPr>
          <p:spPr>
            <a:xfrm>
              <a:off x="2529703" y="45281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19"/>
            <p:cNvSpPr/>
            <p:nvPr/>
          </p:nvSpPr>
          <p:spPr>
            <a:xfrm>
              <a:off x="2984605" y="432298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0"/>
            <p:cNvSpPr/>
            <p:nvPr/>
          </p:nvSpPr>
          <p:spPr>
            <a:xfrm>
              <a:off x="3439506" y="465337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1"/>
            <p:cNvSpPr/>
            <p:nvPr/>
          </p:nvSpPr>
          <p:spPr>
            <a:xfrm>
              <a:off x="3894407" y="472342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2"/>
            <p:cNvSpPr/>
            <p:nvPr/>
          </p:nvSpPr>
          <p:spPr>
            <a:xfrm>
              <a:off x="4349308" y="441312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3"/>
            <p:cNvSpPr/>
            <p:nvPr/>
          </p:nvSpPr>
          <p:spPr>
            <a:xfrm>
              <a:off x="4804209" y="410541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4"/>
            <p:cNvSpPr/>
            <p:nvPr/>
          </p:nvSpPr>
          <p:spPr>
            <a:xfrm>
              <a:off x="5259110" y="391599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5"/>
            <p:cNvSpPr/>
            <p:nvPr/>
          </p:nvSpPr>
          <p:spPr>
            <a:xfrm>
              <a:off x="5714011" y="353685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6"/>
            <p:cNvSpPr/>
            <p:nvPr/>
          </p:nvSpPr>
          <p:spPr>
            <a:xfrm>
              <a:off x="6168912" y="29898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7"/>
            <p:cNvSpPr/>
            <p:nvPr/>
          </p:nvSpPr>
          <p:spPr>
            <a:xfrm>
              <a:off x="6623813" y="292816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28"/>
            <p:cNvSpPr/>
            <p:nvPr/>
          </p:nvSpPr>
          <p:spPr>
            <a:xfrm>
              <a:off x="7078714" y="293937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29"/>
            <p:cNvSpPr/>
            <p:nvPr/>
          </p:nvSpPr>
          <p:spPr>
            <a:xfrm>
              <a:off x="7533615" y="283335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0"/>
            <p:cNvSpPr/>
            <p:nvPr/>
          </p:nvSpPr>
          <p:spPr>
            <a:xfrm>
              <a:off x="7988517" y="2786538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1"/>
            <p:cNvSpPr/>
            <p:nvPr/>
          </p:nvSpPr>
          <p:spPr>
            <a:xfrm>
              <a:off x="8443418" y="284665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2"/>
            <p:cNvSpPr/>
            <p:nvPr/>
          </p:nvSpPr>
          <p:spPr>
            <a:xfrm>
              <a:off x="8898319" y="295543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3"/>
            <p:cNvSpPr/>
            <p:nvPr/>
          </p:nvSpPr>
          <p:spPr>
            <a:xfrm>
              <a:off x="9353220" y="289384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4"/>
            <p:cNvSpPr/>
            <p:nvPr/>
          </p:nvSpPr>
          <p:spPr>
            <a:xfrm>
              <a:off x="9808121" y="286226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5"/>
            <p:cNvSpPr/>
            <p:nvPr/>
          </p:nvSpPr>
          <p:spPr>
            <a:xfrm>
              <a:off x="10263022" y="291975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6"/>
            <p:cNvSpPr/>
            <p:nvPr/>
          </p:nvSpPr>
          <p:spPr>
            <a:xfrm>
              <a:off x="10717923" y="29332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  <a:ln w="9000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tx137"/>
            <p:cNvSpPr/>
            <p:nvPr/>
          </p:nvSpPr>
          <p:spPr>
            <a:xfrm>
              <a:off x="538541" y="5003701"/>
              <a:ext cx="330398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-40</a:t>
              </a:r>
            </a:p>
          </p:txBody>
        </p:sp>
        <p:sp>
          <p:nvSpPr>
            <p:cNvPr id="141" name="tx138"/>
            <p:cNvSpPr/>
            <p:nvPr/>
          </p:nvSpPr>
          <p:spPr>
            <a:xfrm>
              <a:off x="538541" y="4021440"/>
              <a:ext cx="330398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142" name="tx139"/>
            <p:cNvSpPr/>
            <p:nvPr/>
          </p:nvSpPr>
          <p:spPr>
            <a:xfrm>
              <a:off x="741803" y="3039180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3" name="tx140"/>
            <p:cNvSpPr/>
            <p:nvPr/>
          </p:nvSpPr>
          <p:spPr>
            <a:xfrm>
              <a:off x="614667" y="2056919"/>
              <a:ext cx="254272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4" name="pl141"/>
            <p:cNvSpPr/>
            <p:nvPr/>
          </p:nvSpPr>
          <p:spPr>
            <a:xfrm>
              <a:off x="971425" y="5985255"/>
              <a:ext cx="10458176" cy="0"/>
            </a:xfrm>
            <a:custGeom>
              <a:avLst/>
              <a:pathLst>
                <a:path w="10458176" h="0">
                  <a:moveTo>
                    <a:pt x="0" y="0"/>
                  </a:moveTo>
                  <a:lnTo>
                    <a:pt x="1045817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2"/>
            <p:cNvSpPr/>
            <p:nvPr/>
          </p:nvSpPr>
          <p:spPr>
            <a:xfrm>
              <a:off x="1651503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3"/>
            <p:cNvSpPr/>
            <p:nvPr/>
          </p:nvSpPr>
          <p:spPr>
            <a:xfrm>
              <a:off x="3926008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4"/>
            <p:cNvSpPr/>
            <p:nvPr/>
          </p:nvSpPr>
          <p:spPr>
            <a:xfrm>
              <a:off x="6200513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5"/>
            <p:cNvSpPr/>
            <p:nvPr/>
          </p:nvSpPr>
          <p:spPr>
            <a:xfrm>
              <a:off x="8475019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6"/>
            <p:cNvSpPr/>
            <p:nvPr/>
          </p:nvSpPr>
          <p:spPr>
            <a:xfrm>
              <a:off x="10749524" y="598525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47"/>
            <p:cNvSpPr/>
            <p:nvPr/>
          </p:nvSpPr>
          <p:spPr>
            <a:xfrm>
              <a:off x="1397230" y="6084169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51" name="tx148"/>
            <p:cNvSpPr/>
            <p:nvPr/>
          </p:nvSpPr>
          <p:spPr>
            <a:xfrm>
              <a:off x="3671735" y="6084169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52" name="tx149"/>
            <p:cNvSpPr/>
            <p:nvPr/>
          </p:nvSpPr>
          <p:spPr>
            <a:xfrm>
              <a:off x="5946241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53" name="tx150"/>
            <p:cNvSpPr/>
            <p:nvPr/>
          </p:nvSpPr>
          <p:spPr>
            <a:xfrm>
              <a:off x="8220746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54" name="tx151"/>
            <p:cNvSpPr/>
            <p:nvPr/>
          </p:nvSpPr>
          <p:spPr>
            <a:xfrm>
              <a:off x="10495252" y="6084280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261</cp:revision>
  <dcterms:created xsi:type="dcterms:W3CDTF">2022-05-20T01:54:03Z</dcterms:created>
  <dcterms:modified xsi:type="dcterms:W3CDTF">2025-02-04T16:35:41Z</dcterms:modified>
</cp:coreProperties>
</file>