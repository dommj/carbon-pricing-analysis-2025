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1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C027A25-491E-F020-8D4D-24B2035FFD33}" name="Kat Clay" initials="KC" userId="S::kat.clay@grattaninstitute.edu.au::98d84789-129b-4d4d-9a75-a87bac8c8fd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B50C"/>
    <a:srgbClr val="EF7900"/>
    <a:srgbClr val="611633"/>
    <a:srgbClr val="A1253E"/>
    <a:srgbClr val="FFF4E6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6B6EEF-0C95-4078-BE23-A120769EEC45}" v="5" dt="2025-02-04T05:08:23.5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1"/>
    <p:restoredTop sz="94694"/>
  </p:normalViewPr>
  <p:slideViewPr>
    <p:cSldViewPr snapToGrid="0" snapToObjects="1">
      <p:cViewPr varScale="1">
        <p:scale>
          <a:sx n="106" d="100"/>
          <a:sy n="106" d="100"/>
        </p:scale>
        <p:origin x="76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06" d="100"/>
          <a:sy n="106" d="100"/>
        </p:scale>
        <p:origin x="3620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microsoft.com/office/2018/10/relationships/authors" Target="author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minic Jones" userId="8a7bc671-a4ae-414f-b318-851f1451f1f7" providerId="ADAL" clId="{E16B6EEF-0C95-4078-BE23-A120769EEC45}"/>
    <pc:docChg chg="undo custSel modSld">
      <pc:chgData name="Dominic Jones" userId="8a7bc671-a4ae-414f-b318-851f1451f1f7" providerId="ADAL" clId="{E16B6EEF-0C95-4078-BE23-A120769EEC45}" dt="2025-02-04T05:09:05.085" v="157" actId="1036"/>
      <pc:docMkLst>
        <pc:docMk/>
      </pc:docMkLst>
      <pc:sldChg chg="addSp modSp mod">
        <pc:chgData name="Dominic Jones" userId="8a7bc671-a4ae-414f-b318-851f1451f1f7" providerId="ADAL" clId="{E16B6EEF-0C95-4078-BE23-A120769EEC45}" dt="2025-02-04T05:09:05.085" v="157" actId="1036"/>
        <pc:sldMkLst>
          <pc:docMk/>
          <pc:sldMk cId="0" sldId="256"/>
        </pc:sldMkLst>
        <pc:spChg chg="mod">
          <ac:chgData name="Dominic Jones" userId="8a7bc671-a4ae-414f-b318-851f1451f1f7" providerId="ADAL" clId="{E16B6EEF-0C95-4078-BE23-A120769EEC45}" dt="2025-02-04T05:03:53.539" v="33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Dominic Jones" userId="8a7bc671-a4ae-414f-b318-851f1451f1f7" providerId="ADAL" clId="{E16B6EEF-0C95-4078-BE23-A120769EEC45}" dt="2025-02-04T05:04:36.652" v="62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Dominic Jones" userId="8a7bc671-a4ae-414f-b318-851f1451f1f7" providerId="ADAL" clId="{E16B6EEF-0C95-4078-BE23-A120769EEC45}" dt="2025-02-04T05:07:47.556" v="105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Dominic Jones" userId="8a7bc671-a4ae-414f-b318-851f1451f1f7" providerId="ADAL" clId="{E16B6EEF-0C95-4078-BE23-A120769EEC45}" dt="2025-02-04T05:08:03.529" v="122" actId="1038"/>
          <ac:spMkLst>
            <pc:docMk/>
            <pc:sldMk cId="0" sldId="256"/>
            <ac:spMk id="141" creationId="{00000000-0000-0000-0000-000000000000}"/>
          </ac:spMkLst>
        </pc:spChg>
        <pc:spChg chg="mod">
          <ac:chgData name="Dominic Jones" userId="8a7bc671-a4ae-414f-b318-851f1451f1f7" providerId="ADAL" clId="{E16B6EEF-0C95-4078-BE23-A120769EEC45}" dt="2025-02-04T05:08:03.529" v="122" actId="1038"/>
          <ac:spMkLst>
            <pc:docMk/>
            <pc:sldMk cId="0" sldId="256"/>
            <ac:spMk id="142" creationId="{00000000-0000-0000-0000-000000000000}"/>
          </ac:spMkLst>
        </pc:spChg>
        <pc:spChg chg="mod">
          <ac:chgData name="Dominic Jones" userId="8a7bc671-a4ae-414f-b318-851f1451f1f7" providerId="ADAL" clId="{E16B6EEF-0C95-4078-BE23-A120769EEC45}" dt="2025-02-04T05:08:03.529" v="122" actId="1038"/>
          <ac:spMkLst>
            <pc:docMk/>
            <pc:sldMk cId="0" sldId="256"/>
            <ac:spMk id="143" creationId="{00000000-0000-0000-0000-000000000000}"/>
          </ac:spMkLst>
        </pc:spChg>
        <pc:spChg chg="mod">
          <ac:chgData name="Dominic Jones" userId="8a7bc671-a4ae-414f-b318-851f1451f1f7" providerId="ADAL" clId="{E16B6EEF-0C95-4078-BE23-A120769EEC45}" dt="2025-02-04T05:08:03.529" v="122" actId="1038"/>
          <ac:spMkLst>
            <pc:docMk/>
            <pc:sldMk cId="0" sldId="256"/>
            <ac:spMk id="144" creationId="{00000000-0000-0000-0000-000000000000}"/>
          </ac:spMkLst>
        </pc:spChg>
        <pc:spChg chg="mod">
          <ac:chgData name="Dominic Jones" userId="8a7bc671-a4ae-414f-b318-851f1451f1f7" providerId="ADAL" clId="{E16B6EEF-0C95-4078-BE23-A120769EEC45}" dt="2025-02-04T05:08:03.529" v="122" actId="1038"/>
          <ac:spMkLst>
            <pc:docMk/>
            <pc:sldMk cId="0" sldId="256"/>
            <ac:spMk id="145" creationId="{00000000-0000-0000-0000-000000000000}"/>
          </ac:spMkLst>
        </pc:spChg>
        <pc:spChg chg="add mod">
          <ac:chgData name="Dominic Jones" userId="8a7bc671-a4ae-414f-b318-851f1451f1f7" providerId="ADAL" clId="{E16B6EEF-0C95-4078-BE23-A120769EEC45}" dt="2025-02-04T05:04:51.399" v="64" actId="113"/>
          <ac:spMkLst>
            <pc:docMk/>
            <pc:sldMk cId="0" sldId="256"/>
            <ac:spMk id="157" creationId="{B08F3FE5-3582-7906-7C65-BDD7BC8551FD}"/>
          </ac:spMkLst>
        </pc:spChg>
        <pc:spChg chg="add mod">
          <ac:chgData name="Dominic Jones" userId="8a7bc671-a4ae-414f-b318-851f1451f1f7" providerId="ADAL" clId="{E16B6EEF-0C95-4078-BE23-A120769EEC45}" dt="2025-02-04T05:09:05.085" v="157" actId="1036"/>
          <ac:spMkLst>
            <pc:docMk/>
            <pc:sldMk cId="0" sldId="256"/>
            <ac:spMk id="158" creationId="{AA866F0D-4CC9-86A4-1B72-5D74F9A6B701}"/>
          </ac:spMkLst>
        </pc:spChg>
        <pc:spChg chg="add mod">
          <ac:chgData name="Dominic Jones" userId="8a7bc671-a4ae-414f-b318-851f1451f1f7" providerId="ADAL" clId="{E16B6EEF-0C95-4078-BE23-A120769EEC45}" dt="2025-02-04T05:08:18.137" v="125" actId="1076"/>
          <ac:spMkLst>
            <pc:docMk/>
            <pc:sldMk cId="0" sldId="256"/>
            <ac:spMk id="159" creationId="{9F24A22C-4122-E220-9D62-C6834187D33B}"/>
          </ac:spMkLst>
        </pc:spChg>
        <pc:spChg chg="add mod">
          <ac:chgData name="Dominic Jones" userId="8a7bc671-a4ae-414f-b318-851f1451f1f7" providerId="ADAL" clId="{E16B6EEF-0C95-4078-BE23-A120769EEC45}" dt="2025-02-04T05:07:37.714" v="103" actId="207"/>
          <ac:spMkLst>
            <pc:docMk/>
            <pc:sldMk cId="0" sldId="256"/>
            <ac:spMk id="160" creationId="{3B177839-1548-89EC-8399-FF46164F88DD}"/>
          </ac:spMkLst>
        </pc:spChg>
        <pc:spChg chg="add mod">
          <ac:chgData name="Dominic Jones" userId="8a7bc671-a4ae-414f-b318-851f1451f1f7" providerId="ADAL" clId="{E16B6EEF-0C95-4078-BE23-A120769EEC45}" dt="2025-02-04T05:08:36.847" v="132" actId="207"/>
          <ac:spMkLst>
            <pc:docMk/>
            <pc:sldMk cId="0" sldId="256"/>
            <ac:spMk id="161" creationId="{4D2327B0-7BB0-D42E-20D7-F3D130466E56}"/>
          </ac:spMkLst>
        </pc:spChg>
        <pc:grpChg chg="mod">
          <ac:chgData name="Dominic Jones" userId="8a7bc671-a4ae-414f-b318-851f1451f1f7" providerId="ADAL" clId="{E16B6EEF-0C95-4078-BE23-A120769EEC45}" dt="2025-02-04T05:05:36.950" v="77" actId="1076"/>
          <ac:grpSpMkLst>
            <pc:docMk/>
            <pc:sldMk cId="0" sldId="256"/>
            <ac:grpSpMk id="5" creationId="{00000000-0000-0000-0000-000000000000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375376-077A-8F42-9E71-155E70FB596E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E9419A-B53B-B044-8F99-D2573F3A8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388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 script location: C:/Users/domijones/OneDrive - The University of Melbourne/Energy/Analysis/analysis_cp_dj_2025/R/tech_credits_and_obs_safeguard.qmd
Powerpoint file location: C:\Users\domijones\OneDrive - The University of Melbourne\Energy\Analysis\analysis_cp_dj_2025\Output\Atlas\smc_demand_new_entrant_only\smc_demand_new_entrant_only_fullslide.pptx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ECBC2DE-EA68-5645-6DC4-19921CEEB0B0}"/>
              </a:ext>
            </a:extLst>
          </p:cNvPr>
          <p:cNvSpPr txBox="1"/>
          <p:nvPr userDrawn="1"/>
        </p:nvSpPr>
        <p:spPr>
          <a:xfrm>
            <a:off x="116541" y="12909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72C78F-E40D-3A6B-24C2-906FA20E603F}"/>
              </a:ext>
            </a:extLst>
          </p:cNvPr>
          <p:cNvSpPr/>
          <p:nvPr userDrawn="1"/>
        </p:nvSpPr>
        <p:spPr>
          <a:xfrm>
            <a:off x="-11575" y="0"/>
            <a:ext cx="12203575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DD39A8-9F28-D01B-F290-1C31B5FA8F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0" y="5905970"/>
            <a:ext cx="1933575" cy="532929"/>
          </a:xfrm>
          <a:prstGeom prst="rect">
            <a:avLst/>
          </a:prstGeom>
        </p:spPr>
      </p:pic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9AC38636-A519-1DAA-F186-6178D64B122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1575" y="0"/>
            <a:ext cx="4181474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picture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F0A3FD-BE2F-A94A-0A45-53E6C58A00E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043488" y="5091113"/>
            <a:ext cx="1306512" cy="12065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Insert headshot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74C6B55-78E8-9DB5-56FA-E4A3B5705F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64300" y="5141913"/>
            <a:ext cx="2335213" cy="339725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 and title</a:t>
            </a:r>
            <a:endParaRPr lang="en-AU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F4E9AF8-FC9F-0A5C-B569-D51DA3E363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64300" y="5732462"/>
            <a:ext cx="2276475" cy="268287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  <a:endParaRPr lang="en-A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0FC04F8-DC87-4C48-7442-FA72D1647E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14913" y="2014538"/>
            <a:ext cx="5573712" cy="1206500"/>
          </a:xfrm>
        </p:spPr>
        <p:txBody>
          <a:bodyPr/>
          <a:lstStyle>
            <a:lvl1pPr marL="0" indent="0"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</a:t>
            </a:r>
            <a:endParaRPr lang="en-AU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DCF6FB1-F9E4-A648-B189-9DD172BB1E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14913" y="3429000"/>
            <a:ext cx="5573712" cy="652463"/>
          </a:xfrm>
        </p:spPr>
        <p:txBody>
          <a:bodyPr>
            <a:normAutofit/>
          </a:bodyPr>
          <a:lstStyle>
            <a:lvl1pPr marL="0" indent="0">
              <a:buNone/>
              <a:defRPr sz="24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Subheading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31635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0FF13B-17DE-B58E-23D0-863404B8498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4C34C6-D93D-964F-98F1-8B05274CB5BF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D1C777A-97BF-664C-98A5-2907D0932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062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B1789E7-BA20-0780-FB52-B02484AC77D3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2B8918E-1EDB-7F60-9A99-7D4A0E14AB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7BE69A9-24E9-418A-68B9-AAE233480B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2/4/2025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B216488-F6B2-C054-EB55-0F9A57D9C0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EECB45-057A-1EA2-2F6E-7C55F9459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A2F51-0C2E-D1D9-EFED-E3A2276D7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BAC65C7-BF2B-A350-909C-35D42AF84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906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orang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CF076BF-B4D2-731F-A8C4-B4C0523DA8D6}"/>
              </a:ext>
            </a:extLst>
          </p:cNvPr>
          <p:cNvSpPr/>
          <p:nvPr userDrawn="1"/>
        </p:nvSpPr>
        <p:spPr>
          <a:xfrm>
            <a:off x="0" y="-1"/>
            <a:ext cx="12192000" cy="13295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CC0B9F51-D432-89C3-BAF5-11132AE404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2/4/2025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E482CF5D-DEBD-DB20-7858-2A857E71D9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6015322-31D2-917E-375B-3379430E14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3A11B26-D536-E55C-FEA5-61BBE902E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535906"/>
            <a:ext cx="11398531" cy="4615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E6EC27F-20CE-4CCF-3D5C-A051E0347B27}"/>
              </a:ext>
            </a:extLst>
          </p:cNvPr>
          <p:cNvSpPr txBox="1">
            <a:spLocks/>
          </p:cNvSpPr>
          <p:nvPr userDrawn="1"/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1C777A-97BF-664C-98A5-2907D09321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C22FC4E-C0DC-E3DE-BD6B-D5CA591803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879474"/>
            <a:ext cx="6230937" cy="29210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AU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2EE96F9-3E03-A2B8-1CAD-49604615B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668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74C90D1F-6BBA-97AB-88AA-507E0C7ADB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2/4/2025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721463F-DE73-8A1C-4B1D-EC5523146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AB2FF0-4955-916C-E396-EBC8532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8836AB3-6799-2DF5-B516-EDC045CE4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831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EC5B233-B10D-77D4-13F6-C9B4EACA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add slide title</a:t>
            </a:r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C09E446-08E7-FD8F-80D1-1B02D15A69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33794" y="6356350"/>
            <a:ext cx="7189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6" name="Content Placeholder 2">
            <a:extLst>
              <a:ext uri="{FF2B5EF4-FFF2-40B4-BE49-F238E27FC236}">
                <a16:creationId xmlns:a16="http://schemas.microsoft.com/office/drawing/2014/main" id="{48F4585A-2D72-19E2-7B40-41FEB45DAB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192801"/>
            <a:ext cx="11398531" cy="306710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GB" dirty="0"/>
              <a:t>Insert unit title</a:t>
            </a:r>
            <a:endParaRPr lang="en-AU" dirty="0"/>
          </a:p>
        </p:txBody>
      </p:sp>
      <p:sp>
        <p:nvSpPr>
          <p:cNvPr id="48" name="Caption Placeholder 1">
            <a:extLst>
              <a:ext uri="{FF2B5EF4-FFF2-40B4-BE49-F238E27FC236}">
                <a16:creationId xmlns:a16="http://schemas.microsoft.com/office/drawing/2014/main" id="{69F7CE92-E1D5-B5FE-FFCF-4017AEF4DB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609900"/>
            <a:ext cx="10662320" cy="204762"/>
          </a:xfrm>
        </p:spPr>
        <p:txBody>
          <a:bodyPr>
            <a:noAutofit/>
          </a:bodyPr>
          <a:lstStyle>
            <a:lvl1pPr marL="0" indent="0">
              <a:buNone/>
              <a:defRPr sz="800"/>
            </a:lvl1pPr>
          </a:lstStyle>
          <a:p>
            <a:pPr lvl="0"/>
            <a:r>
              <a:rPr lang="en-GB" dirty="0"/>
              <a:t>Insert source and notes here</a:t>
            </a:r>
            <a:endParaRPr lang="en-AU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08335A6-FEDB-3236-69EC-4D55F9E69E7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6713" y="1517569"/>
            <a:ext cx="11002617" cy="50688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4036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23" userDrawn="1">
          <p15:clr>
            <a:srgbClr val="FBAE40"/>
          </p15:clr>
        </p15:guide>
        <p15:guide id="3" pos="234" userDrawn="1">
          <p15:clr>
            <a:srgbClr val="FBAE40"/>
          </p15:clr>
        </p15:guide>
        <p15:guide id="4" orient="horz" pos="3838" userDrawn="1">
          <p15:clr>
            <a:srgbClr val="FBAE40"/>
          </p15:clr>
        </p15:guide>
        <p15:guide id="5" orient="horz" pos="3929" userDrawn="1">
          <p15:clr>
            <a:srgbClr val="FBAE40"/>
          </p15:clr>
        </p15:guide>
        <p15:guide id="6" orient="horz" pos="1139" userDrawn="1">
          <p15:clr>
            <a:srgbClr val="FBAE40"/>
          </p15:clr>
        </p15:guide>
        <p15:guide id="7" orient="horz" pos="104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AU" noProof="0" smtClean="0"/>
              <a:t>4/02/2025</a:t>
            </a:fld>
            <a:endParaRPr lang="en-AU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263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4" r:id="rId2"/>
    <p:sldLayoutId id="2147483833" r:id="rId3"/>
    <p:sldLayoutId id="2147483844" r:id="rId4"/>
    <p:sldLayoutId id="2147483837" r:id="rId5"/>
    <p:sldLayoutId id="21474838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DM Serif Display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 userDrawn="1">
          <p15:clr>
            <a:srgbClr val="F26B43"/>
          </p15:clr>
        </p15:guide>
        <p15:guide id="2" pos="7423" userDrawn="1">
          <p15:clr>
            <a:srgbClr val="F26B43"/>
          </p15:clr>
        </p15:guide>
        <p15:guide id="3" orient="horz" pos="210" userDrawn="1">
          <p15:clr>
            <a:srgbClr val="F26B43"/>
          </p15:clr>
        </p15:guide>
        <p15:guide id="4" orient="horz" pos="572" userDrawn="1">
          <p15:clr>
            <a:srgbClr val="F26B43"/>
          </p15:clr>
        </p15:guide>
        <p15:guide id="5" orient="horz" pos="82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</p:spPr>
        <p:txBody>
          <a:bodyPr/>
          <a:lstStyle/>
          <a:p>
            <a:r>
              <a:rPr dirty="0"/>
              <a:t>Limiting SMC generation to new entrants</a:t>
            </a:r>
            <a:r>
              <a:rPr lang="en-AU" dirty="0"/>
              <a:t> still provides substantial supply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192801"/>
            <a:ext cx="11398531" cy="306710"/>
          </a:xfrm>
        </p:spPr>
        <p:txBody>
          <a:bodyPr/>
          <a:lstStyle/>
          <a:p>
            <a:r>
              <a:rPr lang="en-AU" dirty="0"/>
              <a:t>Demand </a:t>
            </a:r>
            <a:r>
              <a:rPr dirty="0"/>
              <a:t>for SMCs (Million tons of CO2-e)</a:t>
            </a:r>
          </a:p>
        </p:txBody>
      </p:sp>
      <p:sp>
        <p:nvSpPr>
          <p:cNvPr id="4" name="Caption Placeholder 1"/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609900"/>
            <a:ext cx="10662320" cy="204762"/>
          </a:xfrm>
        </p:spPr>
        <p:txBody>
          <a:bodyPr/>
          <a:lstStyle/>
          <a:p>
            <a:r>
              <a:t> </a:t>
            </a:r>
          </a:p>
        </p:txBody>
      </p:sp>
      <p:grpSp>
        <p:nvGrpSpPr>
          <p:cNvPr id="5" name="Content Placeholder 3"/>
          <p:cNvGrpSpPr/>
          <p:nvPr/>
        </p:nvGrpSpPr>
        <p:grpSpPr>
          <a:xfrm>
            <a:off x="420852" y="1517569"/>
            <a:ext cx="11118478" cy="5068887"/>
            <a:chOff x="420852" y="1517569"/>
            <a:chExt cx="11118478" cy="5068887"/>
          </a:xfrm>
        </p:grpSpPr>
        <p:sp>
          <p:nvSpPr>
            <p:cNvPr id="6" name="rc3"/>
            <p:cNvSpPr/>
            <p:nvPr/>
          </p:nvSpPr>
          <p:spPr>
            <a:xfrm>
              <a:off x="536713" y="1517569"/>
              <a:ext cx="11002617" cy="506888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rc4"/>
            <p:cNvSpPr/>
            <p:nvPr/>
          </p:nvSpPr>
          <p:spPr>
            <a:xfrm>
              <a:off x="536713" y="1517569"/>
              <a:ext cx="11002617" cy="506888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8" name="rc5"/>
            <p:cNvSpPr/>
            <p:nvPr/>
          </p:nvSpPr>
          <p:spPr>
            <a:xfrm>
              <a:off x="971425" y="1609008"/>
              <a:ext cx="10458176" cy="437624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dirty="0"/>
            </a:p>
          </p:txBody>
        </p:sp>
        <p:sp>
          <p:nvSpPr>
            <p:cNvPr id="9" name="pl6"/>
            <p:cNvSpPr/>
            <p:nvPr/>
          </p:nvSpPr>
          <p:spPr>
            <a:xfrm>
              <a:off x="971425" y="5929680"/>
              <a:ext cx="10458176" cy="0"/>
            </a:xfrm>
            <a:custGeom>
              <a:avLst/>
              <a:gdLst/>
              <a:ahLst/>
              <a:cxnLst/>
              <a:rect l="0" t="0" r="0" b="0"/>
              <a:pathLst>
                <a:path w="10458176">
                  <a:moveTo>
                    <a:pt x="0" y="0"/>
                  </a:moveTo>
                  <a:lnTo>
                    <a:pt x="10458176" y="0"/>
                  </a:lnTo>
                  <a:lnTo>
                    <a:pt x="1045817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7"/>
            <p:cNvSpPr/>
            <p:nvPr/>
          </p:nvSpPr>
          <p:spPr>
            <a:xfrm>
              <a:off x="971425" y="5049079"/>
              <a:ext cx="10458176" cy="0"/>
            </a:xfrm>
            <a:custGeom>
              <a:avLst/>
              <a:gdLst/>
              <a:ahLst/>
              <a:cxnLst/>
              <a:rect l="0" t="0" r="0" b="0"/>
              <a:pathLst>
                <a:path w="10458176">
                  <a:moveTo>
                    <a:pt x="0" y="0"/>
                  </a:moveTo>
                  <a:lnTo>
                    <a:pt x="10458176" y="0"/>
                  </a:lnTo>
                  <a:lnTo>
                    <a:pt x="1045817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8"/>
            <p:cNvSpPr/>
            <p:nvPr/>
          </p:nvSpPr>
          <p:spPr>
            <a:xfrm>
              <a:off x="971425" y="4168478"/>
              <a:ext cx="10458176" cy="0"/>
            </a:xfrm>
            <a:custGeom>
              <a:avLst/>
              <a:gdLst/>
              <a:ahLst/>
              <a:cxnLst/>
              <a:rect l="0" t="0" r="0" b="0"/>
              <a:pathLst>
                <a:path w="10458176">
                  <a:moveTo>
                    <a:pt x="0" y="0"/>
                  </a:moveTo>
                  <a:lnTo>
                    <a:pt x="10458176" y="0"/>
                  </a:lnTo>
                  <a:lnTo>
                    <a:pt x="1045817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9"/>
            <p:cNvSpPr/>
            <p:nvPr/>
          </p:nvSpPr>
          <p:spPr>
            <a:xfrm>
              <a:off x="971425" y="3287877"/>
              <a:ext cx="10458176" cy="0"/>
            </a:xfrm>
            <a:custGeom>
              <a:avLst/>
              <a:gdLst/>
              <a:ahLst/>
              <a:cxnLst/>
              <a:rect l="0" t="0" r="0" b="0"/>
              <a:pathLst>
                <a:path w="10458176">
                  <a:moveTo>
                    <a:pt x="0" y="0"/>
                  </a:moveTo>
                  <a:lnTo>
                    <a:pt x="10458176" y="0"/>
                  </a:lnTo>
                  <a:lnTo>
                    <a:pt x="1045817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0"/>
            <p:cNvSpPr/>
            <p:nvPr/>
          </p:nvSpPr>
          <p:spPr>
            <a:xfrm>
              <a:off x="971425" y="2407276"/>
              <a:ext cx="10458176" cy="0"/>
            </a:xfrm>
            <a:custGeom>
              <a:avLst/>
              <a:gdLst/>
              <a:ahLst/>
              <a:cxnLst/>
              <a:rect l="0" t="0" r="0" b="0"/>
              <a:pathLst>
                <a:path w="10458176">
                  <a:moveTo>
                    <a:pt x="0" y="0"/>
                  </a:moveTo>
                  <a:lnTo>
                    <a:pt x="10458176" y="0"/>
                  </a:lnTo>
                  <a:lnTo>
                    <a:pt x="1045817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rc11"/>
            <p:cNvSpPr/>
            <p:nvPr/>
          </p:nvSpPr>
          <p:spPr>
            <a:xfrm>
              <a:off x="1446797" y="1946184"/>
              <a:ext cx="409410" cy="2222293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rc12"/>
            <p:cNvSpPr/>
            <p:nvPr/>
          </p:nvSpPr>
          <p:spPr>
            <a:xfrm>
              <a:off x="1446797" y="1807929"/>
              <a:ext cx="409410" cy="138255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rc13"/>
            <p:cNvSpPr/>
            <p:nvPr/>
          </p:nvSpPr>
          <p:spPr>
            <a:xfrm>
              <a:off x="1446797" y="1807929"/>
              <a:ext cx="409410" cy="0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rc14"/>
            <p:cNvSpPr/>
            <p:nvPr/>
          </p:nvSpPr>
          <p:spPr>
            <a:xfrm>
              <a:off x="1446797" y="4168478"/>
              <a:ext cx="409410" cy="159130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rc15"/>
            <p:cNvSpPr/>
            <p:nvPr/>
          </p:nvSpPr>
          <p:spPr>
            <a:xfrm>
              <a:off x="1446797" y="4327609"/>
              <a:ext cx="409410" cy="724079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rc16"/>
            <p:cNvSpPr/>
            <p:nvPr/>
          </p:nvSpPr>
          <p:spPr>
            <a:xfrm>
              <a:off x="1901698" y="2156455"/>
              <a:ext cx="409410" cy="2012023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rc17"/>
            <p:cNvSpPr/>
            <p:nvPr/>
          </p:nvSpPr>
          <p:spPr>
            <a:xfrm>
              <a:off x="1901698" y="2044178"/>
              <a:ext cx="409410" cy="112276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rc18"/>
            <p:cNvSpPr/>
            <p:nvPr/>
          </p:nvSpPr>
          <p:spPr>
            <a:xfrm>
              <a:off x="1901698" y="4168478"/>
              <a:ext cx="409410" cy="19528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rc19"/>
            <p:cNvSpPr/>
            <p:nvPr/>
          </p:nvSpPr>
          <p:spPr>
            <a:xfrm>
              <a:off x="1901698" y="4188007"/>
              <a:ext cx="409410" cy="380696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rc20"/>
            <p:cNvSpPr/>
            <p:nvPr/>
          </p:nvSpPr>
          <p:spPr>
            <a:xfrm>
              <a:off x="1901698" y="4568703"/>
              <a:ext cx="409410" cy="975308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rc21"/>
            <p:cNvSpPr/>
            <p:nvPr/>
          </p:nvSpPr>
          <p:spPr>
            <a:xfrm>
              <a:off x="2356599" y="2317711"/>
              <a:ext cx="409410" cy="1850767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rc22"/>
            <p:cNvSpPr/>
            <p:nvPr/>
          </p:nvSpPr>
          <p:spPr>
            <a:xfrm>
              <a:off x="2356599" y="2241918"/>
              <a:ext cx="409410" cy="75793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rc23"/>
            <p:cNvSpPr/>
            <p:nvPr/>
          </p:nvSpPr>
          <p:spPr>
            <a:xfrm>
              <a:off x="2356599" y="4168478"/>
              <a:ext cx="409410" cy="21052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rc24"/>
            <p:cNvSpPr/>
            <p:nvPr/>
          </p:nvSpPr>
          <p:spPr>
            <a:xfrm>
              <a:off x="2356599" y="4189531"/>
              <a:ext cx="409410" cy="434339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rc25"/>
            <p:cNvSpPr/>
            <p:nvPr/>
          </p:nvSpPr>
          <p:spPr>
            <a:xfrm>
              <a:off x="2356599" y="4623871"/>
              <a:ext cx="409410" cy="1012048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rc26"/>
            <p:cNvSpPr/>
            <p:nvPr/>
          </p:nvSpPr>
          <p:spPr>
            <a:xfrm>
              <a:off x="2811500" y="2299349"/>
              <a:ext cx="409410" cy="1869129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rc27"/>
            <p:cNvSpPr/>
            <p:nvPr/>
          </p:nvSpPr>
          <p:spPr>
            <a:xfrm>
              <a:off x="2811500" y="2191252"/>
              <a:ext cx="409410" cy="108096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rc28"/>
            <p:cNvSpPr/>
            <p:nvPr/>
          </p:nvSpPr>
          <p:spPr>
            <a:xfrm>
              <a:off x="2811500" y="4168478"/>
              <a:ext cx="409410" cy="17816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rc29"/>
            <p:cNvSpPr/>
            <p:nvPr/>
          </p:nvSpPr>
          <p:spPr>
            <a:xfrm>
              <a:off x="2811500" y="4186295"/>
              <a:ext cx="409410" cy="439285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rc30"/>
            <p:cNvSpPr/>
            <p:nvPr/>
          </p:nvSpPr>
          <p:spPr>
            <a:xfrm>
              <a:off x="2811500" y="4625581"/>
              <a:ext cx="409410" cy="1034174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rc31"/>
            <p:cNvSpPr/>
            <p:nvPr/>
          </p:nvSpPr>
          <p:spPr>
            <a:xfrm>
              <a:off x="3266401" y="3260291"/>
              <a:ext cx="409410" cy="908187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rc32"/>
            <p:cNvSpPr/>
            <p:nvPr/>
          </p:nvSpPr>
          <p:spPr>
            <a:xfrm>
              <a:off x="3266401" y="3031754"/>
              <a:ext cx="409410" cy="228536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rc33"/>
            <p:cNvSpPr/>
            <p:nvPr/>
          </p:nvSpPr>
          <p:spPr>
            <a:xfrm>
              <a:off x="3266401" y="4168478"/>
              <a:ext cx="409410" cy="37752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rc34"/>
            <p:cNvSpPr/>
            <p:nvPr/>
          </p:nvSpPr>
          <p:spPr>
            <a:xfrm>
              <a:off x="3266401" y="4206231"/>
              <a:ext cx="409410" cy="434165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rc35"/>
            <p:cNvSpPr/>
            <p:nvPr/>
          </p:nvSpPr>
          <p:spPr>
            <a:xfrm>
              <a:off x="3266401" y="4640396"/>
              <a:ext cx="409410" cy="1045824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rc36"/>
            <p:cNvSpPr/>
            <p:nvPr/>
          </p:nvSpPr>
          <p:spPr>
            <a:xfrm>
              <a:off x="3721303" y="3746822"/>
              <a:ext cx="409410" cy="421656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rc37"/>
            <p:cNvSpPr/>
            <p:nvPr/>
          </p:nvSpPr>
          <p:spPr>
            <a:xfrm>
              <a:off x="3721303" y="3513614"/>
              <a:ext cx="409410" cy="233207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rc38"/>
            <p:cNvSpPr/>
            <p:nvPr/>
          </p:nvSpPr>
          <p:spPr>
            <a:xfrm>
              <a:off x="3721303" y="4168478"/>
              <a:ext cx="409410" cy="38257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rc39"/>
            <p:cNvSpPr/>
            <p:nvPr/>
          </p:nvSpPr>
          <p:spPr>
            <a:xfrm>
              <a:off x="3721303" y="4206735"/>
              <a:ext cx="409410" cy="431513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rc40"/>
            <p:cNvSpPr/>
            <p:nvPr/>
          </p:nvSpPr>
          <p:spPr>
            <a:xfrm>
              <a:off x="3721303" y="4638249"/>
              <a:ext cx="409410" cy="1148085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rc41"/>
            <p:cNvSpPr/>
            <p:nvPr/>
          </p:nvSpPr>
          <p:spPr>
            <a:xfrm>
              <a:off x="4176204" y="3735840"/>
              <a:ext cx="409410" cy="432637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rc42"/>
            <p:cNvSpPr/>
            <p:nvPr/>
          </p:nvSpPr>
          <p:spPr>
            <a:xfrm>
              <a:off x="4176204" y="3504406"/>
              <a:ext cx="409410" cy="231434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rc43"/>
            <p:cNvSpPr/>
            <p:nvPr/>
          </p:nvSpPr>
          <p:spPr>
            <a:xfrm>
              <a:off x="4176204" y="4168478"/>
              <a:ext cx="409410" cy="38068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rc44"/>
            <p:cNvSpPr/>
            <p:nvPr/>
          </p:nvSpPr>
          <p:spPr>
            <a:xfrm>
              <a:off x="4176204" y="4206546"/>
              <a:ext cx="409410" cy="396181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rc45"/>
            <p:cNvSpPr/>
            <p:nvPr/>
          </p:nvSpPr>
          <p:spPr>
            <a:xfrm>
              <a:off x="4176204" y="4602728"/>
              <a:ext cx="409410" cy="1014679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rc46"/>
            <p:cNvSpPr/>
            <p:nvPr/>
          </p:nvSpPr>
          <p:spPr>
            <a:xfrm>
              <a:off x="4631105" y="3930742"/>
              <a:ext cx="409410" cy="237736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rc47"/>
            <p:cNvSpPr/>
            <p:nvPr/>
          </p:nvSpPr>
          <p:spPr>
            <a:xfrm>
              <a:off x="4631105" y="3548711"/>
              <a:ext cx="409410" cy="382030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rc48"/>
            <p:cNvSpPr/>
            <p:nvPr/>
          </p:nvSpPr>
          <p:spPr>
            <a:xfrm>
              <a:off x="4631105" y="4168478"/>
              <a:ext cx="409410" cy="29777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rc49"/>
            <p:cNvSpPr/>
            <p:nvPr/>
          </p:nvSpPr>
          <p:spPr>
            <a:xfrm>
              <a:off x="4631105" y="4198256"/>
              <a:ext cx="409410" cy="358886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rc50"/>
            <p:cNvSpPr/>
            <p:nvPr/>
          </p:nvSpPr>
          <p:spPr>
            <a:xfrm>
              <a:off x="4631105" y="4557143"/>
              <a:ext cx="409410" cy="817796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rc51"/>
            <p:cNvSpPr/>
            <p:nvPr/>
          </p:nvSpPr>
          <p:spPr>
            <a:xfrm>
              <a:off x="5086006" y="4168478"/>
              <a:ext cx="409410" cy="0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rc52"/>
            <p:cNvSpPr/>
            <p:nvPr/>
          </p:nvSpPr>
          <p:spPr>
            <a:xfrm>
              <a:off x="5086006" y="3809320"/>
              <a:ext cx="409410" cy="359157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rc53"/>
            <p:cNvSpPr/>
            <p:nvPr/>
          </p:nvSpPr>
          <p:spPr>
            <a:xfrm>
              <a:off x="5086006" y="4168478"/>
              <a:ext cx="409410" cy="15871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rc54"/>
            <p:cNvSpPr/>
            <p:nvPr/>
          </p:nvSpPr>
          <p:spPr>
            <a:xfrm>
              <a:off x="5086006" y="4184350"/>
              <a:ext cx="409410" cy="271829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rc55"/>
            <p:cNvSpPr/>
            <p:nvPr/>
          </p:nvSpPr>
          <p:spPr>
            <a:xfrm>
              <a:off x="5086006" y="4456179"/>
              <a:ext cx="409410" cy="641937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rc56"/>
            <p:cNvSpPr/>
            <p:nvPr/>
          </p:nvSpPr>
          <p:spPr>
            <a:xfrm>
              <a:off x="5540907" y="4168478"/>
              <a:ext cx="409410" cy="0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rc57"/>
            <p:cNvSpPr/>
            <p:nvPr/>
          </p:nvSpPr>
          <p:spPr>
            <a:xfrm>
              <a:off x="5540907" y="3829980"/>
              <a:ext cx="409410" cy="338498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rc58"/>
            <p:cNvSpPr/>
            <p:nvPr/>
          </p:nvSpPr>
          <p:spPr>
            <a:xfrm>
              <a:off x="5540907" y="4168478"/>
              <a:ext cx="409410" cy="7442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rc59"/>
            <p:cNvSpPr/>
            <p:nvPr/>
          </p:nvSpPr>
          <p:spPr>
            <a:xfrm>
              <a:off x="5540907" y="4175921"/>
              <a:ext cx="409410" cy="164087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rc60"/>
            <p:cNvSpPr/>
            <p:nvPr/>
          </p:nvSpPr>
          <p:spPr>
            <a:xfrm>
              <a:off x="5540907" y="4340008"/>
              <a:ext cx="409410" cy="401158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rc61"/>
            <p:cNvSpPr/>
            <p:nvPr/>
          </p:nvSpPr>
          <p:spPr>
            <a:xfrm>
              <a:off x="5995808" y="4168478"/>
              <a:ext cx="409410" cy="0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rc62"/>
            <p:cNvSpPr/>
            <p:nvPr/>
          </p:nvSpPr>
          <p:spPr>
            <a:xfrm>
              <a:off x="5995808" y="3586927"/>
              <a:ext cx="409410" cy="581551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rc63"/>
            <p:cNvSpPr/>
            <p:nvPr/>
          </p:nvSpPr>
          <p:spPr>
            <a:xfrm>
              <a:off x="5995808" y="4168478"/>
              <a:ext cx="409410" cy="3206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rc64"/>
            <p:cNvSpPr/>
            <p:nvPr/>
          </p:nvSpPr>
          <p:spPr>
            <a:xfrm>
              <a:off x="5995808" y="4171685"/>
              <a:ext cx="409410" cy="58069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rc65"/>
            <p:cNvSpPr/>
            <p:nvPr/>
          </p:nvSpPr>
          <p:spPr>
            <a:xfrm>
              <a:off x="5995808" y="4229755"/>
              <a:ext cx="409410" cy="143126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rc66"/>
            <p:cNvSpPr/>
            <p:nvPr/>
          </p:nvSpPr>
          <p:spPr>
            <a:xfrm>
              <a:off x="6450709" y="4168478"/>
              <a:ext cx="409410" cy="0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rc67"/>
            <p:cNvSpPr/>
            <p:nvPr/>
          </p:nvSpPr>
          <p:spPr>
            <a:xfrm>
              <a:off x="6450709" y="3472625"/>
              <a:ext cx="409410" cy="695852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rc68"/>
            <p:cNvSpPr/>
            <p:nvPr/>
          </p:nvSpPr>
          <p:spPr>
            <a:xfrm>
              <a:off x="6450709" y="4168478"/>
              <a:ext cx="409410" cy="3425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rc69"/>
            <p:cNvSpPr/>
            <p:nvPr/>
          </p:nvSpPr>
          <p:spPr>
            <a:xfrm>
              <a:off x="6450709" y="4171904"/>
              <a:ext cx="409410" cy="63318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rc70"/>
            <p:cNvSpPr/>
            <p:nvPr/>
          </p:nvSpPr>
          <p:spPr>
            <a:xfrm>
              <a:off x="6450709" y="4235222"/>
              <a:ext cx="409410" cy="142059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rc71"/>
            <p:cNvSpPr/>
            <p:nvPr/>
          </p:nvSpPr>
          <p:spPr>
            <a:xfrm>
              <a:off x="6905610" y="4168478"/>
              <a:ext cx="409410" cy="0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rc72"/>
            <p:cNvSpPr/>
            <p:nvPr/>
          </p:nvSpPr>
          <p:spPr>
            <a:xfrm>
              <a:off x="6905610" y="3529202"/>
              <a:ext cx="409410" cy="639275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rc73"/>
            <p:cNvSpPr/>
            <p:nvPr/>
          </p:nvSpPr>
          <p:spPr>
            <a:xfrm>
              <a:off x="6905610" y="4168478"/>
              <a:ext cx="409410" cy="3272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rc74"/>
            <p:cNvSpPr/>
            <p:nvPr/>
          </p:nvSpPr>
          <p:spPr>
            <a:xfrm>
              <a:off x="6905610" y="4171750"/>
              <a:ext cx="409410" cy="61279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rc75"/>
            <p:cNvSpPr/>
            <p:nvPr/>
          </p:nvSpPr>
          <p:spPr>
            <a:xfrm>
              <a:off x="6905610" y="4233030"/>
              <a:ext cx="409410" cy="128010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rc76"/>
            <p:cNvSpPr/>
            <p:nvPr/>
          </p:nvSpPr>
          <p:spPr>
            <a:xfrm>
              <a:off x="7360511" y="4168478"/>
              <a:ext cx="409410" cy="0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rc77"/>
            <p:cNvSpPr/>
            <p:nvPr/>
          </p:nvSpPr>
          <p:spPr>
            <a:xfrm>
              <a:off x="7360511" y="3381434"/>
              <a:ext cx="409410" cy="787043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rc78"/>
            <p:cNvSpPr/>
            <p:nvPr/>
          </p:nvSpPr>
          <p:spPr>
            <a:xfrm>
              <a:off x="7360511" y="4168478"/>
              <a:ext cx="409410" cy="2983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rc79"/>
            <p:cNvSpPr/>
            <p:nvPr/>
          </p:nvSpPr>
          <p:spPr>
            <a:xfrm>
              <a:off x="7360511" y="4171462"/>
              <a:ext cx="409410" cy="62724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rc80"/>
            <p:cNvSpPr/>
            <p:nvPr/>
          </p:nvSpPr>
          <p:spPr>
            <a:xfrm>
              <a:off x="7360511" y="4234186"/>
              <a:ext cx="409410" cy="109931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rc81"/>
            <p:cNvSpPr/>
            <p:nvPr/>
          </p:nvSpPr>
          <p:spPr>
            <a:xfrm>
              <a:off x="7815412" y="4168478"/>
              <a:ext cx="409410" cy="0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rc82"/>
            <p:cNvSpPr/>
            <p:nvPr/>
          </p:nvSpPr>
          <p:spPr>
            <a:xfrm>
              <a:off x="7815412" y="3337879"/>
              <a:ext cx="409410" cy="830599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rc83"/>
            <p:cNvSpPr/>
            <p:nvPr/>
          </p:nvSpPr>
          <p:spPr>
            <a:xfrm>
              <a:off x="7815412" y="4168478"/>
              <a:ext cx="409410" cy="2396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rc84"/>
            <p:cNvSpPr/>
            <p:nvPr/>
          </p:nvSpPr>
          <p:spPr>
            <a:xfrm>
              <a:off x="7815412" y="4170875"/>
              <a:ext cx="409410" cy="65092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rc85"/>
            <p:cNvSpPr/>
            <p:nvPr/>
          </p:nvSpPr>
          <p:spPr>
            <a:xfrm>
              <a:off x="7815412" y="4235967"/>
              <a:ext cx="409410" cy="90153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rc86"/>
            <p:cNvSpPr/>
            <p:nvPr/>
          </p:nvSpPr>
          <p:spPr>
            <a:xfrm>
              <a:off x="8270313" y="4168478"/>
              <a:ext cx="409410" cy="0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rc87"/>
            <p:cNvSpPr/>
            <p:nvPr/>
          </p:nvSpPr>
          <p:spPr>
            <a:xfrm>
              <a:off x="8270313" y="3486330"/>
              <a:ext cx="409410" cy="682148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rc88"/>
            <p:cNvSpPr/>
            <p:nvPr/>
          </p:nvSpPr>
          <p:spPr>
            <a:xfrm>
              <a:off x="8270313" y="4168478"/>
              <a:ext cx="409410" cy="2282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rc89"/>
            <p:cNvSpPr/>
            <p:nvPr/>
          </p:nvSpPr>
          <p:spPr>
            <a:xfrm>
              <a:off x="8270313" y="4170761"/>
              <a:ext cx="409410" cy="52271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rc90"/>
            <p:cNvSpPr/>
            <p:nvPr/>
          </p:nvSpPr>
          <p:spPr>
            <a:xfrm>
              <a:off x="8270313" y="4223032"/>
              <a:ext cx="409410" cy="82831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rc91"/>
            <p:cNvSpPr/>
            <p:nvPr/>
          </p:nvSpPr>
          <p:spPr>
            <a:xfrm>
              <a:off x="8725215" y="4168478"/>
              <a:ext cx="409410" cy="0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rc92"/>
            <p:cNvSpPr/>
            <p:nvPr/>
          </p:nvSpPr>
          <p:spPr>
            <a:xfrm>
              <a:off x="8725215" y="3723464"/>
              <a:ext cx="409410" cy="445014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rc93"/>
            <p:cNvSpPr/>
            <p:nvPr/>
          </p:nvSpPr>
          <p:spPr>
            <a:xfrm>
              <a:off x="8725215" y="4168478"/>
              <a:ext cx="409410" cy="1481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rc94"/>
            <p:cNvSpPr/>
            <p:nvPr/>
          </p:nvSpPr>
          <p:spPr>
            <a:xfrm>
              <a:off x="8725215" y="4169960"/>
              <a:ext cx="409410" cy="48331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rc95"/>
            <p:cNvSpPr/>
            <p:nvPr/>
          </p:nvSpPr>
          <p:spPr>
            <a:xfrm>
              <a:off x="8725215" y="4218292"/>
              <a:ext cx="409410" cy="66466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rc96"/>
            <p:cNvSpPr/>
            <p:nvPr/>
          </p:nvSpPr>
          <p:spPr>
            <a:xfrm>
              <a:off x="9180116" y="4168478"/>
              <a:ext cx="409410" cy="0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rc97"/>
            <p:cNvSpPr/>
            <p:nvPr/>
          </p:nvSpPr>
          <p:spPr>
            <a:xfrm>
              <a:off x="9180116" y="3661704"/>
              <a:ext cx="409410" cy="506774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rc98"/>
            <p:cNvSpPr/>
            <p:nvPr/>
          </p:nvSpPr>
          <p:spPr>
            <a:xfrm>
              <a:off x="9180116" y="4168478"/>
              <a:ext cx="409410" cy="976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rc99"/>
            <p:cNvSpPr/>
            <p:nvPr/>
          </p:nvSpPr>
          <p:spPr>
            <a:xfrm>
              <a:off x="9180116" y="4169455"/>
              <a:ext cx="409410" cy="36919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rc100"/>
            <p:cNvSpPr/>
            <p:nvPr/>
          </p:nvSpPr>
          <p:spPr>
            <a:xfrm>
              <a:off x="9180116" y="4206375"/>
              <a:ext cx="409410" cy="51202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rc101"/>
            <p:cNvSpPr/>
            <p:nvPr/>
          </p:nvSpPr>
          <p:spPr>
            <a:xfrm>
              <a:off x="9635017" y="4168478"/>
              <a:ext cx="409410" cy="0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rc102"/>
            <p:cNvSpPr/>
            <p:nvPr/>
          </p:nvSpPr>
          <p:spPr>
            <a:xfrm>
              <a:off x="9635017" y="3653415"/>
              <a:ext cx="409410" cy="515063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rc103"/>
            <p:cNvSpPr/>
            <p:nvPr/>
          </p:nvSpPr>
          <p:spPr>
            <a:xfrm>
              <a:off x="9635017" y="4168478"/>
              <a:ext cx="409410" cy="600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rc104"/>
            <p:cNvSpPr/>
            <p:nvPr/>
          </p:nvSpPr>
          <p:spPr>
            <a:xfrm>
              <a:off x="9635017" y="4169079"/>
              <a:ext cx="409410" cy="25591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rc105"/>
            <p:cNvSpPr/>
            <p:nvPr/>
          </p:nvSpPr>
          <p:spPr>
            <a:xfrm>
              <a:off x="9635017" y="4194670"/>
              <a:ext cx="409410" cy="34780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rc106"/>
            <p:cNvSpPr/>
            <p:nvPr/>
          </p:nvSpPr>
          <p:spPr>
            <a:xfrm>
              <a:off x="10089918" y="4168478"/>
              <a:ext cx="409410" cy="0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rc107"/>
            <p:cNvSpPr/>
            <p:nvPr/>
          </p:nvSpPr>
          <p:spPr>
            <a:xfrm>
              <a:off x="10089918" y="3806235"/>
              <a:ext cx="409410" cy="362243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rc108"/>
            <p:cNvSpPr/>
            <p:nvPr/>
          </p:nvSpPr>
          <p:spPr>
            <a:xfrm>
              <a:off x="10089918" y="4168478"/>
              <a:ext cx="409410" cy="325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rc109"/>
            <p:cNvSpPr/>
            <p:nvPr/>
          </p:nvSpPr>
          <p:spPr>
            <a:xfrm>
              <a:off x="10089918" y="4168803"/>
              <a:ext cx="409410" cy="13632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rc110"/>
            <p:cNvSpPr/>
            <p:nvPr/>
          </p:nvSpPr>
          <p:spPr>
            <a:xfrm>
              <a:off x="10089918" y="4182436"/>
              <a:ext cx="409410" cy="18089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rc111"/>
            <p:cNvSpPr/>
            <p:nvPr/>
          </p:nvSpPr>
          <p:spPr>
            <a:xfrm>
              <a:off x="10544819" y="4168478"/>
              <a:ext cx="409410" cy="0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rc112"/>
            <p:cNvSpPr/>
            <p:nvPr/>
          </p:nvSpPr>
          <p:spPr>
            <a:xfrm>
              <a:off x="10544819" y="3882296"/>
              <a:ext cx="409410" cy="286182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rc113"/>
            <p:cNvSpPr/>
            <p:nvPr/>
          </p:nvSpPr>
          <p:spPr>
            <a:xfrm>
              <a:off x="10544819" y="3882296"/>
              <a:ext cx="409410" cy="0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rc114"/>
            <p:cNvSpPr/>
            <p:nvPr/>
          </p:nvSpPr>
          <p:spPr>
            <a:xfrm>
              <a:off x="10544819" y="3882296"/>
              <a:ext cx="409410" cy="0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rc115"/>
            <p:cNvSpPr/>
            <p:nvPr/>
          </p:nvSpPr>
          <p:spPr>
            <a:xfrm>
              <a:off x="10544819" y="3882296"/>
              <a:ext cx="409410" cy="0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pl116"/>
            <p:cNvSpPr/>
            <p:nvPr/>
          </p:nvSpPr>
          <p:spPr>
            <a:xfrm>
              <a:off x="1651503" y="2691139"/>
              <a:ext cx="9098021" cy="2440332"/>
            </a:xfrm>
            <a:custGeom>
              <a:avLst/>
              <a:gdLst/>
              <a:ahLst/>
              <a:cxnLst/>
              <a:rect l="0" t="0" r="0" b="0"/>
              <a:pathLst>
                <a:path w="9098021" h="2440332">
                  <a:moveTo>
                    <a:pt x="0" y="0"/>
                  </a:moveTo>
                  <a:lnTo>
                    <a:pt x="454901" y="728572"/>
                  </a:lnTo>
                  <a:lnTo>
                    <a:pt x="909802" y="1018220"/>
                  </a:lnTo>
                  <a:lnTo>
                    <a:pt x="1364703" y="991390"/>
                  </a:lnTo>
                  <a:lnTo>
                    <a:pt x="1819604" y="1858358"/>
                  </a:lnTo>
                  <a:lnTo>
                    <a:pt x="2274505" y="2440332"/>
                  </a:lnTo>
                  <a:lnTo>
                    <a:pt x="2729406" y="2262197"/>
                  </a:lnTo>
                  <a:lnTo>
                    <a:pt x="3184307" y="2064034"/>
                  </a:lnTo>
                  <a:lnTo>
                    <a:pt x="3639208" y="2047820"/>
                  </a:lnTo>
                  <a:lnTo>
                    <a:pt x="4094109" y="1711529"/>
                  </a:lnTo>
                  <a:lnTo>
                    <a:pt x="4549010" y="1100191"/>
                  </a:lnTo>
                  <a:lnTo>
                    <a:pt x="5003912" y="990290"/>
                  </a:lnTo>
                  <a:lnTo>
                    <a:pt x="5458813" y="1030625"/>
                  </a:lnTo>
                  <a:lnTo>
                    <a:pt x="5913714" y="865935"/>
                  </a:lnTo>
                  <a:lnTo>
                    <a:pt x="6368615" y="804382"/>
                  </a:lnTo>
                  <a:lnTo>
                    <a:pt x="6823516" y="932575"/>
                  </a:lnTo>
                  <a:lnTo>
                    <a:pt x="7278417" y="1148605"/>
                  </a:lnTo>
                  <a:lnTo>
                    <a:pt x="7733318" y="1059664"/>
                  </a:lnTo>
                  <a:lnTo>
                    <a:pt x="8188219" y="1023248"/>
                  </a:lnTo>
                  <a:lnTo>
                    <a:pt x="8643120" y="1147143"/>
                  </a:lnTo>
                  <a:lnTo>
                    <a:pt x="9098021" y="1191157"/>
                  </a:lnTo>
                </a:path>
              </a:pathLst>
            </a:custGeom>
            <a:ln w="27101" cap="flat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pt117"/>
            <p:cNvSpPr/>
            <p:nvPr/>
          </p:nvSpPr>
          <p:spPr>
            <a:xfrm>
              <a:off x="1619901" y="2659537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pt118"/>
            <p:cNvSpPr/>
            <p:nvPr/>
          </p:nvSpPr>
          <p:spPr>
            <a:xfrm>
              <a:off x="2074802" y="3388110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pt119"/>
            <p:cNvSpPr/>
            <p:nvPr/>
          </p:nvSpPr>
          <p:spPr>
            <a:xfrm>
              <a:off x="2529703" y="3677758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pt120"/>
            <p:cNvSpPr/>
            <p:nvPr/>
          </p:nvSpPr>
          <p:spPr>
            <a:xfrm>
              <a:off x="2984605" y="3650928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pt121"/>
            <p:cNvSpPr/>
            <p:nvPr/>
          </p:nvSpPr>
          <p:spPr>
            <a:xfrm>
              <a:off x="3439506" y="4517896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pt122"/>
            <p:cNvSpPr/>
            <p:nvPr/>
          </p:nvSpPr>
          <p:spPr>
            <a:xfrm>
              <a:off x="3894407" y="5099870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pt123"/>
            <p:cNvSpPr/>
            <p:nvPr/>
          </p:nvSpPr>
          <p:spPr>
            <a:xfrm>
              <a:off x="4349308" y="4921735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pt124"/>
            <p:cNvSpPr/>
            <p:nvPr/>
          </p:nvSpPr>
          <p:spPr>
            <a:xfrm>
              <a:off x="4804209" y="4723571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pt125"/>
            <p:cNvSpPr/>
            <p:nvPr/>
          </p:nvSpPr>
          <p:spPr>
            <a:xfrm>
              <a:off x="5259110" y="4707358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pt126"/>
            <p:cNvSpPr/>
            <p:nvPr/>
          </p:nvSpPr>
          <p:spPr>
            <a:xfrm>
              <a:off x="5714011" y="4371066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pt127"/>
            <p:cNvSpPr/>
            <p:nvPr/>
          </p:nvSpPr>
          <p:spPr>
            <a:xfrm>
              <a:off x="6168912" y="3759729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pt128"/>
            <p:cNvSpPr/>
            <p:nvPr/>
          </p:nvSpPr>
          <p:spPr>
            <a:xfrm>
              <a:off x="6623813" y="3649828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pt129"/>
            <p:cNvSpPr/>
            <p:nvPr/>
          </p:nvSpPr>
          <p:spPr>
            <a:xfrm>
              <a:off x="7078714" y="3690163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pt130"/>
            <p:cNvSpPr/>
            <p:nvPr/>
          </p:nvSpPr>
          <p:spPr>
            <a:xfrm>
              <a:off x="7533615" y="3525473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pt131"/>
            <p:cNvSpPr/>
            <p:nvPr/>
          </p:nvSpPr>
          <p:spPr>
            <a:xfrm>
              <a:off x="7988517" y="3463920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pt132"/>
            <p:cNvSpPr/>
            <p:nvPr/>
          </p:nvSpPr>
          <p:spPr>
            <a:xfrm>
              <a:off x="8443418" y="3592113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pt133"/>
            <p:cNvSpPr/>
            <p:nvPr/>
          </p:nvSpPr>
          <p:spPr>
            <a:xfrm>
              <a:off x="8898319" y="3808142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pt134"/>
            <p:cNvSpPr/>
            <p:nvPr/>
          </p:nvSpPr>
          <p:spPr>
            <a:xfrm>
              <a:off x="9353220" y="3719201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pt135"/>
            <p:cNvSpPr/>
            <p:nvPr/>
          </p:nvSpPr>
          <p:spPr>
            <a:xfrm>
              <a:off x="9808121" y="3682786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pt136"/>
            <p:cNvSpPr/>
            <p:nvPr/>
          </p:nvSpPr>
          <p:spPr>
            <a:xfrm>
              <a:off x="10263022" y="3806680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pt137"/>
            <p:cNvSpPr/>
            <p:nvPr/>
          </p:nvSpPr>
          <p:spPr>
            <a:xfrm>
              <a:off x="10717923" y="3850695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tx138"/>
            <p:cNvSpPr/>
            <p:nvPr/>
          </p:nvSpPr>
          <p:spPr>
            <a:xfrm>
              <a:off x="420852" y="5844402"/>
              <a:ext cx="330398" cy="1670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-20</a:t>
              </a:r>
            </a:p>
          </p:txBody>
        </p:sp>
        <p:sp>
          <p:nvSpPr>
            <p:cNvPr id="142" name="tx139"/>
            <p:cNvSpPr/>
            <p:nvPr/>
          </p:nvSpPr>
          <p:spPr>
            <a:xfrm>
              <a:off x="420852" y="4963801"/>
              <a:ext cx="330398" cy="1670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-10</a:t>
              </a:r>
            </a:p>
          </p:txBody>
        </p:sp>
        <p:sp>
          <p:nvSpPr>
            <p:cNvPr id="143" name="tx140"/>
            <p:cNvSpPr/>
            <p:nvPr/>
          </p:nvSpPr>
          <p:spPr>
            <a:xfrm>
              <a:off x="624114" y="4083200"/>
              <a:ext cx="127136" cy="1670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44" name="tx141"/>
            <p:cNvSpPr/>
            <p:nvPr/>
          </p:nvSpPr>
          <p:spPr>
            <a:xfrm>
              <a:off x="496978" y="3202599"/>
              <a:ext cx="254272" cy="1670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45" name="tx142"/>
            <p:cNvSpPr/>
            <p:nvPr/>
          </p:nvSpPr>
          <p:spPr>
            <a:xfrm>
              <a:off x="496978" y="2321998"/>
              <a:ext cx="254272" cy="1670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46" name="pl143"/>
            <p:cNvSpPr/>
            <p:nvPr/>
          </p:nvSpPr>
          <p:spPr>
            <a:xfrm>
              <a:off x="971425" y="5985255"/>
              <a:ext cx="10458176" cy="0"/>
            </a:xfrm>
            <a:custGeom>
              <a:avLst/>
              <a:gdLst/>
              <a:ahLst/>
              <a:cxnLst/>
              <a:rect l="0" t="0" r="0" b="0"/>
              <a:pathLst>
                <a:path w="10458176">
                  <a:moveTo>
                    <a:pt x="0" y="0"/>
                  </a:moveTo>
                  <a:lnTo>
                    <a:pt x="10458176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" name="pl144"/>
            <p:cNvSpPr/>
            <p:nvPr/>
          </p:nvSpPr>
          <p:spPr>
            <a:xfrm>
              <a:off x="1651503" y="5985255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" name="pl145"/>
            <p:cNvSpPr/>
            <p:nvPr/>
          </p:nvSpPr>
          <p:spPr>
            <a:xfrm>
              <a:off x="3926008" y="5985255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" name="pl146"/>
            <p:cNvSpPr/>
            <p:nvPr/>
          </p:nvSpPr>
          <p:spPr>
            <a:xfrm>
              <a:off x="6200513" y="5985255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" name="pl147"/>
            <p:cNvSpPr/>
            <p:nvPr/>
          </p:nvSpPr>
          <p:spPr>
            <a:xfrm>
              <a:off x="8475019" y="5985255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" name="pl148"/>
            <p:cNvSpPr/>
            <p:nvPr/>
          </p:nvSpPr>
          <p:spPr>
            <a:xfrm>
              <a:off x="10749524" y="5985255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" name="tx149"/>
            <p:cNvSpPr/>
            <p:nvPr/>
          </p:nvSpPr>
          <p:spPr>
            <a:xfrm>
              <a:off x="1397230" y="6084169"/>
              <a:ext cx="508545" cy="16720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2030</a:t>
              </a:r>
            </a:p>
          </p:txBody>
        </p:sp>
        <p:sp>
          <p:nvSpPr>
            <p:cNvPr id="153" name="tx150"/>
            <p:cNvSpPr/>
            <p:nvPr/>
          </p:nvSpPr>
          <p:spPr>
            <a:xfrm>
              <a:off x="3671735" y="6084169"/>
              <a:ext cx="508545" cy="16720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2035</a:t>
              </a:r>
            </a:p>
          </p:txBody>
        </p:sp>
        <p:sp>
          <p:nvSpPr>
            <p:cNvPr id="154" name="tx151"/>
            <p:cNvSpPr/>
            <p:nvPr/>
          </p:nvSpPr>
          <p:spPr>
            <a:xfrm>
              <a:off x="5946241" y="6084280"/>
              <a:ext cx="508545" cy="1670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2040</a:t>
              </a:r>
            </a:p>
          </p:txBody>
        </p:sp>
        <p:sp>
          <p:nvSpPr>
            <p:cNvPr id="155" name="tx152"/>
            <p:cNvSpPr/>
            <p:nvPr/>
          </p:nvSpPr>
          <p:spPr>
            <a:xfrm>
              <a:off x="8220746" y="6084280"/>
              <a:ext cx="508545" cy="1670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2045</a:t>
              </a:r>
            </a:p>
          </p:txBody>
        </p:sp>
        <p:sp>
          <p:nvSpPr>
            <p:cNvPr id="156" name="tx153"/>
            <p:cNvSpPr/>
            <p:nvPr/>
          </p:nvSpPr>
          <p:spPr>
            <a:xfrm>
              <a:off x="10495252" y="6084280"/>
              <a:ext cx="508545" cy="1670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2050</a:t>
              </a:r>
            </a:p>
          </p:txBody>
        </p:sp>
      </p:grpSp>
      <p:sp>
        <p:nvSpPr>
          <p:cNvPr id="157" name="TextBox 156">
            <a:extLst>
              <a:ext uri="{FF2B5EF4-FFF2-40B4-BE49-F238E27FC236}">
                <a16:creationId xmlns:a16="http://schemas.microsoft.com/office/drawing/2014/main" id="{B08F3FE5-3582-7906-7C65-BDD7BC8551FD}"/>
              </a:ext>
            </a:extLst>
          </p:cNvPr>
          <p:cNvSpPr txBox="1"/>
          <p:nvPr/>
        </p:nvSpPr>
        <p:spPr>
          <a:xfrm>
            <a:off x="10781125" y="3283856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pPr algn="l"/>
            <a:r>
              <a:rPr lang="en-AU" sz="1600" b="1" dirty="0">
                <a:solidFill>
                  <a:srgbClr val="FF0000"/>
                </a:solidFill>
                <a:latin typeface="+mn-lt"/>
              </a:rPr>
              <a:t>Net demand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AA866F0D-4CC9-86A4-1B72-5D74F9A6B701}"/>
              </a:ext>
            </a:extLst>
          </p:cNvPr>
          <p:cNvSpPr txBox="1"/>
          <p:nvPr/>
        </p:nvSpPr>
        <p:spPr>
          <a:xfrm>
            <a:off x="808269" y="1286766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pPr algn="l"/>
            <a:r>
              <a:rPr lang="en-AU" sz="1600" b="1" dirty="0">
                <a:solidFill>
                  <a:srgbClr val="A1253E"/>
                </a:solidFill>
                <a:latin typeface="+mn-lt"/>
              </a:rPr>
              <a:t>Gas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9F24A22C-4122-E220-9D62-C6834187D33B}"/>
              </a:ext>
            </a:extLst>
          </p:cNvPr>
          <p:cNvSpPr txBox="1"/>
          <p:nvPr/>
        </p:nvSpPr>
        <p:spPr>
          <a:xfrm>
            <a:off x="808269" y="1772404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pPr algn="l"/>
            <a:r>
              <a:rPr lang="en-AU" sz="1600" b="1" dirty="0">
                <a:solidFill>
                  <a:srgbClr val="611633"/>
                </a:solidFill>
                <a:latin typeface="+mn-lt"/>
              </a:rPr>
              <a:t>Coal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3B177839-1548-89EC-8399-FF46164F88DD}"/>
              </a:ext>
            </a:extLst>
          </p:cNvPr>
          <p:cNvSpPr txBox="1"/>
          <p:nvPr/>
        </p:nvSpPr>
        <p:spPr>
          <a:xfrm>
            <a:off x="808269" y="3588675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pPr algn="l"/>
            <a:r>
              <a:rPr lang="en-AU" sz="1600" b="1" dirty="0">
                <a:solidFill>
                  <a:srgbClr val="EF7900"/>
                </a:solidFill>
                <a:latin typeface="+mn-lt"/>
              </a:rPr>
              <a:t>Solar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4D2327B0-7BB0-D42E-20D7-F3D130466E56}"/>
              </a:ext>
            </a:extLst>
          </p:cNvPr>
          <p:cNvSpPr txBox="1"/>
          <p:nvPr/>
        </p:nvSpPr>
        <p:spPr>
          <a:xfrm>
            <a:off x="808269" y="4282359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pPr algn="l"/>
            <a:r>
              <a:rPr lang="en-AU" sz="1600" b="1" dirty="0">
                <a:solidFill>
                  <a:srgbClr val="F5B50C"/>
                </a:solidFill>
                <a:latin typeface="+mn-lt"/>
              </a:rPr>
              <a:t>Wind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2022 Grattan PPT Colour Theme - FINAL">
      <a:dk1>
        <a:srgbClr val="000000"/>
      </a:dk1>
      <a:lt1>
        <a:srgbClr val="FFFFFF"/>
      </a:lt1>
      <a:dk2>
        <a:srgbClr val="D4582A"/>
      </a:dk2>
      <a:lt2>
        <a:srgbClr val="FFF3E6"/>
      </a:lt2>
      <a:accent1>
        <a:srgbClr val="EF7900"/>
      </a:accent1>
      <a:accent2>
        <a:srgbClr val="A1253E"/>
      </a:accent2>
      <a:accent3>
        <a:srgbClr val="611633"/>
      </a:accent3>
      <a:accent4>
        <a:srgbClr val="F5B50C"/>
      </a:accent4>
      <a:accent5>
        <a:srgbClr val="6A99C4"/>
      </a:accent5>
      <a:accent6>
        <a:srgbClr val="4371A1"/>
      </a:accent6>
      <a:hlink>
        <a:srgbClr val="EF7900"/>
      </a:hlink>
      <a:folHlink>
        <a:srgbClr val="D4582A"/>
      </a:folHlink>
    </a:clrScheme>
    <a:fontScheme name="Grattan Web Fonts">
      <a:majorFont>
        <a:latin typeface="DM Serif Display"/>
        <a:ea typeface=""/>
        <a:cs typeface=""/>
      </a:majorFont>
      <a:minorFont>
        <a:latin typeface="Avenir Next LT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 algn="l">
          <a:defRPr sz="1600" dirty="0">
            <a:solidFill>
              <a:schemeClr val="accent1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8877</TotalTime>
  <Words>137</Words>
  <Application>Microsoft Office PowerPoint</Application>
  <PresentationFormat>Widescreen</PresentationFormat>
  <Paragraphs>19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Avenir Next LT Pro</vt:lpstr>
      <vt:lpstr>Calibri</vt:lpstr>
      <vt:lpstr>DM Serif Display</vt:lpstr>
      <vt:lpstr>Office Theme</vt:lpstr>
      <vt:lpstr>Limiting SMC generation to new entrants still provides substantial supply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Insert title</dc:title>
  <dc:creator>Kat Clay</dc:creator>
  <cp:lastModifiedBy>Dominic Jones</cp:lastModifiedBy>
  <cp:revision>261</cp:revision>
  <dcterms:created xsi:type="dcterms:W3CDTF">2022-05-20T01:54:03Z</dcterms:created>
  <dcterms:modified xsi:type="dcterms:W3CDTF">2025-02-04T05:09:11Z</dcterms:modified>
</cp:coreProperties>
</file>