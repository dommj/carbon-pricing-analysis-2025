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0" r:id="rId1"/>
  </p:sldMasterIdLst>
  <p:notesMasterIdLst>
    <p:notesMasterId r:id="rId8"/>
  </p:notesMasterIdLst>
  <p:sldIdLst>
    <p:sldId id="256" r:id="rId2"/>
    <p:sldId id="257" r:id="rId7"/>
  </p:sldIdLst>
  <p:sldSz cx="7977188" cy="5219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0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67"/>
    <p:restoredTop sz="94694"/>
  </p:normalViewPr>
  <p:slideViewPr>
    <p:cSldViewPr snapToGrid="0" snapToObjects="1">
      <p:cViewPr>
        <p:scale>
          <a:sx n="87" d="100"/>
          <a:sy n="87" d="100"/>
        </p:scale>
        <p:origin x="2200" y="1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presProps" Target="presProps.xml"/>
<Relationship Id="rId2" Type="http://schemas.openxmlformats.org/officeDocument/2006/relationships/slide" Target="slides/slide1.xml"/>
<Relationship Id="rId1" Type="http://schemas.openxmlformats.org/officeDocument/2006/relationships/slideMaster" Target="slideMasters/slideMaster1.xml"/>
<Relationship Id="rId6" Type="http://schemas.openxmlformats.org/officeDocument/2006/relationships/tableStyles" Target="tableStyles.xml"/>
<Relationship Id="rId5" Type="http://schemas.openxmlformats.org/officeDocument/2006/relationships/theme" Target="theme/theme1.xml"/>
<Relationship Id="rId4" Type="http://schemas.openxmlformats.org/officeDocument/2006/relationships/viewProps" Target="viewProps.xml"/>
<Relationship Id="rId7" Type="http://schemas.openxmlformats.org/officeDocument/2006/relationships/slide" Target="slides/slide2.xml"/>
<Relationship Id="rId8" Type="http://schemas.openxmlformats.org/officeDocument/2006/relationships/notesMaster" Target="notesMasters/notesMaster1.xml"/>
</Relationships>

</file>

<file path=ppt/notesMasters/_rels/notesMaster1.xml.rels><?xml version="1.0" encoding="UTF-8" standalone="yes"?>

<Relationships  xmlns="http://schemas.openxmlformats.org/package/2006/relationships">
<Relationship Id="rId1" Type="http://schemas.openxmlformats.org/officeDocument/2006/relationships/theme" Target="../theme/theme2.xml"/>
</Relationships>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IN"/>
          </a:p>
        </p:txBody>
      </p:sp>
      <p:sp>
        <p:nvSpPr>
          <p:cNvPr id="1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171450" lvl="0" indent="-171450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Edit Master text styles</a:t>
            </a:r>
          </a:p>
          <a:p>
            <a:pPr marL="450850" lvl="1" indent="-17145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Second level</a:t>
            </a:r>
          </a:p>
          <a:p>
            <a:pPr marL="719138" lvl="2" indent="-17145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Third level</a:t>
            </a:r>
          </a:p>
          <a:p>
            <a:pPr marL="987425" lvl="3" indent="-171450" defTabSz="1169988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Fourth level</a:t>
            </a:r>
          </a:p>
          <a:p>
            <a:pPr marL="1255713" lvl="4" indent="-171450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/>
              <a:t>Fifth level</a:t>
            </a:r>
            <a:endParaRPr lang="en-IN" dirty="0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
<Relationships  xmlns="http://schemas.openxmlformats.org/package/2006/relationships">
<Relationship Id="rId1" Type="http://schemas.openxmlformats.org/officeDocument/2006/relationships/notesMaster" Target="../notesMasters/notesMaster1.xml"/>
<Relationship Id="rId2" Type="http://schemas.openxmlformats.org/officeDocument/2006/relationships/slide" Target="../slides/slide2.xml"/>
</Relationships>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/>
              <a:t>
Powerpoint file location: C:\Users\domijones\OneDrive - The University of Melbourne\Energy\Analysis\analysis_cp_dj_2025\Output\Atlas\evs_electrification_demand_esoo24\evs_electrification_demand_esoo24_normal.pptx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8289" y="854243"/>
            <a:ext cx="6780610" cy="1817229"/>
          </a:xfrm>
        </p:spPr>
        <p:txBody>
          <a:bodyPr anchor="b"/>
          <a:lstStyle>
            <a:lvl1pPr algn="ctr">
              <a:defRPr sz="45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7149" y="2741551"/>
            <a:ext cx="5982891" cy="1260219"/>
          </a:xfrm>
        </p:spPr>
        <p:txBody>
          <a:bodyPr/>
          <a:lstStyle>
            <a:lvl1pPr marL="0" indent="0" algn="ctr">
              <a:buNone/>
              <a:defRPr sz="1827"/>
            </a:lvl1pPr>
            <a:lvl2pPr marL="347975" indent="0" algn="ctr">
              <a:buNone/>
              <a:defRPr sz="1522"/>
            </a:lvl2pPr>
            <a:lvl3pPr marL="695950" indent="0" algn="ctr">
              <a:buNone/>
              <a:defRPr sz="1370"/>
            </a:lvl3pPr>
            <a:lvl4pPr marL="1043925" indent="0" algn="ctr">
              <a:buNone/>
              <a:defRPr sz="1218"/>
            </a:lvl4pPr>
            <a:lvl5pPr marL="1391900" indent="0" algn="ctr">
              <a:buNone/>
              <a:defRPr sz="1218"/>
            </a:lvl5pPr>
            <a:lvl6pPr marL="1739875" indent="0" algn="ctr">
              <a:buNone/>
              <a:defRPr sz="1218"/>
            </a:lvl6pPr>
            <a:lvl7pPr marL="2087850" indent="0" algn="ctr">
              <a:buNone/>
              <a:defRPr sz="1218"/>
            </a:lvl7pPr>
            <a:lvl8pPr marL="2435824" indent="0" algn="ctr">
              <a:buNone/>
              <a:defRPr sz="1218"/>
            </a:lvl8pPr>
            <a:lvl9pPr marL="2783799" indent="0" algn="ctr">
              <a:buNone/>
              <a:defRPr sz="1218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3E7C0CC8-E12B-4B1E-958E-BC6C5916F6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808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942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277" y="1301302"/>
            <a:ext cx="6880325" cy="2171250"/>
          </a:xfrm>
        </p:spPr>
        <p:txBody>
          <a:bodyPr anchor="b"/>
          <a:lstStyle>
            <a:lvl1pPr>
              <a:defRPr sz="4567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277" y="3493092"/>
            <a:ext cx="6880325" cy="1141809"/>
          </a:xfrm>
        </p:spPr>
        <p:txBody>
          <a:bodyPr/>
          <a:lstStyle>
            <a:lvl1pPr marL="0" indent="0">
              <a:buNone/>
              <a:defRPr sz="1827">
                <a:solidFill>
                  <a:schemeClr val="tx1"/>
                </a:solidFill>
              </a:defRPr>
            </a:lvl1pPr>
            <a:lvl2pPr marL="347975" indent="0">
              <a:buNone/>
              <a:defRPr sz="1522">
                <a:solidFill>
                  <a:schemeClr val="tx1">
                    <a:tint val="75000"/>
                  </a:schemeClr>
                </a:solidFill>
              </a:defRPr>
            </a:lvl2pPr>
            <a:lvl3pPr marL="695950" indent="0">
              <a:buNone/>
              <a:defRPr sz="1370">
                <a:solidFill>
                  <a:schemeClr val="tx1">
                    <a:tint val="75000"/>
                  </a:schemeClr>
                </a:solidFill>
              </a:defRPr>
            </a:lvl3pPr>
            <a:lvl4pPr marL="1043925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4pPr>
            <a:lvl5pPr marL="1391900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5pPr>
            <a:lvl6pPr marL="1739875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6pPr>
            <a:lvl7pPr marL="2087850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7pPr>
            <a:lvl8pPr marL="2435824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8pPr>
            <a:lvl9pPr marL="2783799" indent="0">
              <a:buNone/>
              <a:defRPr sz="121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48432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862C827D-FC0C-184A-B855-165F1307D257}" type="datetimeFigureOut">
              <a:rPr lang="en-US" smtClean="0"/>
              <a:t>12/28/22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2444" y="4837890"/>
            <a:ext cx="2692301" cy="27790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633889" y="4837890"/>
            <a:ext cx="1794867" cy="277901"/>
          </a:xfrm>
          <a:prstGeom prst="rect">
            <a:avLst/>
          </a:prstGeom>
        </p:spPr>
        <p:txBody>
          <a:bodyPr/>
          <a:lstStyle/>
          <a:p>
            <a:fld id="{E428D261-E467-CB42-92CE-56E038D460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16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-1608666"/>
            <a:ext cx="7977188" cy="667062"/>
          </a:xfrm>
        </p:spPr>
        <p:txBody>
          <a:bodyPr anchor="t"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" y="-923701"/>
            <a:ext cx="7977188" cy="67913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4" name="Content Placeholder 3"/>
          <p:cNvSpPr>
            <a:spLocks noGrp="1" noChangeAspect="1"/>
          </p:cNvSpPr>
          <p:nvPr>
            <p:ph sz="half" idx="2"/>
          </p:nvPr>
        </p:nvSpPr>
        <p:spPr>
          <a:xfrm>
            <a:off x="0" y="0"/>
            <a:ext cx="7977600" cy="5220000"/>
          </a:xfrm>
        </p:spPr>
        <p:txBody>
          <a:bodyPr lIns="0" tIns="0" rIns="0" bIns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aption Placeholder 1">
            <a:extLst>
              <a:ext uri="{FF2B5EF4-FFF2-40B4-BE49-F238E27FC236}">
                <a16:creationId xmlns:a16="http://schemas.microsoft.com/office/drawing/2014/main" id="{AF5EA265-8F08-B40E-312A-1E8FD775E2B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8362950" y="-1755775"/>
            <a:ext cx="2860675" cy="66516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584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17464-26F0-F70E-03FB-7D458DC1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0918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E868C-2161-3F70-9E5A-5C38113B1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8575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ED932-2FE5-9703-B8AE-C45091E0F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163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432" y="277902"/>
            <a:ext cx="6880325" cy="1008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432" y="1389503"/>
            <a:ext cx="6880325" cy="3311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2486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</p:sldLayoutIdLst>
  <p:txStyles>
    <p:titleStyle>
      <a:lvl1pPr algn="l" defTabSz="69595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173987" indent="-173987" algn="l" defTabSz="69595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219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699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179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658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9138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2618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6098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9577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1pPr>
      <a:lvl2pPr marL="3479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2pPr>
      <a:lvl3pPr marL="6959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3pPr>
      <a:lvl4pPr marL="104392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4pPr>
      <a:lvl5pPr marL="139190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5pPr>
      <a:lvl6pPr marL="17398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0878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435824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783799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notesSlide" Target="../notesSlides/notesSlide1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555CA-0802-E447-A104-822E53E8C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394" y="303213"/>
            <a:ext cx="7772400" cy="238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633E90-BBEB-3C4A-9B73-0D6D47AC34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1513" y="2854807"/>
            <a:ext cx="6858000" cy="1655762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07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" y="-923701"/>
            <a:ext cx="7977188" cy="679139"/>
          </a:xfrm>
        </p:spPr>
        <p:txBody>
          <a:bodyPr/>
          <a:lstStyle/>
          <a:p>
            <a:r>
              <a:rPr/>
              <a:t>Electricity consumption (TWh) in the NEM</a:t>
            </a:r>
          </a:p>
        </p:txBody>
      </p:sp>
      <p:grpSp xmlns:pic="http://schemas.openxmlformats.org/drawingml/2006/picture">
        <p:nvGrpSpPr>
          <p:cNvPr id="3" name="Content Placeholder 3"/>
          <p:cNvGrpSpPr/>
          <p:nvPr/>
        </p:nvGrpSpPr>
        <p:grpSpPr>
          <a:xfrm>
            <a:off x="0" y="0"/>
            <a:ext cx="7977600" cy="5220000"/>
            <a:chOff x="0" y="0"/>
            <a:chExt cx="7977600" cy="5220000"/>
          </a:xfrm>
        </p:grpSpPr>
        <p:sp>
          <p:nvSpPr>
            <p:cNvPr id="4" name="rc3"/>
            <p:cNvSpPr/>
            <p:nvPr/>
          </p:nvSpPr>
          <p:spPr>
            <a:xfrm>
              <a:off x="0" y="0"/>
              <a:ext cx="7977600" cy="522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485723" y="91439"/>
              <a:ext cx="7382148" cy="452735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485723" y="4618799"/>
              <a:ext cx="7382148" cy="0"/>
            </a:xfrm>
            <a:custGeom>
              <a:avLst/>
              <a:pathLst>
                <a:path w="7382148" h="0">
                  <a:moveTo>
                    <a:pt x="0" y="0"/>
                  </a:moveTo>
                  <a:lnTo>
                    <a:pt x="7382148" y="0"/>
                  </a:lnTo>
                  <a:lnTo>
                    <a:pt x="7382148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485723" y="3601462"/>
              <a:ext cx="7382148" cy="0"/>
            </a:xfrm>
            <a:custGeom>
              <a:avLst/>
              <a:pathLst>
                <a:path w="7382148" h="0">
                  <a:moveTo>
                    <a:pt x="0" y="0"/>
                  </a:moveTo>
                  <a:lnTo>
                    <a:pt x="7382148" y="0"/>
                  </a:lnTo>
                  <a:lnTo>
                    <a:pt x="7382148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485723" y="2584124"/>
              <a:ext cx="7382148" cy="0"/>
            </a:xfrm>
            <a:custGeom>
              <a:avLst/>
              <a:pathLst>
                <a:path w="7382148" h="0">
                  <a:moveTo>
                    <a:pt x="0" y="0"/>
                  </a:moveTo>
                  <a:lnTo>
                    <a:pt x="7382148" y="0"/>
                  </a:lnTo>
                  <a:lnTo>
                    <a:pt x="7382148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485723" y="1566787"/>
              <a:ext cx="7382148" cy="0"/>
            </a:xfrm>
            <a:custGeom>
              <a:avLst/>
              <a:pathLst>
                <a:path w="7382148" h="0">
                  <a:moveTo>
                    <a:pt x="0" y="0"/>
                  </a:moveTo>
                  <a:lnTo>
                    <a:pt x="7382148" y="0"/>
                  </a:lnTo>
                  <a:lnTo>
                    <a:pt x="7382148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485723" y="549449"/>
              <a:ext cx="7382148" cy="0"/>
            </a:xfrm>
            <a:custGeom>
              <a:avLst/>
              <a:pathLst>
                <a:path w="7382148" h="0">
                  <a:moveTo>
                    <a:pt x="0" y="0"/>
                  </a:moveTo>
                  <a:lnTo>
                    <a:pt x="7382148" y="0"/>
                  </a:lnTo>
                  <a:lnTo>
                    <a:pt x="7382148" y="0"/>
                  </a:lnTo>
                </a:path>
              </a:pathLst>
            </a:custGeom>
            <a:ln w="4762" cap="flat">
              <a:solidFill>
                <a:srgbClr val="C3C7C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485723" y="2486685"/>
              <a:ext cx="177408" cy="1481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485723" y="2501503"/>
              <a:ext cx="177408" cy="731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485723" y="2508819"/>
              <a:ext cx="177408" cy="210998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682843" y="2434782"/>
              <a:ext cx="177408" cy="40435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682843" y="2475217"/>
              <a:ext cx="177408" cy="12701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682843" y="2487919"/>
              <a:ext cx="177408" cy="213088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879963" y="2370699"/>
              <a:ext cx="177408" cy="69631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7"/>
            <p:cNvSpPr/>
            <p:nvPr/>
          </p:nvSpPr>
          <p:spPr>
            <a:xfrm>
              <a:off x="879963" y="2440331"/>
              <a:ext cx="177408" cy="1995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8"/>
            <p:cNvSpPr/>
            <p:nvPr/>
          </p:nvSpPr>
          <p:spPr>
            <a:xfrm>
              <a:off x="879963" y="2460286"/>
              <a:ext cx="177408" cy="2158513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19"/>
            <p:cNvSpPr/>
            <p:nvPr/>
          </p:nvSpPr>
          <p:spPr>
            <a:xfrm>
              <a:off x="1077084" y="2314416"/>
              <a:ext cx="177408" cy="9498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0"/>
            <p:cNvSpPr/>
            <p:nvPr/>
          </p:nvSpPr>
          <p:spPr>
            <a:xfrm>
              <a:off x="1077084" y="2409405"/>
              <a:ext cx="177408" cy="29276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1"/>
            <p:cNvSpPr/>
            <p:nvPr/>
          </p:nvSpPr>
          <p:spPr>
            <a:xfrm>
              <a:off x="1077084" y="2438682"/>
              <a:ext cx="177408" cy="2180117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2"/>
            <p:cNvSpPr/>
            <p:nvPr/>
          </p:nvSpPr>
          <p:spPr>
            <a:xfrm>
              <a:off x="1274204" y="2263713"/>
              <a:ext cx="177408" cy="122370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3"/>
            <p:cNvSpPr/>
            <p:nvPr/>
          </p:nvSpPr>
          <p:spPr>
            <a:xfrm>
              <a:off x="1274204" y="2386083"/>
              <a:ext cx="177408" cy="39959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4"/>
            <p:cNvSpPr/>
            <p:nvPr/>
          </p:nvSpPr>
          <p:spPr>
            <a:xfrm>
              <a:off x="1274204" y="2426043"/>
              <a:ext cx="177408" cy="2192755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5"/>
            <p:cNvSpPr/>
            <p:nvPr/>
          </p:nvSpPr>
          <p:spPr>
            <a:xfrm>
              <a:off x="1471324" y="2194067"/>
              <a:ext cx="177408" cy="142723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6"/>
            <p:cNvSpPr/>
            <p:nvPr/>
          </p:nvSpPr>
          <p:spPr>
            <a:xfrm>
              <a:off x="1471324" y="2336790"/>
              <a:ext cx="177408" cy="52116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7"/>
            <p:cNvSpPr/>
            <p:nvPr/>
          </p:nvSpPr>
          <p:spPr>
            <a:xfrm>
              <a:off x="1471324" y="2388906"/>
              <a:ext cx="177408" cy="222989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8"/>
            <p:cNvSpPr/>
            <p:nvPr/>
          </p:nvSpPr>
          <p:spPr>
            <a:xfrm>
              <a:off x="1668444" y="2111605"/>
              <a:ext cx="177408" cy="160415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29"/>
            <p:cNvSpPr/>
            <p:nvPr/>
          </p:nvSpPr>
          <p:spPr>
            <a:xfrm>
              <a:off x="1668444" y="2272020"/>
              <a:ext cx="177408" cy="6569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0"/>
            <p:cNvSpPr/>
            <p:nvPr/>
          </p:nvSpPr>
          <p:spPr>
            <a:xfrm>
              <a:off x="1668444" y="2337714"/>
              <a:ext cx="177408" cy="2281085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1"/>
            <p:cNvSpPr/>
            <p:nvPr/>
          </p:nvSpPr>
          <p:spPr>
            <a:xfrm>
              <a:off x="1865564" y="2019935"/>
              <a:ext cx="177408" cy="176495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2"/>
            <p:cNvSpPr/>
            <p:nvPr/>
          </p:nvSpPr>
          <p:spPr>
            <a:xfrm>
              <a:off x="1865564" y="2196431"/>
              <a:ext cx="177408" cy="80558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3"/>
            <p:cNvSpPr/>
            <p:nvPr/>
          </p:nvSpPr>
          <p:spPr>
            <a:xfrm>
              <a:off x="1865564" y="2276990"/>
              <a:ext cx="177408" cy="234180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4"/>
            <p:cNvSpPr/>
            <p:nvPr/>
          </p:nvSpPr>
          <p:spPr>
            <a:xfrm>
              <a:off x="2062684" y="1913691"/>
              <a:ext cx="177408" cy="190984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5"/>
            <p:cNvSpPr/>
            <p:nvPr/>
          </p:nvSpPr>
          <p:spPr>
            <a:xfrm>
              <a:off x="2062684" y="2104675"/>
              <a:ext cx="177408" cy="95994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6"/>
            <p:cNvSpPr/>
            <p:nvPr/>
          </p:nvSpPr>
          <p:spPr>
            <a:xfrm>
              <a:off x="2062684" y="2200670"/>
              <a:ext cx="177408" cy="241812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7"/>
            <p:cNvSpPr/>
            <p:nvPr/>
          </p:nvSpPr>
          <p:spPr>
            <a:xfrm>
              <a:off x="2259804" y="1814985"/>
              <a:ext cx="177408" cy="20647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8"/>
            <p:cNvSpPr/>
            <p:nvPr/>
          </p:nvSpPr>
          <p:spPr>
            <a:xfrm>
              <a:off x="2259804" y="2021463"/>
              <a:ext cx="177408" cy="112619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39"/>
            <p:cNvSpPr/>
            <p:nvPr/>
          </p:nvSpPr>
          <p:spPr>
            <a:xfrm>
              <a:off x="2259804" y="2134083"/>
              <a:ext cx="177408" cy="248471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0"/>
            <p:cNvSpPr/>
            <p:nvPr/>
          </p:nvSpPr>
          <p:spPr>
            <a:xfrm>
              <a:off x="2456924" y="1750762"/>
              <a:ext cx="177408" cy="218219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1"/>
            <p:cNvSpPr/>
            <p:nvPr/>
          </p:nvSpPr>
          <p:spPr>
            <a:xfrm>
              <a:off x="2456924" y="1968982"/>
              <a:ext cx="177408" cy="13034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2"/>
            <p:cNvSpPr/>
            <p:nvPr/>
          </p:nvSpPr>
          <p:spPr>
            <a:xfrm>
              <a:off x="2456924" y="2099327"/>
              <a:ext cx="177408" cy="251947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rc43"/>
            <p:cNvSpPr/>
            <p:nvPr/>
          </p:nvSpPr>
          <p:spPr>
            <a:xfrm>
              <a:off x="2654045" y="1663743"/>
              <a:ext cx="177408" cy="24080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5" name="rc44"/>
            <p:cNvSpPr/>
            <p:nvPr/>
          </p:nvSpPr>
          <p:spPr>
            <a:xfrm>
              <a:off x="2654045" y="1904552"/>
              <a:ext cx="177408" cy="157584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6" name="rc45"/>
            <p:cNvSpPr/>
            <p:nvPr/>
          </p:nvSpPr>
          <p:spPr>
            <a:xfrm>
              <a:off x="2654045" y="2062137"/>
              <a:ext cx="177408" cy="255666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7" name="rc46"/>
            <p:cNvSpPr/>
            <p:nvPr/>
          </p:nvSpPr>
          <p:spPr>
            <a:xfrm>
              <a:off x="2851165" y="1564532"/>
              <a:ext cx="177408" cy="261565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8" name="rc47"/>
            <p:cNvSpPr/>
            <p:nvPr/>
          </p:nvSpPr>
          <p:spPr>
            <a:xfrm>
              <a:off x="2851165" y="1826098"/>
              <a:ext cx="177408" cy="19126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9" name="rc48"/>
            <p:cNvSpPr/>
            <p:nvPr/>
          </p:nvSpPr>
          <p:spPr>
            <a:xfrm>
              <a:off x="2851165" y="2017363"/>
              <a:ext cx="177408" cy="2601435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0" name="rc49"/>
            <p:cNvSpPr/>
            <p:nvPr/>
          </p:nvSpPr>
          <p:spPr>
            <a:xfrm>
              <a:off x="3048285" y="1464305"/>
              <a:ext cx="177408" cy="280531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rc50"/>
            <p:cNvSpPr/>
            <p:nvPr/>
          </p:nvSpPr>
          <p:spPr>
            <a:xfrm>
              <a:off x="3048285" y="1744837"/>
              <a:ext cx="177408" cy="225451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2" name="rc51"/>
            <p:cNvSpPr/>
            <p:nvPr/>
          </p:nvSpPr>
          <p:spPr>
            <a:xfrm>
              <a:off x="3048285" y="1970288"/>
              <a:ext cx="177408" cy="264851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3" name="rc52"/>
            <p:cNvSpPr/>
            <p:nvPr/>
          </p:nvSpPr>
          <p:spPr>
            <a:xfrm>
              <a:off x="3245405" y="1394831"/>
              <a:ext cx="177408" cy="293263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4" name="rc53"/>
            <p:cNvSpPr/>
            <p:nvPr/>
          </p:nvSpPr>
          <p:spPr>
            <a:xfrm>
              <a:off x="3245405" y="1688095"/>
              <a:ext cx="177408" cy="259681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5" name="rc54"/>
            <p:cNvSpPr/>
            <p:nvPr/>
          </p:nvSpPr>
          <p:spPr>
            <a:xfrm>
              <a:off x="3245405" y="1947777"/>
              <a:ext cx="177408" cy="267102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6" name="rc55"/>
            <p:cNvSpPr/>
            <p:nvPr/>
          </p:nvSpPr>
          <p:spPr>
            <a:xfrm>
              <a:off x="3442525" y="1303380"/>
              <a:ext cx="177408" cy="309033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7" name="rc56"/>
            <p:cNvSpPr/>
            <p:nvPr/>
          </p:nvSpPr>
          <p:spPr>
            <a:xfrm>
              <a:off x="3442525" y="1612413"/>
              <a:ext cx="177408" cy="294864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8" name="rc57"/>
            <p:cNvSpPr/>
            <p:nvPr/>
          </p:nvSpPr>
          <p:spPr>
            <a:xfrm>
              <a:off x="3442525" y="1907277"/>
              <a:ext cx="177408" cy="271152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9" name="rc58"/>
            <p:cNvSpPr/>
            <p:nvPr/>
          </p:nvSpPr>
          <p:spPr>
            <a:xfrm>
              <a:off x="3639645" y="1225201"/>
              <a:ext cx="177408" cy="326363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0" name="rc59"/>
            <p:cNvSpPr/>
            <p:nvPr/>
          </p:nvSpPr>
          <p:spPr>
            <a:xfrm>
              <a:off x="3639645" y="1551564"/>
              <a:ext cx="177408" cy="328412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0"/>
            <p:cNvSpPr/>
            <p:nvPr/>
          </p:nvSpPr>
          <p:spPr>
            <a:xfrm>
              <a:off x="3639645" y="1879977"/>
              <a:ext cx="177408" cy="273882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rc61"/>
            <p:cNvSpPr/>
            <p:nvPr/>
          </p:nvSpPr>
          <p:spPr>
            <a:xfrm>
              <a:off x="3836765" y="1133464"/>
              <a:ext cx="177408" cy="343710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3" name="rc62"/>
            <p:cNvSpPr/>
            <p:nvPr/>
          </p:nvSpPr>
          <p:spPr>
            <a:xfrm>
              <a:off x="3836765" y="1477175"/>
              <a:ext cx="177408" cy="362669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4" name="rc63"/>
            <p:cNvSpPr/>
            <p:nvPr/>
          </p:nvSpPr>
          <p:spPr>
            <a:xfrm>
              <a:off x="3836765" y="1839844"/>
              <a:ext cx="177408" cy="277895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5" name="rc64"/>
            <p:cNvSpPr/>
            <p:nvPr/>
          </p:nvSpPr>
          <p:spPr>
            <a:xfrm>
              <a:off x="4033885" y="1048018"/>
              <a:ext cx="177408" cy="35590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6" name="rc65"/>
            <p:cNvSpPr/>
            <p:nvPr/>
          </p:nvSpPr>
          <p:spPr>
            <a:xfrm>
              <a:off x="4033885" y="1403926"/>
              <a:ext cx="177408" cy="397094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7" name="rc66"/>
            <p:cNvSpPr/>
            <p:nvPr/>
          </p:nvSpPr>
          <p:spPr>
            <a:xfrm>
              <a:off x="4033885" y="1801021"/>
              <a:ext cx="177408" cy="281777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8" name="rc67"/>
            <p:cNvSpPr/>
            <p:nvPr/>
          </p:nvSpPr>
          <p:spPr>
            <a:xfrm>
              <a:off x="4231005" y="957464"/>
              <a:ext cx="177408" cy="365619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9" name="rc68"/>
            <p:cNvSpPr/>
            <p:nvPr/>
          </p:nvSpPr>
          <p:spPr>
            <a:xfrm>
              <a:off x="4231005" y="1323084"/>
              <a:ext cx="177408" cy="432656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0" name="rc69"/>
            <p:cNvSpPr/>
            <p:nvPr/>
          </p:nvSpPr>
          <p:spPr>
            <a:xfrm>
              <a:off x="4231005" y="1755740"/>
              <a:ext cx="177408" cy="286305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1" name="rc70"/>
            <p:cNvSpPr/>
            <p:nvPr/>
          </p:nvSpPr>
          <p:spPr>
            <a:xfrm>
              <a:off x="4428126" y="871909"/>
              <a:ext cx="177408" cy="372940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2" name="rc71"/>
            <p:cNvSpPr/>
            <p:nvPr/>
          </p:nvSpPr>
          <p:spPr>
            <a:xfrm>
              <a:off x="4428126" y="1244849"/>
              <a:ext cx="177408" cy="465999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3" name="rc72"/>
            <p:cNvSpPr/>
            <p:nvPr/>
          </p:nvSpPr>
          <p:spPr>
            <a:xfrm>
              <a:off x="4428126" y="1710849"/>
              <a:ext cx="177408" cy="2907950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4" name="rc73"/>
            <p:cNvSpPr/>
            <p:nvPr/>
          </p:nvSpPr>
          <p:spPr>
            <a:xfrm>
              <a:off x="4625246" y="806708"/>
              <a:ext cx="177408" cy="379243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5" name="rc74"/>
            <p:cNvSpPr/>
            <p:nvPr/>
          </p:nvSpPr>
          <p:spPr>
            <a:xfrm>
              <a:off x="4625246" y="1185951"/>
              <a:ext cx="177408" cy="500733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6" name="rc75"/>
            <p:cNvSpPr/>
            <p:nvPr/>
          </p:nvSpPr>
          <p:spPr>
            <a:xfrm>
              <a:off x="4625246" y="1686684"/>
              <a:ext cx="177408" cy="293211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7" name="rc76"/>
            <p:cNvSpPr/>
            <p:nvPr/>
          </p:nvSpPr>
          <p:spPr>
            <a:xfrm>
              <a:off x="4822366" y="742360"/>
              <a:ext cx="177408" cy="386678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8" name="rc77"/>
            <p:cNvSpPr/>
            <p:nvPr/>
          </p:nvSpPr>
          <p:spPr>
            <a:xfrm>
              <a:off x="4822366" y="1129039"/>
              <a:ext cx="177408" cy="535341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9" name="rc78"/>
            <p:cNvSpPr/>
            <p:nvPr/>
          </p:nvSpPr>
          <p:spPr>
            <a:xfrm>
              <a:off x="4822366" y="1664380"/>
              <a:ext cx="177408" cy="2954418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0" name="rc79"/>
            <p:cNvSpPr/>
            <p:nvPr/>
          </p:nvSpPr>
          <p:spPr>
            <a:xfrm>
              <a:off x="5019486" y="679563"/>
              <a:ext cx="177408" cy="391639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1" name="rc80"/>
            <p:cNvSpPr/>
            <p:nvPr/>
          </p:nvSpPr>
          <p:spPr>
            <a:xfrm>
              <a:off x="5019486" y="1071202"/>
              <a:ext cx="177408" cy="571372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2" name="rc81"/>
            <p:cNvSpPr/>
            <p:nvPr/>
          </p:nvSpPr>
          <p:spPr>
            <a:xfrm>
              <a:off x="5019486" y="1642574"/>
              <a:ext cx="177408" cy="2976224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3" name="rc82"/>
            <p:cNvSpPr/>
            <p:nvPr/>
          </p:nvSpPr>
          <p:spPr>
            <a:xfrm>
              <a:off x="5216606" y="594422"/>
              <a:ext cx="177408" cy="393056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4" name="rc83"/>
            <p:cNvSpPr/>
            <p:nvPr/>
          </p:nvSpPr>
          <p:spPr>
            <a:xfrm>
              <a:off x="5216606" y="987478"/>
              <a:ext cx="177408" cy="604535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5" name="rc84"/>
            <p:cNvSpPr/>
            <p:nvPr/>
          </p:nvSpPr>
          <p:spPr>
            <a:xfrm>
              <a:off x="5216606" y="1592014"/>
              <a:ext cx="177408" cy="3026785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6" name="rc85"/>
            <p:cNvSpPr/>
            <p:nvPr/>
          </p:nvSpPr>
          <p:spPr>
            <a:xfrm>
              <a:off x="5413726" y="515639"/>
              <a:ext cx="177408" cy="394082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7" name="rc86"/>
            <p:cNvSpPr/>
            <p:nvPr/>
          </p:nvSpPr>
          <p:spPr>
            <a:xfrm>
              <a:off x="5413726" y="909722"/>
              <a:ext cx="177408" cy="639186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8" name="rc87"/>
            <p:cNvSpPr/>
            <p:nvPr/>
          </p:nvSpPr>
          <p:spPr>
            <a:xfrm>
              <a:off x="5413726" y="1548909"/>
              <a:ext cx="177408" cy="3069889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9" name="rc88"/>
            <p:cNvSpPr/>
            <p:nvPr/>
          </p:nvSpPr>
          <p:spPr>
            <a:xfrm>
              <a:off x="5610846" y="439085"/>
              <a:ext cx="177408" cy="395183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0" name="rc89"/>
            <p:cNvSpPr/>
            <p:nvPr/>
          </p:nvSpPr>
          <p:spPr>
            <a:xfrm>
              <a:off x="5610846" y="834268"/>
              <a:ext cx="177408" cy="67343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1" name="rc90"/>
            <p:cNvSpPr/>
            <p:nvPr/>
          </p:nvSpPr>
          <p:spPr>
            <a:xfrm>
              <a:off x="5610846" y="1507706"/>
              <a:ext cx="177408" cy="311109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2" name="rc91"/>
            <p:cNvSpPr/>
            <p:nvPr/>
          </p:nvSpPr>
          <p:spPr>
            <a:xfrm>
              <a:off x="5807966" y="353227"/>
              <a:ext cx="177408" cy="399303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3" name="rc92"/>
            <p:cNvSpPr/>
            <p:nvPr/>
          </p:nvSpPr>
          <p:spPr>
            <a:xfrm>
              <a:off x="5807966" y="752531"/>
              <a:ext cx="177408" cy="710064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4" name="rc93"/>
            <p:cNvSpPr/>
            <p:nvPr/>
          </p:nvSpPr>
          <p:spPr>
            <a:xfrm>
              <a:off x="5807966" y="1462596"/>
              <a:ext cx="177408" cy="3156202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5" name="rc94"/>
            <p:cNvSpPr/>
            <p:nvPr/>
          </p:nvSpPr>
          <p:spPr>
            <a:xfrm>
              <a:off x="6005086" y="230436"/>
              <a:ext cx="177408" cy="402873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6" name="rc95"/>
            <p:cNvSpPr/>
            <p:nvPr/>
          </p:nvSpPr>
          <p:spPr>
            <a:xfrm>
              <a:off x="6005086" y="633310"/>
              <a:ext cx="177408" cy="74202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7" name="rc96"/>
            <p:cNvSpPr/>
            <p:nvPr/>
          </p:nvSpPr>
          <p:spPr>
            <a:xfrm>
              <a:off x="6005086" y="1375337"/>
              <a:ext cx="177408" cy="3243461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rc97"/>
            <p:cNvSpPr/>
            <p:nvPr/>
          </p:nvSpPr>
          <p:spPr>
            <a:xfrm>
              <a:off x="6202207" y="158346"/>
              <a:ext cx="177408" cy="407079"/>
            </a:xfrm>
            <a:prstGeom prst="rect">
              <a:avLst/>
            </a:prstGeom>
            <a:solidFill>
              <a:srgbClr val="F5B50C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98"/>
            <p:cNvSpPr/>
            <p:nvPr/>
          </p:nvSpPr>
          <p:spPr>
            <a:xfrm>
              <a:off x="6202207" y="565426"/>
              <a:ext cx="177408" cy="776327"/>
            </a:xfrm>
            <a:prstGeom prst="rect">
              <a:avLst/>
            </a:prstGeom>
            <a:solidFill>
              <a:srgbClr val="A1253E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99"/>
            <p:cNvSpPr/>
            <p:nvPr/>
          </p:nvSpPr>
          <p:spPr>
            <a:xfrm>
              <a:off x="6202207" y="1341753"/>
              <a:ext cx="177408" cy="3277046"/>
            </a:xfrm>
            <a:prstGeom prst="rect">
              <a:avLst/>
            </a:prstGeom>
            <a:solidFill>
              <a:srgbClr val="EF7900">
                <a:alpha val="100000"/>
              </a:srgbClr>
            </a:solidFill>
            <a:ln w="13550" cap="flat">
              <a:solidFill>
                <a:srgbClr val="FFFFF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pg100"/>
            <p:cNvSpPr/>
            <p:nvPr/>
          </p:nvSpPr>
          <p:spPr>
            <a:xfrm>
              <a:off x="6488031" y="231959"/>
              <a:ext cx="1379840" cy="259853"/>
            </a:xfrm>
            <a:custGeom>
              <a:avLst/>
              <a:pathLst>
                <a:path w="1379840" h="259853">
                  <a:moveTo>
                    <a:pt x="41148" y="259853"/>
                  </a:moveTo>
                  <a:lnTo>
                    <a:pt x="1373149" y="259853"/>
                  </a:lnTo>
                  <a:lnTo>
                    <a:pt x="1371492" y="259820"/>
                  </a:lnTo>
                  <a:lnTo>
                    <a:pt x="1378109" y="259553"/>
                  </a:lnTo>
                  <a:lnTo>
                    <a:pt x="1379840" y="259200"/>
                  </a:lnTo>
                  <a:lnTo>
                    <a:pt x="1379840" y="653"/>
                  </a:lnTo>
                  <a:lnTo>
                    <a:pt x="1378109" y="300"/>
                  </a:lnTo>
                  <a:lnTo>
                    <a:pt x="1373149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218705"/>
                  </a:lnTo>
                  <a:lnTo>
                    <a:pt x="133" y="215394"/>
                  </a:lnTo>
                  <a:lnTo>
                    <a:pt x="133" y="222016"/>
                  </a:lnTo>
                  <a:lnTo>
                    <a:pt x="1195" y="228553"/>
                  </a:lnTo>
                  <a:lnTo>
                    <a:pt x="3292" y="234834"/>
                  </a:lnTo>
                  <a:lnTo>
                    <a:pt x="6370" y="240698"/>
                  </a:lnTo>
                  <a:lnTo>
                    <a:pt x="10348" y="245992"/>
                  </a:lnTo>
                  <a:lnTo>
                    <a:pt x="15124" y="250579"/>
                  </a:lnTo>
                  <a:lnTo>
                    <a:pt x="20574" y="254341"/>
                  </a:lnTo>
                  <a:lnTo>
                    <a:pt x="26556" y="257179"/>
                  </a:lnTo>
                  <a:lnTo>
                    <a:pt x="32917" y="259022"/>
                  </a:lnTo>
                  <a:lnTo>
                    <a:pt x="39491" y="25982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2" name="tx101"/>
            <p:cNvSpPr/>
            <p:nvPr/>
          </p:nvSpPr>
          <p:spPr>
            <a:xfrm>
              <a:off x="6506319" y="274598"/>
              <a:ext cx="1359433" cy="1691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F5B50C">
                      <a:alpha val="100000"/>
                    </a:srgbClr>
                  </a:solidFill>
                  <a:latin typeface="Arial"/>
                  <a:cs typeface="Arial"/>
                </a:rPr>
                <a:t>Electrification</a:t>
              </a:r>
            </a:p>
          </p:txBody>
        </p:sp>
        <p:sp>
          <p:nvSpPr>
            <p:cNvPr id="103" name="pg102"/>
            <p:cNvSpPr/>
            <p:nvPr/>
          </p:nvSpPr>
          <p:spPr>
            <a:xfrm>
              <a:off x="6488031" y="713934"/>
              <a:ext cx="880748" cy="479309"/>
            </a:xfrm>
            <a:custGeom>
              <a:avLst/>
              <a:pathLst>
                <a:path w="880748" h="479309">
                  <a:moveTo>
                    <a:pt x="41148" y="479309"/>
                  </a:moveTo>
                  <a:lnTo>
                    <a:pt x="839600" y="479309"/>
                  </a:lnTo>
                  <a:lnTo>
                    <a:pt x="837943" y="479276"/>
                  </a:lnTo>
                  <a:lnTo>
                    <a:pt x="844560" y="479009"/>
                  </a:lnTo>
                  <a:lnTo>
                    <a:pt x="851048" y="477685"/>
                  </a:lnTo>
                  <a:lnTo>
                    <a:pt x="857240" y="475337"/>
                  </a:lnTo>
                  <a:lnTo>
                    <a:pt x="862975" y="472026"/>
                  </a:lnTo>
                  <a:lnTo>
                    <a:pt x="868104" y="467837"/>
                  </a:lnTo>
                  <a:lnTo>
                    <a:pt x="872495" y="462881"/>
                  </a:lnTo>
                  <a:lnTo>
                    <a:pt x="876035" y="457284"/>
                  </a:lnTo>
                  <a:lnTo>
                    <a:pt x="878630" y="451192"/>
                  </a:lnTo>
                  <a:lnTo>
                    <a:pt x="880215" y="444762"/>
                  </a:lnTo>
                  <a:lnTo>
                    <a:pt x="880748" y="438161"/>
                  </a:lnTo>
                  <a:lnTo>
                    <a:pt x="880748" y="41147"/>
                  </a:lnTo>
                  <a:lnTo>
                    <a:pt x="880215" y="34547"/>
                  </a:lnTo>
                  <a:lnTo>
                    <a:pt x="878630" y="28117"/>
                  </a:lnTo>
                  <a:lnTo>
                    <a:pt x="876035" y="22025"/>
                  </a:lnTo>
                  <a:lnTo>
                    <a:pt x="872495" y="16428"/>
                  </a:lnTo>
                  <a:lnTo>
                    <a:pt x="868104" y="11471"/>
                  </a:lnTo>
                  <a:lnTo>
                    <a:pt x="862975" y="7283"/>
                  </a:lnTo>
                  <a:lnTo>
                    <a:pt x="857240" y="3972"/>
                  </a:lnTo>
                  <a:lnTo>
                    <a:pt x="851048" y="1624"/>
                  </a:lnTo>
                  <a:lnTo>
                    <a:pt x="844560" y="300"/>
                  </a:lnTo>
                  <a:lnTo>
                    <a:pt x="83960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7"/>
                  </a:lnTo>
                  <a:lnTo>
                    <a:pt x="0" y="438161"/>
                  </a:lnTo>
                  <a:lnTo>
                    <a:pt x="133" y="434850"/>
                  </a:lnTo>
                  <a:lnTo>
                    <a:pt x="133" y="441472"/>
                  </a:lnTo>
                  <a:lnTo>
                    <a:pt x="1195" y="448009"/>
                  </a:lnTo>
                  <a:lnTo>
                    <a:pt x="3292" y="454290"/>
                  </a:lnTo>
                  <a:lnTo>
                    <a:pt x="6370" y="460154"/>
                  </a:lnTo>
                  <a:lnTo>
                    <a:pt x="10348" y="465448"/>
                  </a:lnTo>
                  <a:lnTo>
                    <a:pt x="15124" y="470035"/>
                  </a:lnTo>
                  <a:lnTo>
                    <a:pt x="20574" y="473797"/>
                  </a:lnTo>
                  <a:lnTo>
                    <a:pt x="26556" y="476635"/>
                  </a:lnTo>
                  <a:lnTo>
                    <a:pt x="32917" y="478478"/>
                  </a:lnTo>
                  <a:lnTo>
                    <a:pt x="39491" y="4792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tx103"/>
            <p:cNvSpPr/>
            <p:nvPr/>
          </p:nvSpPr>
          <p:spPr>
            <a:xfrm>
              <a:off x="6506319" y="759364"/>
              <a:ext cx="749424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Arial"/>
                  <a:cs typeface="Arial"/>
                </a:rPr>
                <a:t>Electric</a:t>
              </a:r>
            </a:p>
          </p:txBody>
        </p:sp>
        <p:sp>
          <p:nvSpPr>
            <p:cNvPr id="105" name="tx104"/>
            <p:cNvSpPr/>
            <p:nvPr/>
          </p:nvSpPr>
          <p:spPr>
            <a:xfrm>
              <a:off x="6506319" y="978820"/>
              <a:ext cx="825884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A1253E">
                      <a:alpha val="100000"/>
                    </a:srgbClr>
                  </a:solidFill>
                  <a:latin typeface="Arial"/>
                  <a:cs typeface="Arial"/>
                </a:rPr>
                <a:t>vehicles</a:t>
              </a:r>
            </a:p>
          </p:txBody>
        </p:sp>
        <p:sp>
          <p:nvSpPr>
            <p:cNvPr id="106" name="pg105"/>
            <p:cNvSpPr/>
            <p:nvPr/>
          </p:nvSpPr>
          <p:spPr>
            <a:xfrm>
              <a:off x="6488031" y="2740621"/>
              <a:ext cx="1351008" cy="479309"/>
            </a:xfrm>
            <a:custGeom>
              <a:avLst/>
              <a:pathLst>
                <a:path w="1351008" h="479309">
                  <a:moveTo>
                    <a:pt x="41148" y="479309"/>
                  </a:moveTo>
                  <a:lnTo>
                    <a:pt x="1309860" y="479309"/>
                  </a:lnTo>
                  <a:lnTo>
                    <a:pt x="1308203" y="479276"/>
                  </a:lnTo>
                  <a:lnTo>
                    <a:pt x="1314819" y="479009"/>
                  </a:lnTo>
                  <a:lnTo>
                    <a:pt x="1321308" y="477685"/>
                  </a:lnTo>
                  <a:lnTo>
                    <a:pt x="1327499" y="475337"/>
                  </a:lnTo>
                  <a:lnTo>
                    <a:pt x="1333234" y="472026"/>
                  </a:lnTo>
                  <a:lnTo>
                    <a:pt x="1338364" y="467837"/>
                  </a:lnTo>
                  <a:lnTo>
                    <a:pt x="1342755" y="462881"/>
                  </a:lnTo>
                  <a:lnTo>
                    <a:pt x="1346294" y="457284"/>
                  </a:lnTo>
                  <a:lnTo>
                    <a:pt x="1348890" y="451192"/>
                  </a:lnTo>
                  <a:lnTo>
                    <a:pt x="1350475" y="444762"/>
                  </a:lnTo>
                  <a:lnTo>
                    <a:pt x="1351008" y="438161"/>
                  </a:lnTo>
                  <a:lnTo>
                    <a:pt x="1351008" y="41148"/>
                  </a:lnTo>
                  <a:lnTo>
                    <a:pt x="1350475" y="34547"/>
                  </a:lnTo>
                  <a:lnTo>
                    <a:pt x="1348890" y="28117"/>
                  </a:lnTo>
                  <a:lnTo>
                    <a:pt x="1346294" y="22025"/>
                  </a:lnTo>
                  <a:lnTo>
                    <a:pt x="1342755" y="16428"/>
                  </a:lnTo>
                  <a:lnTo>
                    <a:pt x="1338364" y="11471"/>
                  </a:lnTo>
                  <a:lnTo>
                    <a:pt x="1333234" y="7283"/>
                  </a:lnTo>
                  <a:lnTo>
                    <a:pt x="1327499" y="3972"/>
                  </a:lnTo>
                  <a:lnTo>
                    <a:pt x="1321308" y="1624"/>
                  </a:lnTo>
                  <a:lnTo>
                    <a:pt x="1314819" y="300"/>
                  </a:lnTo>
                  <a:lnTo>
                    <a:pt x="1309860" y="0"/>
                  </a:lnTo>
                  <a:lnTo>
                    <a:pt x="41148" y="0"/>
                  </a:lnTo>
                  <a:lnTo>
                    <a:pt x="46107" y="300"/>
                  </a:lnTo>
                  <a:lnTo>
                    <a:pt x="39491" y="33"/>
                  </a:lnTo>
                  <a:lnTo>
                    <a:pt x="32917" y="831"/>
                  </a:lnTo>
                  <a:lnTo>
                    <a:pt x="26556" y="2673"/>
                  </a:lnTo>
                  <a:lnTo>
                    <a:pt x="20574" y="5512"/>
                  </a:lnTo>
                  <a:lnTo>
                    <a:pt x="15124" y="9274"/>
                  </a:lnTo>
                  <a:lnTo>
                    <a:pt x="10348" y="13861"/>
                  </a:lnTo>
                  <a:lnTo>
                    <a:pt x="6370" y="19155"/>
                  </a:lnTo>
                  <a:lnTo>
                    <a:pt x="3292" y="25019"/>
                  </a:lnTo>
                  <a:lnTo>
                    <a:pt x="1195" y="31300"/>
                  </a:lnTo>
                  <a:lnTo>
                    <a:pt x="133" y="37836"/>
                  </a:lnTo>
                  <a:lnTo>
                    <a:pt x="0" y="41148"/>
                  </a:lnTo>
                  <a:lnTo>
                    <a:pt x="0" y="438161"/>
                  </a:lnTo>
                  <a:lnTo>
                    <a:pt x="133" y="434850"/>
                  </a:lnTo>
                  <a:lnTo>
                    <a:pt x="133" y="441472"/>
                  </a:lnTo>
                  <a:lnTo>
                    <a:pt x="1195" y="448009"/>
                  </a:lnTo>
                  <a:lnTo>
                    <a:pt x="3292" y="454290"/>
                  </a:lnTo>
                  <a:lnTo>
                    <a:pt x="6370" y="460154"/>
                  </a:lnTo>
                  <a:lnTo>
                    <a:pt x="10348" y="465448"/>
                  </a:lnTo>
                  <a:lnTo>
                    <a:pt x="15124" y="470035"/>
                  </a:lnTo>
                  <a:lnTo>
                    <a:pt x="20574" y="473797"/>
                  </a:lnTo>
                  <a:lnTo>
                    <a:pt x="26556" y="476635"/>
                  </a:lnTo>
                  <a:lnTo>
                    <a:pt x="32917" y="478478"/>
                  </a:lnTo>
                  <a:lnTo>
                    <a:pt x="39491" y="47927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tx106"/>
            <p:cNvSpPr/>
            <p:nvPr/>
          </p:nvSpPr>
          <p:spPr>
            <a:xfrm>
              <a:off x="6506319" y="2786051"/>
              <a:ext cx="838609" cy="1663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All other</a:t>
              </a:r>
            </a:p>
          </p:txBody>
        </p:sp>
        <p:sp>
          <p:nvSpPr>
            <p:cNvPr id="108" name="tx107"/>
            <p:cNvSpPr/>
            <p:nvPr/>
          </p:nvSpPr>
          <p:spPr>
            <a:xfrm>
              <a:off x="6506319" y="2962756"/>
              <a:ext cx="1296144" cy="209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EF7900">
                      <a:alpha val="100000"/>
                    </a:srgbClr>
                  </a:solidFill>
                  <a:latin typeface="Arial"/>
                  <a:cs typeface="Arial"/>
                </a:rPr>
                <a:t>consumption</a:t>
              </a:r>
            </a:p>
          </p:txBody>
        </p:sp>
        <p:sp>
          <p:nvSpPr>
            <p:cNvPr id="109" name="tx108"/>
            <p:cNvSpPr/>
            <p:nvPr/>
          </p:nvSpPr>
          <p:spPr>
            <a:xfrm>
              <a:off x="256101" y="4533520"/>
              <a:ext cx="127136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10" name="tx109"/>
            <p:cNvSpPr/>
            <p:nvPr/>
          </p:nvSpPr>
          <p:spPr>
            <a:xfrm>
              <a:off x="1828" y="3516183"/>
              <a:ext cx="38140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111" name="tx110"/>
            <p:cNvSpPr/>
            <p:nvPr/>
          </p:nvSpPr>
          <p:spPr>
            <a:xfrm>
              <a:off x="1828" y="2498846"/>
              <a:ext cx="38140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112" name="tx111"/>
            <p:cNvSpPr/>
            <p:nvPr/>
          </p:nvSpPr>
          <p:spPr>
            <a:xfrm>
              <a:off x="1828" y="1481397"/>
              <a:ext cx="381409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113" name="tx112"/>
            <p:cNvSpPr/>
            <p:nvPr/>
          </p:nvSpPr>
          <p:spPr>
            <a:xfrm>
              <a:off x="1828" y="464171"/>
              <a:ext cx="381409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114" name="pl113"/>
            <p:cNvSpPr/>
            <p:nvPr/>
          </p:nvSpPr>
          <p:spPr>
            <a:xfrm>
              <a:off x="485723" y="4618799"/>
              <a:ext cx="7382148" cy="0"/>
            </a:xfrm>
            <a:custGeom>
              <a:avLst/>
              <a:pathLst>
                <a:path w="7382148" h="0">
                  <a:moveTo>
                    <a:pt x="0" y="0"/>
                  </a:moveTo>
                  <a:lnTo>
                    <a:pt x="7382148" y="0"/>
                  </a:lnTo>
                </a:path>
              </a:pathLst>
            </a:custGeom>
            <a:ln w="952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574427" y="4618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1560028" y="4618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6"/>
            <p:cNvSpPr/>
            <p:nvPr/>
          </p:nvSpPr>
          <p:spPr>
            <a:xfrm>
              <a:off x="2545628" y="4618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7"/>
            <p:cNvSpPr/>
            <p:nvPr/>
          </p:nvSpPr>
          <p:spPr>
            <a:xfrm>
              <a:off x="3531229" y="4618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8"/>
            <p:cNvSpPr/>
            <p:nvPr/>
          </p:nvSpPr>
          <p:spPr>
            <a:xfrm>
              <a:off x="4516830" y="4618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19"/>
            <p:cNvSpPr/>
            <p:nvPr/>
          </p:nvSpPr>
          <p:spPr>
            <a:xfrm>
              <a:off x="5502430" y="4618799"/>
              <a:ext cx="0" cy="56936"/>
            </a:xfrm>
            <a:custGeom>
              <a:avLst/>
              <a:pathLst>
                <a:path w="0" h="56936">
                  <a:moveTo>
                    <a:pt x="0" y="56936"/>
                  </a:moveTo>
                  <a:lnTo>
                    <a:pt x="0" y="0"/>
                  </a:lnTo>
                </a:path>
              </a:pathLst>
            </a:custGeom>
            <a:ln w="7143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tx120"/>
            <p:cNvSpPr/>
            <p:nvPr/>
          </p:nvSpPr>
          <p:spPr>
            <a:xfrm>
              <a:off x="320154" y="47178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2025</a:t>
              </a:r>
            </a:p>
          </p:txBody>
        </p:sp>
        <p:sp>
          <p:nvSpPr>
            <p:cNvPr id="122" name="tx121"/>
            <p:cNvSpPr/>
            <p:nvPr/>
          </p:nvSpPr>
          <p:spPr>
            <a:xfrm>
              <a:off x="1305755" y="47177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2030</a:t>
              </a:r>
            </a:p>
          </p:txBody>
        </p:sp>
        <p:sp>
          <p:nvSpPr>
            <p:cNvPr id="123" name="tx122"/>
            <p:cNvSpPr/>
            <p:nvPr/>
          </p:nvSpPr>
          <p:spPr>
            <a:xfrm>
              <a:off x="2291356" y="4717713"/>
              <a:ext cx="508545" cy="1672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2035</a:t>
              </a:r>
            </a:p>
          </p:txBody>
        </p:sp>
        <p:sp>
          <p:nvSpPr>
            <p:cNvPr id="124" name="tx123"/>
            <p:cNvSpPr/>
            <p:nvPr/>
          </p:nvSpPr>
          <p:spPr>
            <a:xfrm>
              <a:off x="3276956" y="47178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2040</a:t>
              </a:r>
            </a:p>
          </p:txBody>
        </p:sp>
        <p:sp>
          <p:nvSpPr>
            <p:cNvPr id="125" name="tx124"/>
            <p:cNvSpPr/>
            <p:nvPr/>
          </p:nvSpPr>
          <p:spPr>
            <a:xfrm>
              <a:off x="4262557" y="47178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2045</a:t>
              </a:r>
            </a:p>
          </p:txBody>
        </p:sp>
        <p:sp>
          <p:nvSpPr>
            <p:cNvPr id="126" name="tx125"/>
            <p:cNvSpPr/>
            <p:nvPr/>
          </p:nvSpPr>
          <p:spPr>
            <a:xfrm>
              <a:off x="5248157" y="4717824"/>
              <a:ext cx="508545" cy="16709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2050</a:t>
              </a:r>
            </a:p>
          </p:txBody>
        </p:sp>
      </p:grpSp>
      <p:sp>
        <p:nvSpPr>
          <p:cNvPr id="127" name="Title 1"/>
          <p:cNvSpPr>
            <a:spLocks noGrp="1"/>
          </p:cNvSpPr>
          <p:nvPr>
            <p:ph type="title" hasCustomPrompt="1"/>
          </p:nvPr>
        </p:nvSpPr>
        <p:spPr>
          <a:xfrm>
            <a:off x="0" y="-1608666"/>
            <a:ext cx="7977188" cy="667062"/>
          </a:xfrm>
        </p:spPr>
        <p:txBody>
          <a:bodyPr/>
          <a:lstStyle/>
          <a:p>
            <a:r>
              <a:rPr/>
              <a:t>Electric vehicles and electrification will drive much of the growth in electricity consumption</a:t>
            </a:r>
          </a:p>
        </p:txBody>
      </p:sp>
      <p:sp>
        <p:nvSpPr>
          <p:cNvPr id="128" name="Caption Placeholder 1"/>
          <p:cNvSpPr>
            <a:spLocks noGrp="1"/>
          </p:cNvSpPr>
          <p:nvPr>
            <p:ph sz="quarter" idx="10"/>
          </p:nvPr>
        </p:nvSpPr>
        <p:spPr>
          <a:xfrm>
            <a:off x="8362950" y="-1755775"/>
            <a:ext cx="2860675" cy="665162"/>
          </a:xfrm>
        </p:spPr>
        <p:txBody>
          <a:bodyPr/>
          <a:lstStyle/>
          <a:p>
            <a:r>
              <a:rPr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0</Words>
  <Application>Microsoft Macintosh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Matt Cowgill</dc:creator>
  <cp:lastModifiedBy/>
  <cp:revision>37</cp:revision>
  <dcterms:created xsi:type="dcterms:W3CDTF">2019-02-12T04:35:04Z</dcterms:created>
  <dcterms:modified xsi:type="dcterms:W3CDTF">2025-05-09T16:11:03Z</dcterms:modified>
</cp:coreProperties>
</file>