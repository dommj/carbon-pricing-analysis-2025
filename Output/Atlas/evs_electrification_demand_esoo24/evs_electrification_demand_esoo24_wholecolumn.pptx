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7977188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59" d="100"/>
          <a:sy n="59" d="100"/>
        </p:scale>
        <p:origin x="289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C:\Users\domijones\OneDrive - The University of Melbourne\Energy\Analysis\analysis_cp_dj_2025\Output\Atlas\evs_electrification_demand_esoo24\evs_electrification_demand_esoo24_wholecolumn.pptx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1305527"/>
            <a:ext cx="6780610" cy="2777243"/>
          </a:xfrm>
        </p:spPr>
        <p:txBody>
          <a:bodyPr anchor="b"/>
          <a:lstStyle>
            <a:lvl1pPr algn="ctr"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4189871"/>
            <a:ext cx="5982891" cy="1925973"/>
          </a:xfrm>
        </p:spPr>
        <p:txBody>
          <a:bodyPr/>
          <a:lstStyle>
            <a:lvl1pPr marL="0" indent="0" algn="ctr">
              <a:buNone/>
              <a:defRPr sz="2094"/>
            </a:lvl1pPr>
            <a:lvl2pPr marL="398861" indent="0" algn="ctr">
              <a:buNone/>
              <a:defRPr sz="1745"/>
            </a:lvl2pPr>
            <a:lvl3pPr marL="797723" indent="0" algn="ctr">
              <a:buNone/>
              <a:defRPr sz="1570"/>
            </a:lvl3pPr>
            <a:lvl4pPr marL="1196584" indent="0" algn="ctr">
              <a:buNone/>
              <a:defRPr sz="1396"/>
            </a:lvl4pPr>
            <a:lvl5pPr marL="1595445" indent="0" algn="ctr">
              <a:buNone/>
              <a:defRPr sz="1396"/>
            </a:lvl5pPr>
            <a:lvl6pPr marL="1994306" indent="0" algn="ctr">
              <a:buNone/>
              <a:defRPr sz="1396"/>
            </a:lvl6pPr>
            <a:lvl7pPr marL="2393168" indent="0" algn="ctr">
              <a:buNone/>
              <a:defRPr sz="1396"/>
            </a:lvl7pPr>
            <a:lvl8pPr marL="2792029" indent="0" algn="ctr">
              <a:buNone/>
              <a:defRPr sz="1396"/>
            </a:lvl8pPr>
            <a:lvl9pPr marL="3190890" indent="0" algn="ctr">
              <a:buNone/>
              <a:defRPr sz="13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988760"/>
            <a:ext cx="6880325" cy="3318288"/>
          </a:xfrm>
        </p:spPr>
        <p:txBody>
          <a:bodyPr anchor="b"/>
          <a:lstStyle>
            <a:lvl1pPr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5338440"/>
            <a:ext cx="6880325" cy="1745009"/>
          </a:xfrm>
        </p:spPr>
        <p:txBody>
          <a:bodyPr/>
          <a:lstStyle>
            <a:lvl1pPr marL="0" indent="0">
              <a:buNone/>
              <a:defRPr sz="2094">
                <a:solidFill>
                  <a:schemeClr val="tx1"/>
                </a:solidFill>
              </a:defRPr>
            </a:lvl1pPr>
            <a:lvl2pPr marL="398861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7723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658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595445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199430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393168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279202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19089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7977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CB53B34F-3514-88FE-3AF1-811EBBCF08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2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7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3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55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424713"/>
            <a:ext cx="6880325" cy="154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2123557"/>
            <a:ext cx="6880325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432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2444" y="7393673"/>
            <a:ext cx="2692301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33889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797723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99431" indent="-199431" algn="l" defTabSz="797723" rtl="0" eaLnBrk="1" latinLnBrk="0" hangingPunct="1">
        <a:lnSpc>
          <a:spcPct val="90000"/>
        </a:lnSpc>
        <a:spcBef>
          <a:spcPts val="87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98292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97153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96014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94876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193737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2598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91460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90321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861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7723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6584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5445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4306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3168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92029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9089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42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15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/>
          <a:p>
            <a:r>
              <a:rPr/>
              <a:t>Electricity consumption (TWh) in the NEM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7977600"/>
            <a:chOff x="0" y="0"/>
            <a:chExt cx="79776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85723" y="91440"/>
              <a:ext cx="7382148" cy="72849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5723" y="7376399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  <a:lnTo>
                    <a:pt x="73821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485723" y="5739405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  <a:lnTo>
                    <a:pt x="73821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485723" y="4102410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  <a:lnTo>
                    <a:pt x="73821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5723" y="2465416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  <a:lnTo>
                    <a:pt x="73821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85723" y="828422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  <a:lnTo>
                    <a:pt x="73821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85723" y="3945621"/>
              <a:ext cx="177408" cy="2384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485723" y="3969465"/>
              <a:ext cx="177408" cy="1177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485723" y="3981237"/>
              <a:ext cx="177408" cy="339516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682843" y="3862105"/>
              <a:ext cx="177408" cy="6506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682843" y="3927168"/>
              <a:ext cx="177408" cy="2043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682843" y="3947606"/>
              <a:ext cx="177408" cy="342879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879963" y="3758989"/>
              <a:ext cx="177408" cy="11204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879963" y="3871033"/>
              <a:ext cx="177408" cy="3210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879963" y="3903142"/>
              <a:ext cx="177408" cy="347325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1077084" y="3668424"/>
              <a:ext cx="177408" cy="15284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1077084" y="3821270"/>
              <a:ext cx="177408" cy="4710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1077084" y="3868379"/>
              <a:ext cx="177408" cy="350801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1274204" y="3586837"/>
              <a:ext cx="177408" cy="19690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1274204" y="3783743"/>
              <a:ext cx="177408" cy="6429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1274204" y="3848043"/>
              <a:ext cx="177408" cy="352835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1471324" y="3474770"/>
              <a:ext cx="177408" cy="22965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1471324" y="3704426"/>
              <a:ext cx="177408" cy="8385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1471324" y="3788286"/>
              <a:ext cx="177408" cy="358811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1668444" y="3342081"/>
              <a:ext cx="177408" cy="25812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1668444" y="3600205"/>
              <a:ext cx="177408" cy="10570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1668444" y="3705912"/>
              <a:ext cx="177408" cy="367048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1865564" y="3194576"/>
              <a:ext cx="177408" cy="28399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1865564" y="3478575"/>
              <a:ext cx="177408" cy="12962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1865564" y="3608202"/>
              <a:ext cx="177408" cy="376819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062684" y="3023618"/>
              <a:ext cx="177408" cy="30731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062684" y="3330931"/>
              <a:ext cx="177408" cy="15446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062684" y="3485396"/>
              <a:ext cx="177408" cy="389100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2259804" y="2864790"/>
              <a:ext cx="177408" cy="33224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2259804" y="3197035"/>
              <a:ext cx="177408" cy="18121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2259804" y="3378250"/>
              <a:ext cx="177408" cy="399814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2456924" y="2761450"/>
              <a:ext cx="177408" cy="35113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2456924" y="3112587"/>
              <a:ext cx="177408" cy="20973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2456924" y="3322325"/>
              <a:ext cx="177408" cy="405407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2654045" y="2621428"/>
              <a:ext cx="177408" cy="38748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2654045" y="3008913"/>
              <a:ext cx="177408" cy="25356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2654045" y="3262482"/>
              <a:ext cx="177408" cy="411391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2851165" y="2461788"/>
              <a:ext cx="177408" cy="42088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2851165" y="2882673"/>
              <a:ext cx="177408" cy="30776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2851165" y="3190438"/>
              <a:ext cx="177408" cy="418596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048285" y="2300513"/>
              <a:ext cx="177408" cy="45140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048285" y="2751916"/>
              <a:ext cx="177408" cy="36277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048285" y="3114689"/>
              <a:ext cx="177408" cy="426170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245405" y="2188723"/>
              <a:ext cx="177408" cy="47188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245405" y="2660613"/>
              <a:ext cx="177408" cy="41785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245405" y="3078466"/>
              <a:ext cx="177408" cy="429793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442525" y="2041569"/>
              <a:ext cx="177408" cy="49726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442525" y="2538834"/>
              <a:ext cx="177408" cy="47446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442525" y="3013298"/>
              <a:ext cx="177408" cy="436310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639645" y="1915771"/>
              <a:ext cx="177408" cy="52515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639645" y="2440922"/>
              <a:ext cx="177408" cy="52844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639645" y="2969370"/>
              <a:ext cx="177408" cy="440702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836765" y="1768158"/>
              <a:ext cx="177408" cy="55306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836765" y="2321221"/>
              <a:ext cx="177408" cy="58357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836765" y="2904792"/>
              <a:ext cx="177408" cy="447160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4033885" y="1630667"/>
              <a:ext cx="177408" cy="57269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4033885" y="2203358"/>
              <a:ext cx="177408" cy="63896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4033885" y="2842321"/>
              <a:ext cx="177408" cy="453407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4231005" y="1484956"/>
              <a:ext cx="177408" cy="58831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4231005" y="2073274"/>
              <a:ext cx="177408" cy="69618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4231005" y="2769460"/>
              <a:ext cx="177408" cy="460693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4428126" y="1347290"/>
              <a:ext cx="177408" cy="60009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4428126" y="1947388"/>
              <a:ext cx="177408" cy="74983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4428126" y="2697226"/>
              <a:ext cx="177408" cy="467917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4625246" y="1242375"/>
              <a:ext cx="177408" cy="61023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4625246" y="1852614"/>
              <a:ext cx="177408" cy="80572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4625246" y="2658342"/>
              <a:ext cx="177408" cy="471805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4822366" y="1138834"/>
              <a:ext cx="177408" cy="62220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4822366" y="1761037"/>
              <a:ext cx="177408" cy="86141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4822366" y="2622453"/>
              <a:ext cx="177408" cy="475394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5019486" y="1037787"/>
              <a:ext cx="177408" cy="63018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5019486" y="1667972"/>
              <a:ext cx="177408" cy="91939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5019486" y="2587366"/>
              <a:ext cx="177408" cy="478903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5216606" y="900787"/>
              <a:ext cx="177408" cy="63246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5216606" y="1533253"/>
              <a:ext cx="177408" cy="97275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5216606" y="2506009"/>
              <a:ext cx="177408" cy="487039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5413726" y="774018"/>
              <a:ext cx="177408" cy="63411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5413726" y="1408135"/>
              <a:ext cx="177408" cy="102851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5413726" y="2436649"/>
              <a:ext cx="177408" cy="49397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5610846" y="650834"/>
              <a:ext cx="177408" cy="63588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5610846" y="1286723"/>
              <a:ext cx="177408" cy="108362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5610846" y="2370349"/>
              <a:ext cx="177408" cy="50060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5807966" y="512682"/>
              <a:ext cx="177408" cy="64251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5807966" y="1155200"/>
              <a:ext cx="177408" cy="114256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5807966" y="2297763"/>
              <a:ext cx="177408" cy="507863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6005086" y="315098"/>
              <a:ext cx="177408" cy="64826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6005086" y="963361"/>
              <a:ext cx="177408" cy="119399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6005086" y="2157355"/>
              <a:ext cx="177408" cy="521904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6202207" y="199099"/>
              <a:ext cx="177408" cy="65503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6202207" y="854129"/>
              <a:ext cx="177408" cy="124918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6202207" y="2103315"/>
              <a:ext cx="177408" cy="527308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6488031" y="396687"/>
              <a:ext cx="1379840" cy="259853"/>
            </a:xfrm>
            <a:custGeom>
              <a:avLst/>
              <a:pathLst>
                <a:path w="1379840" h="259853">
                  <a:moveTo>
                    <a:pt x="41148" y="259853"/>
                  </a:moveTo>
                  <a:lnTo>
                    <a:pt x="1373149" y="259853"/>
                  </a:lnTo>
                  <a:lnTo>
                    <a:pt x="1371492" y="259820"/>
                  </a:lnTo>
                  <a:lnTo>
                    <a:pt x="1378109" y="259553"/>
                  </a:lnTo>
                  <a:lnTo>
                    <a:pt x="1379840" y="259200"/>
                  </a:lnTo>
                  <a:lnTo>
                    <a:pt x="1379840" y="653"/>
                  </a:lnTo>
                  <a:lnTo>
                    <a:pt x="1378109" y="300"/>
                  </a:lnTo>
                  <a:lnTo>
                    <a:pt x="137314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tx101"/>
            <p:cNvSpPr/>
            <p:nvPr/>
          </p:nvSpPr>
          <p:spPr>
            <a:xfrm>
              <a:off x="6506319" y="439326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103" name="pg102"/>
            <p:cNvSpPr/>
            <p:nvPr/>
          </p:nvSpPr>
          <p:spPr>
            <a:xfrm>
              <a:off x="6488031" y="1239067"/>
              <a:ext cx="880748" cy="479309"/>
            </a:xfrm>
            <a:custGeom>
              <a:avLst/>
              <a:pathLst>
                <a:path w="880748" h="479309">
                  <a:moveTo>
                    <a:pt x="41148" y="479309"/>
                  </a:moveTo>
                  <a:lnTo>
                    <a:pt x="839600" y="479309"/>
                  </a:lnTo>
                  <a:lnTo>
                    <a:pt x="837943" y="479276"/>
                  </a:lnTo>
                  <a:lnTo>
                    <a:pt x="844560" y="479009"/>
                  </a:lnTo>
                  <a:lnTo>
                    <a:pt x="851048" y="477685"/>
                  </a:lnTo>
                  <a:lnTo>
                    <a:pt x="857240" y="475337"/>
                  </a:lnTo>
                  <a:lnTo>
                    <a:pt x="862975" y="472026"/>
                  </a:lnTo>
                  <a:lnTo>
                    <a:pt x="868104" y="467837"/>
                  </a:lnTo>
                  <a:lnTo>
                    <a:pt x="872495" y="462881"/>
                  </a:lnTo>
                  <a:lnTo>
                    <a:pt x="876035" y="457284"/>
                  </a:lnTo>
                  <a:lnTo>
                    <a:pt x="878630" y="451192"/>
                  </a:lnTo>
                  <a:lnTo>
                    <a:pt x="880215" y="444762"/>
                  </a:lnTo>
                  <a:lnTo>
                    <a:pt x="880748" y="438161"/>
                  </a:lnTo>
                  <a:lnTo>
                    <a:pt x="880748" y="41148"/>
                  </a:lnTo>
                  <a:lnTo>
                    <a:pt x="880215" y="34547"/>
                  </a:lnTo>
                  <a:lnTo>
                    <a:pt x="878630" y="28117"/>
                  </a:lnTo>
                  <a:lnTo>
                    <a:pt x="876035" y="22025"/>
                  </a:lnTo>
                  <a:lnTo>
                    <a:pt x="872495" y="16428"/>
                  </a:lnTo>
                  <a:lnTo>
                    <a:pt x="868104" y="11471"/>
                  </a:lnTo>
                  <a:lnTo>
                    <a:pt x="862975" y="7283"/>
                  </a:lnTo>
                  <a:lnTo>
                    <a:pt x="857240" y="3972"/>
                  </a:lnTo>
                  <a:lnTo>
                    <a:pt x="851048" y="1624"/>
                  </a:lnTo>
                  <a:lnTo>
                    <a:pt x="844560" y="300"/>
                  </a:lnTo>
                  <a:lnTo>
                    <a:pt x="83960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tx103"/>
            <p:cNvSpPr/>
            <p:nvPr/>
          </p:nvSpPr>
          <p:spPr>
            <a:xfrm>
              <a:off x="6506319" y="1284497"/>
              <a:ext cx="74942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Electric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6506319" y="1503953"/>
              <a:ext cx="82588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vehicles</a:t>
              </a:r>
            </a:p>
          </p:txBody>
        </p:sp>
        <p:sp>
          <p:nvSpPr>
            <p:cNvPr id="106" name="pg105"/>
            <p:cNvSpPr/>
            <p:nvPr/>
          </p:nvSpPr>
          <p:spPr>
            <a:xfrm>
              <a:off x="6488031" y="4500202"/>
              <a:ext cx="1351008" cy="479309"/>
            </a:xfrm>
            <a:custGeom>
              <a:avLst/>
              <a:pathLst>
                <a:path w="1351008" h="479309">
                  <a:moveTo>
                    <a:pt x="41148" y="479309"/>
                  </a:moveTo>
                  <a:lnTo>
                    <a:pt x="1309860" y="479309"/>
                  </a:lnTo>
                  <a:lnTo>
                    <a:pt x="1308203" y="479276"/>
                  </a:lnTo>
                  <a:lnTo>
                    <a:pt x="1314819" y="479009"/>
                  </a:lnTo>
                  <a:lnTo>
                    <a:pt x="1321308" y="477685"/>
                  </a:lnTo>
                  <a:lnTo>
                    <a:pt x="1327499" y="475337"/>
                  </a:lnTo>
                  <a:lnTo>
                    <a:pt x="1333234" y="472026"/>
                  </a:lnTo>
                  <a:lnTo>
                    <a:pt x="1338364" y="467837"/>
                  </a:lnTo>
                  <a:lnTo>
                    <a:pt x="1342755" y="462881"/>
                  </a:lnTo>
                  <a:lnTo>
                    <a:pt x="1346294" y="457284"/>
                  </a:lnTo>
                  <a:lnTo>
                    <a:pt x="1348890" y="451192"/>
                  </a:lnTo>
                  <a:lnTo>
                    <a:pt x="1350475" y="444762"/>
                  </a:lnTo>
                  <a:lnTo>
                    <a:pt x="1351008" y="438161"/>
                  </a:lnTo>
                  <a:lnTo>
                    <a:pt x="1351008" y="41148"/>
                  </a:lnTo>
                  <a:lnTo>
                    <a:pt x="1350475" y="34547"/>
                  </a:lnTo>
                  <a:lnTo>
                    <a:pt x="1348890" y="28117"/>
                  </a:lnTo>
                  <a:lnTo>
                    <a:pt x="1346294" y="22025"/>
                  </a:lnTo>
                  <a:lnTo>
                    <a:pt x="1342755" y="16428"/>
                  </a:lnTo>
                  <a:lnTo>
                    <a:pt x="1338364" y="11471"/>
                  </a:lnTo>
                  <a:lnTo>
                    <a:pt x="1333234" y="7283"/>
                  </a:lnTo>
                  <a:lnTo>
                    <a:pt x="1327499" y="3972"/>
                  </a:lnTo>
                  <a:lnTo>
                    <a:pt x="1321308" y="1624"/>
                  </a:lnTo>
                  <a:lnTo>
                    <a:pt x="1314819" y="300"/>
                  </a:lnTo>
                  <a:lnTo>
                    <a:pt x="13098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tx106"/>
            <p:cNvSpPr/>
            <p:nvPr/>
          </p:nvSpPr>
          <p:spPr>
            <a:xfrm>
              <a:off x="6506319" y="4545632"/>
              <a:ext cx="838609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All other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6506319" y="4722337"/>
              <a:ext cx="1296144" cy="209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consumption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256101" y="7291120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1828" y="5654126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1828" y="4017132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1828" y="2380026"/>
              <a:ext cx="381409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1828" y="743143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4" name="pl113"/>
            <p:cNvSpPr/>
            <p:nvPr/>
          </p:nvSpPr>
          <p:spPr>
            <a:xfrm>
              <a:off x="485723" y="7376399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574427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1560028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2545628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3531229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4516830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5502430" y="73763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0"/>
            <p:cNvSpPr/>
            <p:nvPr/>
          </p:nvSpPr>
          <p:spPr>
            <a:xfrm>
              <a:off x="320154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1305755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2291356" y="74753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2035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3276956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4262557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2045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5248157" y="74754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</p:grpSp>
      <p:sp>
        <p:nvSpPr>
          <p:cNvPr id="127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/>
              <a:t>Electric vehicles and electrification will drive much of the growth in electricity consumption</a:t>
            </a:r>
          </a:p>
        </p:txBody>
      </p:sp>
      <p:sp>
        <p:nvSpPr>
          <p:cNvPr id="128" name="Caption Placeholder 1"/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38</cp:revision>
  <dcterms:created xsi:type="dcterms:W3CDTF">2019-02-12T04:35:04Z</dcterms:created>
  <dcterms:modified xsi:type="dcterms:W3CDTF">2025-04-17T11:16:22Z</dcterms:modified>
</cp:coreProperties>
</file>