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15955963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46" d="100"/>
          <a:sy n="46" d="100"/>
        </p:scale>
        <p:origin x="3256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C:\Users\domijones\OneDrive - The University of Melbourne\Energy\Analysis\analysis_cp_dj_2025\Output\Atlas\evs_electrification_demand_esoo24\evs_electrification_demand_esoo24_fullpage.pptx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4496" y="1305527"/>
            <a:ext cx="11966972" cy="2777243"/>
          </a:xfrm>
        </p:spPr>
        <p:txBody>
          <a:bodyPr anchor="b"/>
          <a:lstStyle>
            <a:lvl1pPr algn="ctr"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4496" y="4189871"/>
            <a:ext cx="11966972" cy="1925973"/>
          </a:xfrm>
        </p:spPr>
        <p:txBody>
          <a:bodyPr/>
          <a:lstStyle>
            <a:lvl1pPr marL="0" indent="0" algn="ctr">
              <a:buNone/>
              <a:defRPr sz="2792"/>
            </a:lvl1pPr>
            <a:lvl2pPr marL="531815" indent="0" algn="ctr">
              <a:buNone/>
              <a:defRPr sz="2326"/>
            </a:lvl2pPr>
            <a:lvl3pPr marL="1063630" indent="0" algn="ctr">
              <a:buNone/>
              <a:defRPr sz="2094"/>
            </a:lvl3pPr>
            <a:lvl4pPr marL="1595445" indent="0" algn="ctr">
              <a:buNone/>
              <a:defRPr sz="1861"/>
            </a:lvl4pPr>
            <a:lvl5pPr marL="2127260" indent="0" algn="ctr">
              <a:buNone/>
              <a:defRPr sz="1861"/>
            </a:lvl5pPr>
            <a:lvl6pPr marL="2659075" indent="0" algn="ctr">
              <a:buNone/>
              <a:defRPr sz="1861"/>
            </a:lvl6pPr>
            <a:lvl7pPr marL="3190890" indent="0" algn="ctr">
              <a:buNone/>
              <a:defRPr sz="1861"/>
            </a:lvl7pPr>
            <a:lvl8pPr marL="3722705" indent="0" algn="ctr">
              <a:buNone/>
              <a:defRPr sz="1861"/>
            </a:lvl8pPr>
            <a:lvl9pPr marL="4254520" indent="0" algn="ctr">
              <a:buNone/>
              <a:defRPr sz="186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6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62" y="1988758"/>
            <a:ext cx="13762018" cy="3318288"/>
          </a:xfrm>
        </p:spPr>
        <p:txBody>
          <a:bodyPr anchor="b"/>
          <a:lstStyle>
            <a:lvl1pPr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62" y="5338439"/>
            <a:ext cx="13762018" cy="1745009"/>
          </a:xfrm>
        </p:spPr>
        <p:txBody>
          <a:bodyPr/>
          <a:lstStyle>
            <a:lvl1pPr marL="0" indent="0">
              <a:buNone/>
              <a:defRPr sz="2792">
                <a:solidFill>
                  <a:schemeClr val="tx1">
                    <a:tint val="75000"/>
                  </a:schemeClr>
                </a:solidFill>
              </a:defRPr>
            </a:lvl1pPr>
            <a:lvl2pPr marL="531815" indent="0">
              <a:buNone/>
              <a:defRPr sz="2326">
                <a:solidFill>
                  <a:schemeClr val="tx1">
                    <a:tint val="75000"/>
                  </a:schemeClr>
                </a:solidFill>
              </a:defRPr>
            </a:lvl2pPr>
            <a:lvl3pPr marL="1063630" indent="0">
              <a:buNone/>
              <a:defRPr sz="2094">
                <a:solidFill>
                  <a:schemeClr val="tx1">
                    <a:tint val="75000"/>
                  </a:schemeClr>
                </a:solidFill>
              </a:defRPr>
            </a:lvl3pPr>
            <a:lvl4pPr marL="159544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4pPr>
            <a:lvl5pPr marL="212726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5pPr>
            <a:lvl6pPr marL="265907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6pPr>
            <a:lvl7pPr marL="319089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7pPr>
            <a:lvl8pPr marL="372270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8pPr>
            <a:lvl9pPr marL="425452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7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15955200" cy="797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D38CE8C8-8AEA-56B1-3B41-9467B20BED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55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693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27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73" y="424712"/>
            <a:ext cx="13762018" cy="1541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73" y="2123557"/>
            <a:ext cx="13762018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72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5413" y="7393672"/>
            <a:ext cx="5385138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68899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980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106363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5908" indent="-265908" algn="l" defTabSz="1063630" rtl="0" eaLnBrk="1" latinLnBrk="0" hangingPunct="1">
        <a:lnSpc>
          <a:spcPct val="90000"/>
        </a:lnSpc>
        <a:spcBef>
          <a:spcPts val="116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772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2953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6135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39316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92498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45679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98861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52042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1pPr>
      <a:lvl2pPr marL="53181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2pPr>
      <a:lvl3pPr marL="106363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3pPr>
      <a:lvl4pPr marL="159544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4pPr>
      <a:lvl5pPr marL="212726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5pPr>
      <a:lvl6pPr marL="265907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19089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72270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25452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8729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6902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/>
          <a:p>
            <a:r>
              <a:rPr/>
              <a:t>Electricity consumption (TWh) in the NEM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15955200" cy="7977600"/>
            <a:chOff x="0" y="0"/>
            <a:chExt cx="159552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159552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485723" y="91440"/>
              <a:ext cx="15359748" cy="72849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5723" y="7376399"/>
              <a:ext cx="15359748" cy="0"/>
            </a:xfrm>
            <a:custGeom>
              <a:avLst/>
              <a:pathLst>
                <a:path w="15359748" h="0">
                  <a:moveTo>
                    <a:pt x="0" y="0"/>
                  </a:moveTo>
                  <a:lnTo>
                    <a:pt x="15359748" y="0"/>
                  </a:lnTo>
                  <a:lnTo>
                    <a:pt x="153597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485723" y="5739405"/>
              <a:ext cx="15359748" cy="0"/>
            </a:xfrm>
            <a:custGeom>
              <a:avLst/>
              <a:pathLst>
                <a:path w="15359748" h="0">
                  <a:moveTo>
                    <a:pt x="0" y="0"/>
                  </a:moveTo>
                  <a:lnTo>
                    <a:pt x="15359748" y="0"/>
                  </a:lnTo>
                  <a:lnTo>
                    <a:pt x="153597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485723" y="4102410"/>
              <a:ext cx="15359748" cy="0"/>
            </a:xfrm>
            <a:custGeom>
              <a:avLst/>
              <a:pathLst>
                <a:path w="15359748" h="0">
                  <a:moveTo>
                    <a:pt x="0" y="0"/>
                  </a:moveTo>
                  <a:lnTo>
                    <a:pt x="15359748" y="0"/>
                  </a:lnTo>
                  <a:lnTo>
                    <a:pt x="153597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5723" y="2465416"/>
              <a:ext cx="15359748" cy="0"/>
            </a:xfrm>
            <a:custGeom>
              <a:avLst/>
              <a:pathLst>
                <a:path w="15359748" h="0">
                  <a:moveTo>
                    <a:pt x="0" y="0"/>
                  </a:moveTo>
                  <a:lnTo>
                    <a:pt x="15359748" y="0"/>
                  </a:lnTo>
                  <a:lnTo>
                    <a:pt x="153597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85723" y="828422"/>
              <a:ext cx="15359748" cy="0"/>
            </a:xfrm>
            <a:custGeom>
              <a:avLst/>
              <a:pathLst>
                <a:path w="15359748" h="0">
                  <a:moveTo>
                    <a:pt x="0" y="0"/>
                  </a:moveTo>
                  <a:lnTo>
                    <a:pt x="15359748" y="0"/>
                  </a:lnTo>
                  <a:lnTo>
                    <a:pt x="153597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485723" y="3945621"/>
              <a:ext cx="369126" cy="2384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485723" y="3969465"/>
              <a:ext cx="369126" cy="1177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485723" y="3981237"/>
              <a:ext cx="369126" cy="339516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895863" y="3862105"/>
              <a:ext cx="369126" cy="6506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895863" y="3927168"/>
              <a:ext cx="369126" cy="2043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895863" y="3947606"/>
              <a:ext cx="369126" cy="342879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306004" y="3758989"/>
              <a:ext cx="369126" cy="11204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306004" y="3871033"/>
              <a:ext cx="369126" cy="3210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1306004" y="3903142"/>
              <a:ext cx="369126" cy="347325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1716144" y="3668424"/>
              <a:ext cx="369126" cy="15284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1716144" y="3821270"/>
              <a:ext cx="369126" cy="4710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1716144" y="3868379"/>
              <a:ext cx="369126" cy="350801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2126284" y="3586837"/>
              <a:ext cx="369126" cy="19690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2126284" y="3783743"/>
              <a:ext cx="369126" cy="6429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2126284" y="3848043"/>
              <a:ext cx="369126" cy="352835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2536424" y="3474770"/>
              <a:ext cx="369126" cy="22965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2536424" y="3704426"/>
              <a:ext cx="369126" cy="8385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2536424" y="3788286"/>
              <a:ext cx="369126" cy="358811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2946564" y="3342081"/>
              <a:ext cx="369126" cy="25812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2946564" y="3600205"/>
              <a:ext cx="369126" cy="10570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2946564" y="3705912"/>
              <a:ext cx="369126" cy="367048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3356704" y="3194576"/>
              <a:ext cx="369126" cy="28399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3356704" y="3478575"/>
              <a:ext cx="369126" cy="12962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3356704" y="3608202"/>
              <a:ext cx="369126" cy="376819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3766844" y="3023618"/>
              <a:ext cx="369126" cy="30731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3766844" y="3330931"/>
              <a:ext cx="369126" cy="15446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3766844" y="3485396"/>
              <a:ext cx="369126" cy="389100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4176985" y="2864790"/>
              <a:ext cx="369126" cy="33224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4176985" y="3197035"/>
              <a:ext cx="369126" cy="18121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4176985" y="3378250"/>
              <a:ext cx="369126" cy="399814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4587125" y="2761450"/>
              <a:ext cx="369126" cy="35113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4587125" y="3112587"/>
              <a:ext cx="369126" cy="20973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4587125" y="3322325"/>
              <a:ext cx="369126" cy="405407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4997265" y="2621428"/>
              <a:ext cx="369126" cy="38748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4997265" y="3008913"/>
              <a:ext cx="369126" cy="25356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4997265" y="3262482"/>
              <a:ext cx="369126" cy="411391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5407405" y="2461788"/>
              <a:ext cx="369126" cy="42088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5407405" y="2882673"/>
              <a:ext cx="369126" cy="30776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5407405" y="3190438"/>
              <a:ext cx="369126" cy="418596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5817545" y="2300513"/>
              <a:ext cx="369126" cy="45140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5817545" y="2751916"/>
              <a:ext cx="369126" cy="36277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5817545" y="3114689"/>
              <a:ext cx="369126" cy="426170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6227685" y="2188723"/>
              <a:ext cx="369126" cy="47188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6227685" y="2660613"/>
              <a:ext cx="369126" cy="41785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6227685" y="3078466"/>
              <a:ext cx="369126" cy="429793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6637825" y="2041569"/>
              <a:ext cx="369126" cy="49726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6637825" y="2538834"/>
              <a:ext cx="369126" cy="47446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6637825" y="3013298"/>
              <a:ext cx="369126" cy="436310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7047965" y="1915771"/>
              <a:ext cx="369126" cy="52515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7047965" y="2440922"/>
              <a:ext cx="369126" cy="52844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7047965" y="2969370"/>
              <a:ext cx="369126" cy="440702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7458106" y="1768158"/>
              <a:ext cx="369126" cy="55306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7458106" y="2321221"/>
              <a:ext cx="369126" cy="58357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7458106" y="2904792"/>
              <a:ext cx="369126" cy="447160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7868246" y="1630667"/>
              <a:ext cx="369126" cy="57269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7868246" y="2203358"/>
              <a:ext cx="369126" cy="63896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7868246" y="2842321"/>
              <a:ext cx="369126" cy="453407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8278386" y="1484956"/>
              <a:ext cx="369126" cy="58831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8278386" y="2073274"/>
              <a:ext cx="369126" cy="69618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8278386" y="2769460"/>
              <a:ext cx="369126" cy="460693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8688526" y="1347290"/>
              <a:ext cx="369126" cy="60009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8688526" y="1947388"/>
              <a:ext cx="369126" cy="74983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8688526" y="2697226"/>
              <a:ext cx="369126" cy="467917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9098666" y="1242375"/>
              <a:ext cx="369126" cy="61023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9098666" y="1852614"/>
              <a:ext cx="369126" cy="80572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9098666" y="2658342"/>
              <a:ext cx="369126" cy="471805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9508806" y="1138834"/>
              <a:ext cx="369126" cy="62220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7"/>
            <p:cNvSpPr/>
            <p:nvPr/>
          </p:nvSpPr>
          <p:spPr>
            <a:xfrm>
              <a:off x="9508806" y="1761037"/>
              <a:ext cx="369126" cy="86141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8"/>
            <p:cNvSpPr/>
            <p:nvPr/>
          </p:nvSpPr>
          <p:spPr>
            <a:xfrm>
              <a:off x="9508806" y="2622453"/>
              <a:ext cx="369126" cy="475394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9918946" y="1037787"/>
              <a:ext cx="369126" cy="63018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9918946" y="1667972"/>
              <a:ext cx="369126" cy="91939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1"/>
            <p:cNvSpPr/>
            <p:nvPr/>
          </p:nvSpPr>
          <p:spPr>
            <a:xfrm>
              <a:off x="9918946" y="2587366"/>
              <a:ext cx="369126" cy="478903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10329087" y="900787"/>
              <a:ext cx="369126" cy="63246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10329087" y="1533253"/>
              <a:ext cx="369126" cy="97275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10329087" y="2506009"/>
              <a:ext cx="369126" cy="487039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10739227" y="774018"/>
              <a:ext cx="369126" cy="63411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10739227" y="1408135"/>
              <a:ext cx="369126" cy="102851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7"/>
            <p:cNvSpPr/>
            <p:nvPr/>
          </p:nvSpPr>
          <p:spPr>
            <a:xfrm>
              <a:off x="10739227" y="2436649"/>
              <a:ext cx="369126" cy="493974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8"/>
            <p:cNvSpPr/>
            <p:nvPr/>
          </p:nvSpPr>
          <p:spPr>
            <a:xfrm>
              <a:off x="11149367" y="650834"/>
              <a:ext cx="369126" cy="63588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11149367" y="1286723"/>
              <a:ext cx="369126" cy="108362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0"/>
            <p:cNvSpPr/>
            <p:nvPr/>
          </p:nvSpPr>
          <p:spPr>
            <a:xfrm>
              <a:off x="11149367" y="2370349"/>
              <a:ext cx="369126" cy="500604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1"/>
            <p:cNvSpPr/>
            <p:nvPr/>
          </p:nvSpPr>
          <p:spPr>
            <a:xfrm>
              <a:off x="11559507" y="512682"/>
              <a:ext cx="369126" cy="64251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2"/>
            <p:cNvSpPr/>
            <p:nvPr/>
          </p:nvSpPr>
          <p:spPr>
            <a:xfrm>
              <a:off x="11559507" y="1155200"/>
              <a:ext cx="369126" cy="114256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3"/>
            <p:cNvSpPr/>
            <p:nvPr/>
          </p:nvSpPr>
          <p:spPr>
            <a:xfrm>
              <a:off x="11559507" y="2297763"/>
              <a:ext cx="369126" cy="507863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4"/>
            <p:cNvSpPr/>
            <p:nvPr/>
          </p:nvSpPr>
          <p:spPr>
            <a:xfrm>
              <a:off x="11969647" y="315098"/>
              <a:ext cx="369126" cy="64826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5"/>
            <p:cNvSpPr/>
            <p:nvPr/>
          </p:nvSpPr>
          <p:spPr>
            <a:xfrm>
              <a:off x="11969647" y="963361"/>
              <a:ext cx="369126" cy="119399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6"/>
            <p:cNvSpPr/>
            <p:nvPr/>
          </p:nvSpPr>
          <p:spPr>
            <a:xfrm>
              <a:off x="11969647" y="2157355"/>
              <a:ext cx="369126" cy="521904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7"/>
            <p:cNvSpPr/>
            <p:nvPr/>
          </p:nvSpPr>
          <p:spPr>
            <a:xfrm>
              <a:off x="12379787" y="199099"/>
              <a:ext cx="369126" cy="65503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12379787" y="854129"/>
              <a:ext cx="369126" cy="124918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99"/>
            <p:cNvSpPr/>
            <p:nvPr/>
          </p:nvSpPr>
          <p:spPr>
            <a:xfrm>
              <a:off x="12379787" y="2103315"/>
              <a:ext cx="369126" cy="527308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pg100"/>
            <p:cNvSpPr/>
            <p:nvPr/>
          </p:nvSpPr>
          <p:spPr>
            <a:xfrm>
              <a:off x="12974491" y="396687"/>
              <a:ext cx="1414297" cy="259853"/>
            </a:xfrm>
            <a:custGeom>
              <a:avLst/>
              <a:pathLst>
                <a:path w="1414297" h="259853">
                  <a:moveTo>
                    <a:pt x="41148" y="259853"/>
                  </a:moveTo>
                  <a:lnTo>
                    <a:pt x="1373149" y="259853"/>
                  </a:lnTo>
                  <a:lnTo>
                    <a:pt x="1371492" y="259820"/>
                  </a:lnTo>
                  <a:lnTo>
                    <a:pt x="1378109" y="259553"/>
                  </a:lnTo>
                  <a:lnTo>
                    <a:pt x="1384597" y="258229"/>
                  </a:lnTo>
                  <a:lnTo>
                    <a:pt x="1390789" y="255881"/>
                  </a:lnTo>
                  <a:lnTo>
                    <a:pt x="1396524" y="252570"/>
                  </a:lnTo>
                  <a:lnTo>
                    <a:pt x="1401653" y="248381"/>
                  </a:lnTo>
                  <a:lnTo>
                    <a:pt x="1406044" y="243425"/>
                  </a:lnTo>
                  <a:lnTo>
                    <a:pt x="1409584" y="237828"/>
                  </a:lnTo>
                  <a:lnTo>
                    <a:pt x="1412179" y="231736"/>
                  </a:lnTo>
                  <a:lnTo>
                    <a:pt x="1413764" y="225306"/>
                  </a:lnTo>
                  <a:lnTo>
                    <a:pt x="1414297" y="218705"/>
                  </a:lnTo>
                  <a:lnTo>
                    <a:pt x="1414297" y="41148"/>
                  </a:lnTo>
                  <a:lnTo>
                    <a:pt x="1413764" y="34547"/>
                  </a:lnTo>
                  <a:lnTo>
                    <a:pt x="1412179" y="28117"/>
                  </a:lnTo>
                  <a:lnTo>
                    <a:pt x="1409584" y="22025"/>
                  </a:lnTo>
                  <a:lnTo>
                    <a:pt x="1406044" y="16428"/>
                  </a:lnTo>
                  <a:lnTo>
                    <a:pt x="1401653" y="11471"/>
                  </a:lnTo>
                  <a:lnTo>
                    <a:pt x="1396524" y="7283"/>
                  </a:lnTo>
                  <a:lnTo>
                    <a:pt x="1390789" y="3972"/>
                  </a:lnTo>
                  <a:lnTo>
                    <a:pt x="1384597" y="1624"/>
                  </a:lnTo>
                  <a:lnTo>
                    <a:pt x="1378109" y="300"/>
                  </a:lnTo>
                  <a:lnTo>
                    <a:pt x="137314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tx101"/>
            <p:cNvSpPr/>
            <p:nvPr/>
          </p:nvSpPr>
          <p:spPr>
            <a:xfrm>
              <a:off x="12992779" y="439326"/>
              <a:ext cx="1359433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Electrification</a:t>
              </a:r>
            </a:p>
          </p:txBody>
        </p:sp>
        <p:sp>
          <p:nvSpPr>
            <p:cNvPr id="103" name="pg102"/>
            <p:cNvSpPr/>
            <p:nvPr/>
          </p:nvSpPr>
          <p:spPr>
            <a:xfrm>
              <a:off x="12974491" y="1239067"/>
              <a:ext cx="880748" cy="479309"/>
            </a:xfrm>
            <a:custGeom>
              <a:avLst/>
              <a:pathLst>
                <a:path w="880748" h="479309">
                  <a:moveTo>
                    <a:pt x="41148" y="479309"/>
                  </a:moveTo>
                  <a:lnTo>
                    <a:pt x="839600" y="479309"/>
                  </a:lnTo>
                  <a:lnTo>
                    <a:pt x="837943" y="479276"/>
                  </a:lnTo>
                  <a:lnTo>
                    <a:pt x="844560" y="479009"/>
                  </a:lnTo>
                  <a:lnTo>
                    <a:pt x="851048" y="477685"/>
                  </a:lnTo>
                  <a:lnTo>
                    <a:pt x="857240" y="475337"/>
                  </a:lnTo>
                  <a:lnTo>
                    <a:pt x="862975" y="472026"/>
                  </a:lnTo>
                  <a:lnTo>
                    <a:pt x="868104" y="467837"/>
                  </a:lnTo>
                  <a:lnTo>
                    <a:pt x="872495" y="462881"/>
                  </a:lnTo>
                  <a:lnTo>
                    <a:pt x="876035" y="457284"/>
                  </a:lnTo>
                  <a:lnTo>
                    <a:pt x="878630" y="451192"/>
                  </a:lnTo>
                  <a:lnTo>
                    <a:pt x="880215" y="444762"/>
                  </a:lnTo>
                  <a:lnTo>
                    <a:pt x="880748" y="438161"/>
                  </a:lnTo>
                  <a:lnTo>
                    <a:pt x="880748" y="41148"/>
                  </a:lnTo>
                  <a:lnTo>
                    <a:pt x="880215" y="34547"/>
                  </a:lnTo>
                  <a:lnTo>
                    <a:pt x="878630" y="28117"/>
                  </a:lnTo>
                  <a:lnTo>
                    <a:pt x="876035" y="22025"/>
                  </a:lnTo>
                  <a:lnTo>
                    <a:pt x="872495" y="16428"/>
                  </a:lnTo>
                  <a:lnTo>
                    <a:pt x="868104" y="11471"/>
                  </a:lnTo>
                  <a:lnTo>
                    <a:pt x="862975" y="7283"/>
                  </a:lnTo>
                  <a:lnTo>
                    <a:pt x="857240" y="3972"/>
                  </a:lnTo>
                  <a:lnTo>
                    <a:pt x="851048" y="1624"/>
                  </a:lnTo>
                  <a:lnTo>
                    <a:pt x="844560" y="300"/>
                  </a:lnTo>
                  <a:lnTo>
                    <a:pt x="83960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438161"/>
                  </a:lnTo>
                  <a:lnTo>
                    <a:pt x="133" y="434850"/>
                  </a:lnTo>
                  <a:lnTo>
                    <a:pt x="133" y="441472"/>
                  </a:lnTo>
                  <a:lnTo>
                    <a:pt x="1195" y="448009"/>
                  </a:lnTo>
                  <a:lnTo>
                    <a:pt x="3292" y="454290"/>
                  </a:lnTo>
                  <a:lnTo>
                    <a:pt x="6370" y="460154"/>
                  </a:lnTo>
                  <a:lnTo>
                    <a:pt x="10348" y="465448"/>
                  </a:lnTo>
                  <a:lnTo>
                    <a:pt x="15124" y="470035"/>
                  </a:lnTo>
                  <a:lnTo>
                    <a:pt x="20574" y="473797"/>
                  </a:lnTo>
                  <a:lnTo>
                    <a:pt x="26556" y="476635"/>
                  </a:lnTo>
                  <a:lnTo>
                    <a:pt x="32917" y="478478"/>
                  </a:lnTo>
                  <a:lnTo>
                    <a:pt x="39491" y="479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tx103"/>
            <p:cNvSpPr/>
            <p:nvPr/>
          </p:nvSpPr>
          <p:spPr>
            <a:xfrm>
              <a:off x="12992779" y="1284497"/>
              <a:ext cx="74942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Electric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12992779" y="1503953"/>
              <a:ext cx="82588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vehicles</a:t>
              </a:r>
            </a:p>
          </p:txBody>
        </p:sp>
        <p:sp>
          <p:nvSpPr>
            <p:cNvPr id="106" name="pg105"/>
            <p:cNvSpPr/>
            <p:nvPr/>
          </p:nvSpPr>
          <p:spPr>
            <a:xfrm>
              <a:off x="12974491" y="4500202"/>
              <a:ext cx="1351008" cy="479309"/>
            </a:xfrm>
            <a:custGeom>
              <a:avLst/>
              <a:pathLst>
                <a:path w="1351008" h="479309">
                  <a:moveTo>
                    <a:pt x="41148" y="479309"/>
                  </a:moveTo>
                  <a:lnTo>
                    <a:pt x="1309860" y="479309"/>
                  </a:lnTo>
                  <a:lnTo>
                    <a:pt x="1308203" y="479276"/>
                  </a:lnTo>
                  <a:lnTo>
                    <a:pt x="1314819" y="479009"/>
                  </a:lnTo>
                  <a:lnTo>
                    <a:pt x="1321308" y="477685"/>
                  </a:lnTo>
                  <a:lnTo>
                    <a:pt x="1327499" y="475337"/>
                  </a:lnTo>
                  <a:lnTo>
                    <a:pt x="1333234" y="472026"/>
                  </a:lnTo>
                  <a:lnTo>
                    <a:pt x="1338364" y="467837"/>
                  </a:lnTo>
                  <a:lnTo>
                    <a:pt x="1342755" y="462881"/>
                  </a:lnTo>
                  <a:lnTo>
                    <a:pt x="1346294" y="457284"/>
                  </a:lnTo>
                  <a:lnTo>
                    <a:pt x="1348890" y="451192"/>
                  </a:lnTo>
                  <a:lnTo>
                    <a:pt x="1350475" y="444762"/>
                  </a:lnTo>
                  <a:lnTo>
                    <a:pt x="1351008" y="438161"/>
                  </a:lnTo>
                  <a:lnTo>
                    <a:pt x="1351008" y="41148"/>
                  </a:lnTo>
                  <a:lnTo>
                    <a:pt x="1350475" y="34547"/>
                  </a:lnTo>
                  <a:lnTo>
                    <a:pt x="1348890" y="28117"/>
                  </a:lnTo>
                  <a:lnTo>
                    <a:pt x="1346294" y="22025"/>
                  </a:lnTo>
                  <a:lnTo>
                    <a:pt x="1342755" y="16428"/>
                  </a:lnTo>
                  <a:lnTo>
                    <a:pt x="1338364" y="11471"/>
                  </a:lnTo>
                  <a:lnTo>
                    <a:pt x="1333234" y="7283"/>
                  </a:lnTo>
                  <a:lnTo>
                    <a:pt x="1327499" y="3972"/>
                  </a:lnTo>
                  <a:lnTo>
                    <a:pt x="1321308" y="1624"/>
                  </a:lnTo>
                  <a:lnTo>
                    <a:pt x="1314819" y="300"/>
                  </a:lnTo>
                  <a:lnTo>
                    <a:pt x="130986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438161"/>
                  </a:lnTo>
                  <a:lnTo>
                    <a:pt x="133" y="434850"/>
                  </a:lnTo>
                  <a:lnTo>
                    <a:pt x="133" y="441472"/>
                  </a:lnTo>
                  <a:lnTo>
                    <a:pt x="1195" y="448009"/>
                  </a:lnTo>
                  <a:lnTo>
                    <a:pt x="3292" y="454290"/>
                  </a:lnTo>
                  <a:lnTo>
                    <a:pt x="6370" y="460154"/>
                  </a:lnTo>
                  <a:lnTo>
                    <a:pt x="10348" y="465448"/>
                  </a:lnTo>
                  <a:lnTo>
                    <a:pt x="15124" y="470035"/>
                  </a:lnTo>
                  <a:lnTo>
                    <a:pt x="20574" y="473797"/>
                  </a:lnTo>
                  <a:lnTo>
                    <a:pt x="26556" y="476635"/>
                  </a:lnTo>
                  <a:lnTo>
                    <a:pt x="32917" y="478478"/>
                  </a:lnTo>
                  <a:lnTo>
                    <a:pt x="39491" y="479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tx106"/>
            <p:cNvSpPr/>
            <p:nvPr/>
          </p:nvSpPr>
          <p:spPr>
            <a:xfrm>
              <a:off x="12992779" y="4545632"/>
              <a:ext cx="838609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All other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12992779" y="4722337"/>
              <a:ext cx="1296144" cy="209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consumption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256101" y="7291120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1828" y="5654126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1828" y="4017132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2" name="tx111"/>
            <p:cNvSpPr/>
            <p:nvPr/>
          </p:nvSpPr>
          <p:spPr>
            <a:xfrm>
              <a:off x="1828" y="2380026"/>
              <a:ext cx="381409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3" name="tx112"/>
            <p:cNvSpPr/>
            <p:nvPr/>
          </p:nvSpPr>
          <p:spPr>
            <a:xfrm>
              <a:off x="1828" y="743143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4" name="pl113"/>
            <p:cNvSpPr/>
            <p:nvPr/>
          </p:nvSpPr>
          <p:spPr>
            <a:xfrm>
              <a:off x="485723" y="7376399"/>
              <a:ext cx="15359748" cy="0"/>
            </a:xfrm>
            <a:custGeom>
              <a:avLst/>
              <a:pathLst>
                <a:path w="15359748" h="0">
                  <a:moveTo>
                    <a:pt x="0" y="0"/>
                  </a:moveTo>
                  <a:lnTo>
                    <a:pt x="15359748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670286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2720987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4771688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6822388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8873089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10923790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0"/>
            <p:cNvSpPr/>
            <p:nvPr/>
          </p:nvSpPr>
          <p:spPr>
            <a:xfrm>
              <a:off x="416013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2466714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123" name="tx122"/>
            <p:cNvSpPr/>
            <p:nvPr/>
          </p:nvSpPr>
          <p:spPr>
            <a:xfrm>
              <a:off x="4517415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2035</a:t>
              </a:r>
            </a:p>
          </p:txBody>
        </p:sp>
        <p:sp>
          <p:nvSpPr>
            <p:cNvPr id="124" name="tx123"/>
            <p:cNvSpPr/>
            <p:nvPr/>
          </p:nvSpPr>
          <p:spPr>
            <a:xfrm>
              <a:off x="6568116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125" name="tx124"/>
            <p:cNvSpPr/>
            <p:nvPr/>
          </p:nvSpPr>
          <p:spPr>
            <a:xfrm>
              <a:off x="8618816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2045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10669517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</p:grpSp>
      <p:sp>
        <p:nvSpPr>
          <p:cNvPr id="127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/>
              <a:t>Electric vehicles and electrification will drive much of the growth in electricity consumption</a:t>
            </a:r>
          </a:p>
        </p:txBody>
      </p:sp>
      <p:sp>
        <p:nvSpPr>
          <p:cNvPr id="128" name="Caption Placeholder 1"/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38</cp:revision>
  <dcterms:created xsi:type="dcterms:W3CDTF">2019-02-12T04:35:04Z</dcterms:created>
  <dcterms:modified xsi:type="dcterms:W3CDTF">2025-04-17T11:16:23Z</dcterms:modified>
</cp:coreProperties>
</file>