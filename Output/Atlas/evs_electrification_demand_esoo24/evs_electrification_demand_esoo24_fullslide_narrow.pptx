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194"/>
    <p:restoredTop sz="94694"/>
  </p:normalViewPr>
  <p:slideViewPr>
    <p:cSldViewPr snapToGrid="0" snapToObjects="1">
      <p:cViewPr varScale="1">
        <p:scale>
          <a:sx n="92" d="100"/>
          <a:sy n="92" d="100"/>
        </p:scale>
        <p:origin x="208" y="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presProps" Target="presProps.xml"/>
<Relationship Id="rId7" Type="http://schemas.microsoft.com/office/2018/10/relationships/authors" Target="authors.xml"/>
<Relationship Id="rId2" Type="http://schemas.openxmlformats.org/officeDocument/2006/relationships/notesMaster" Target="notesMasters/notesMaster1.xml"/>
<Relationship Id="rId1" Type="http://schemas.openxmlformats.org/officeDocument/2006/relationships/slideMaster" Target="slideMasters/slideMaster1.xml"/>
<Relationship Id="rId6" Type="http://schemas.openxmlformats.org/officeDocument/2006/relationships/tableStyles" Target="tableStyles.xml"/>
<Relationship Id="rId5" Type="http://schemas.openxmlformats.org/officeDocument/2006/relationships/theme" Target="theme/theme1.xml"/>
<Relationship Id="rId4" Type="http://schemas.openxmlformats.org/officeDocument/2006/relationships/viewProps" Target="viewProps.xml"/>
<Relationship Id="rId8" Type="http://schemas.openxmlformats.org/officeDocument/2006/relationships/slide" Target="slides/slide1.xml"/>
</Relationships>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
<Relationships  xmlns="http://schemas.openxmlformats.org/package/2006/relationships">
<Relationship Id="rId1" Type="http://schemas.openxmlformats.org/officeDocument/2006/relationships/notesMaster" Target="../notesMasters/notesMaster1.xml"/>
<Relationship Id="rId2" Type="http://schemas.openxmlformats.org/officeDocument/2006/relationships/slide" Target="../slides/slide1.xml"/>
</Relationships>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C:\Users\domijones\OneDrive - The University of Melbourne\Energy\Analysis\analysis_cp_dj_2025\Output\Atlas\evs_electrification_demand_esoo24\evs_electrification_demand_esoo24_fullslide_narrow.pptx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CE07EA18-F774-5352-DF7D-C871920DBEBB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1894800" y="1807200"/>
            <a:ext cx="8402400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4" name="Caption Placeholder 1">
            <a:extLst>
              <a:ext uri="{FF2B5EF4-FFF2-40B4-BE49-F238E27FC236}">
                <a16:creationId xmlns:a16="http://schemas.microsoft.com/office/drawing/2014/main" id="{532C8F0A-0D9B-4C4D-CC2B-EEF1FA341CC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5794EEF-8416-F4A3-9441-5437A54F06C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notesSlide" Target="../notesSlides/notesSlide1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Electricity consumption (TWh) in the NEM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1894800" y="1807200"/>
            <a:ext cx="8402400" cy="4284662"/>
            <a:chOff x="1894800" y="1807200"/>
            <a:chExt cx="8402400" cy="4284662"/>
          </a:xfrm>
        </p:grpSpPr>
        <p:sp>
          <p:nvSpPr>
            <p:cNvPr id="4" name="rc3"/>
            <p:cNvSpPr/>
            <p:nvPr/>
          </p:nvSpPr>
          <p:spPr>
            <a:xfrm>
              <a:off x="1894800" y="1807199"/>
              <a:ext cx="8402400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2380523" y="1898639"/>
              <a:ext cx="7806948" cy="35920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380523" y="5490661"/>
              <a:ext cx="7806948" cy="0"/>
            </a:xfrm>
            <a:custGeom>
              <a:avLst/>
              <a:pathLst>
                <a:path w="7806948" h="0">
                  <a:moveTo>
                    <a:pt x="0" y="0"/>
                  </a:moveTo>
                  <a:lnTo>
                    <a:pt x="7806948" y="0"/>
                  </a:lnTo>
                  <a:lnTo>
                    <a:pt x="7806948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380523" y="4683502"/>
              <a:ext cx="7806948" cy="0"/>
            </a:xfrm>
            <a:custGeom>
              <a:avLst/>
              <a:pathLst>
                <a:path w="7806948" h="0">
                  <a:moveTo>
                    <a:pt x="0" y="0"/>
                  </a:moveTo>
                  <a:lnTo>
                    <a:pt x="7806948" y="0"/>
                  </a:lnTo>
                  <a:lnTo>
                    <a:pt x="7806948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380523" y="3876343"/>
              <a:ext cx="7806948" cy="0"/>
            </a:xfrm>
            <a:custGeom>
              <a:avLst/>
              <a:pathLst>
                <a:path w="7806948" h="0">
                  <a:moveTo>
                    <a:pt x="0" y="0"/>
                  </a:moveTo>
                  <a:lnTo>
                    <a:pt x="7806948" y="0"/>
                  </a:lnTo>
                  <a:lnTo>
                    <a:pt x="7806948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2380523" y="3069185"/>
              <a:ext cx="7806948" cy="0"/>
            </a:xfrm>
            <a:custGeom>
              <a:avLst/>
              <a:pathLst>
                <a:path w="7806948" h="0">
                  <a:moveTo>
                    <a:pt x="0" y="0"/>
                  </a:moveTo>
                  <a:lnTo>
                    <a:pt x="7806948" y="0"/>
                  </a:lnTo>
                  <a:lnTo>
                    <a:pt x="7806948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2380523" y="2262026"/>
              <a:ext cx="7806948" cy="0"/>
            </a:xfrm>
            <a:custGeom>
              <a:avLst/>
              <a:pathLst>
                <a:path w="7806948" h="0">
                  <a:moveTo>
                    <a:pt x="0" y="0"/>
                  </a:moveTo>
                  <a:lnTo>
                    <a:pt x="7806948" y="0"/>
                  </a:lnTo>
                  <a:lnTo>
                    <a:pt x="7806948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80523" y="3799035"/>
              <a:ext cx="187616" cy="11757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80523" y="3810792"/>
              <a:ext cx="187616" cy="5804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2380523" y="3816596"/>
              <a:ext cx="187616" cy="1674064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2588986" y="3757855"/>
              <a:ext cx="187616" cy="32081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2588986" y="3789936"/>
              <a:ext cx="187616" cy="10077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2588986" y="3800014"/>
              <a:ext cx="187616" cy="1690647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2797450" y="3707011"/>
              <a:ext cx="187616" cy="55245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2797450" y="3762257"/>
              <a:ext cx="187616" cy="15832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2797450" y="3778090"/>
              <a:ext cx="187616" cy="1712571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3005913" y="3662356"/>
              <a:ext cx="187616" cy="75364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3005913" y="3737720"/>
              <a:ext cx="187616" cy="23228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3005913" y="3760949"/>
              <a:ext cx="187616" cy="1729712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3214376" y="3622128"/>
              <a:ext cx="187616" cy="97089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3214376" y="3719217"/>
              <a:ext cx="187616" cy="31704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3214376" y="3750922"/>
              <a:ext cx="187616" cy="1739739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3422839" y="3566871"/>
              <a:ext cx="187616" cy="113237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3422839" y="3680108"/>
              <a:ext cx="187616" cy="41349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3422839" y="3721457"/>
              <a:ext cx="187616" cy="1769203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3631303" y="3501445"/>
              <a:ext cx="187616" cy="127274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3631303" y="3628719"/>
              <a:ext cx="187616" cy="52121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3631303" y="3680841"/>
              <a:ext cx="187616" cy="1809820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3839766" y="3428714"/>
              <a:ext cx="187616" cy="140032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2"/>
            <p:cNvSpPr/>
            <p:nvPr/>
          </p:nvSpPr>
          <p:spPr>
            <a:xfrm>
              <a:off x="3839766" y="3568747"/>
              <a:ext cx="187616" cy="63915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3"/>
            <p:cNvSpPr/>
            <p:nvPr/>
          </p:nvSpPr>
          <p:spPr>
            <a:xfrm>
              <a:off x="3839766" y="3632662"/>
              <a:ext cx="187616" cy="1857998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4"/>
            <p:cNvSpPr/>
            <p:nvPr/>
          </p:nvSpPr>
          <p:spPr>
            <a:xfrm>
              <a:off x="4048229" y="3344419"/>
              <a:ext cx="187616" cy="151527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5"/>
            <p:cNvSpPr/>
            <p:nvPr/>
          </p:nvSpPr>
          <p:spPr>
            <a:xfrm>
              <a:off x="4048229" y="3495947"/>
              <a:ext cx="187616" cy="76162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6"/>
            <p:cNvSpPr/>
            <p:nvPr/>
          </p:nvSpPr>
          <p:spPr>
            <a:xfrm>
              <a:off x="4048229" y="3572110"/>
              <a:ext cx="187616" cy="1918550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7"/>
            <p:cNvSpPr/>
            <p:nvPr/>
          </p:nvSpPr>
          <p:spPr>
            <a:xfrm>
              <a:off x="4256692" y="3266106"/>
              <a:ext cx="187616" cy="163820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8"/>
            <p:cNvSpPr/>
            <p:nvPr/>
          </p:nvSpPr>
          <p:spPr>
            <a:xfrm>
              <a:off x="4256692" y="3429927"/>
              <a:ext cx="187616" cy="89352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39"/>
            <p:cNvSpPr/>
            <p:nvPr/>
          </p:nvSpPr>
          <p:spPr>
            <a:xfrm>
              <a:off x="4256692" y="3519279"/>
              <a:ext cx="187616" cy="1971381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0"/>
            <p:cNvSpPr/>
            <p:nvPr/>
          </p:nvSpPr>
          <p:spPr>
            <a:xfrm>
              <a:off x="4465156" y="3215151"/>
              <a:ext cx="187616" cy="173136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1"/>
            <p:cNvSpPr/>
            <p:nvPr/>
          </p:nvSpPr>
          <p:spPr>
            <a:xfrm>
              <a:off x="4465156" y="3388288"/>
              <a:ext cx="187616" cy="103416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2"/>
            <p:cNvSpPr/>
            <p:nvPr/>
          </p:nvSpPr>
          <p:spPr>
            <a:xfrm>
              <a:off x="4465156" y="3491704"/>
              <a:ext cx="187616" cy="1998956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3"/>
            <p:cNvSpPr/>
            <p:nvPr/>
          </p:nvSpPr>
          <p:spPr>
            <a:xfrm>
              <a:off x="4673619" y="3146110"/>
              <a:ext cx="187616" cy="191058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4"/>
            <p:cNvSpPr/>
            <p:nvPr/>
          </p:nvSpPr>
          <p:spPr>
            <a:xfrm>
              <a:off x="4673619" y="3337169"/>
              <a:ext cx="187616" cy="125028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5"/>
            <p:cNvSpPr/>
            <p:nvPr/>
          </p:nvSpPr>
          <p:spPr>
            <a:xfrm>
              <a:off x="4673619" y="3462197"/>
              <a:ext cx="187616" cy="2028464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6"/>
            <p:cNvSpPr/>
            <p:nvPr/>
          </p:nvSpPr>
          <p:spPr>
            <a:xfrm>
              <a:off x="4882082" y="3067396"/>
              <a:ext cx="187616" cy="207526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7"/>
            <p:cNvSpPr/>
            <p:nvPr/>
          </p:nvSpPr>
          <p:spPr>
            <a:xfrm>
              <a:off x="4882082" y="3274923"/>
              <a:ext cx="187616" cy="151750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8"/>
            <p:cNvSpPr/>
            <p:nvPr/>
          </p:nvSpPr>
          <p:spPr>
            <a:xfrm>
              <a:off x="4882082" y="3426674"/>
              <a:ext cx="187616" cy="2063987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49"/>
            <p:cNvSpPr/>
            <p:nvPr/>
          </p:nvSpPr>
          <p:spPr>
            <a:xfrm>
              <a:off x="5090545" y="2987876"/>
              <a:ext cx="187616" cy="222574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0"/>
            <p:cNvSpPr/>
            <p:nvPr/>
          </p:nvSpPr>
          <p:spPr>
            <a:xfrm>
              <a:off x="5090545" y="3210450"/>
              <a:ext cx="187616" cy="178873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1"/>
            <p:cNvSpPr/>
            <p:nvPr/>
          </p:nvSpPr>
          <p:spPr>
            <a:xfrm>
              <a:off x="5090545" y="3389324"/>
              <a:ext cx="187616" cy="2101336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2"/>
            <p:cNvSpPr/>
            <p:nvPr/>
          </p:nvSpPr>
          <p:spPr>
            <a:xfrm>
              <a:off x="5299009" y="2932755"/>
              <a:ext cx="187616" cy="232676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3"/>
            <p:cNvSpPr/>
            <p:nvPr/>
          </p:nvSpPr>
          <p:spPr>
            <a:xfrm>
              <a:off x="5299009" y="3165431"/>
              <a:ext cx="187616" cy="206032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4"/>
            <p:cNvSpPr/>
            <p:nvPr/>
          </p:nvSpPr>
          <p:spPr>
            <a:xfrm>
              <a:off x="5299009" y="3371463"/>
              <a:ext cx="187616" cy="2119197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5"/>
            <p:cNvSpPr/>
            <p:nvPr/>
          </p:nvSpPr>
          <p:spPr>
            <a:xfrm>
              <a:off x="5507472" y="2860197"/>
              <a:ext cx="187616" cy="245188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6"/>
            <p:cNvSpPr/>
            <p:nvPr/>
          </p:nvSpPr>
          <p:spPr>
            <a:xfrm>
              <a:off x="5507472" y="3105385"/>
              <a:ext cx="187616" cy="233946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7"/>
            <p:cNvSpPr/>
            <p:nvPr/>
          </p:nvSpPr>
          <p:spPr>
            <a:xfrm>
              <a:off x="5507472" y="3339331"/>
              <a:ext cx="187616" cy="2151329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8"/>
            <p:cNvSpPr/>
            <p:nvPr/>
          </p:nvSpPr>
          <p:spPr>
            <a:xfrm>
              <a:off x="5715935" y="2798169"/>
              <a:ext cx="187616" cy="258938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59"/>
            <p:cNvSpPr/>
            <p:nvPr/>
          </p:nvSpPr>
          <p:spPr>
            <a:xfrm>
              <a:off x="5715935" y="3057107"/>
              <a:ext cx="187616" cy="260563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0"/>
            <p:cNvSpPr/>
            <p:nvPr/>
          </p:nvSpPr>
          <p:spPr>
            <a:xfrm>
              <a:off x="5715935" y="3317671"/>
              <a:ext cx="187616" cy="2172989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1"/>
            <p:cNvSpPr/>
            <p:nvPr/>
          </p:nvSpPr>
          <p:spPr>
            <a:xfrm>
              <a:off x="5924398" y="2725385"/>
              <a:ext cx="187616" cy="272700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2"/>
            <p:cNvSpPr/>
            <p:nvPr/>
          </p:nvSpPr>
          <p:spPr>
            <a:xfrm>
              <a:off x="5924398" y="2998086"/>
              <a:ext cx="187616" cy="287743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3"/>
            <p:cNvSpPr/>
            <p:nvPr/>
          </p:nvSpPr>
          <p:spPr>
            <a:xfrm>
              <a:off x="5924398" y="3285829"/>
              <a:ext cx="187616" cy="2204831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4"/>
            <p:cNvSpPr/>
            <p:nvPr/>
          </p:nvSpPr>
          <p:spPr>
            <a:xfrm>
              <a:off x="6132862" y="2657592"/>
              <a:ext cx="187616" cy="282378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5"/>
            <p:cNvSpPr/>
            <p:nvPr/>
          </p:nvSpPr>
          <p:spPr>
            <a:xfrm>
              <a:off x="6132862" y="2939971"/>
              <a:ext cx="187616" cy="315055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6"/>
            <p:cNvSpPr/>
            <p:nvPr/>
          </p:nvSpPr>
          <p:spPr>
            <a:xfrm>
              <a:off x="6132862" y="3255027"/>
              <a:ext cx="187616" cy="2235634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6341325" y="2585746"/>
              <a:ext cx="187616" cy="290083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6341325" y="2875830"/>
              <a:ext cx="187616" cy="343270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6341325" y="3219101"/>
              <a:ext cx="187616" cy="2271560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6549788" y="2517866"/>
              <a:ext cx="187616" cy="295892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6549788" y="2813759"/>
              <a:ext cx="187616" cy="369725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6549788" y="3183484"/>
              <a:ext cx="187616" cy="2307176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3"/>
            <p:cNvSpPr/>
            <p:nvPr/>
          </p:nvSpPr>
          <p:spPr>
            <a:xfrm>
              <a:off x="6758251" y="2466135"/>
              <a:ext cx="187616" cy="300892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4"/>
            <p:cNvSpPr/>
            <p:nvPr/>
          </p:nvSpPr>
          <p:spPr>
            <a:xfrm>
              <a:off x="6758251" y="2767028"/>
              <a:ext cx="187616" cy="397283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5"/>
            <p:cNvSpPr/>
            <p:nvPr/>
          </p:nvSpPr>
          <p:spPr>
            <a:xfrm>
              <a:off x="6758251" y="3164312"/>
              <a:ext cx="187616" cy="2326349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6"/>
            <p:cNvSpPr/>
            <p:nvPr/>
          </p:nvSpPr>
          <p:spPr>
            <a:xfrm>
              <a:off x="6966714" y="2415082"/>
              <a:ext cx="187616" cy="306792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7"/>
            <p:cNvSpPr/>
            <p:nvPr/>
          </p:nvSpPr>
          <p:spPr>
            <a:xfrm>
              <a:off x="6966714" y="2721874"/>
              <a:ext cx="187616" cy="424741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8"/>
            <p:cNvSpPr/>
            <p:nvPr/>
          </p:nvSpPr>
          <p:spPr>
            <a:xfrm>
              <a:off x="6966714" y="3146615"/>
              <a:ext cx="187616" cy="2344045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79"/>
            <p:cNvSpPr/>
            <p:nvPr/>
          </p:nvSpPr>
          <p:spPr>
            <a:xfrm>
              <a:off x="7175178" y="2365258"/>
              <a:ext cx="187616" cy="310727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0"/>
            <p:cNvSpPr/>
            <p:nvPr/>
          </p:nvSpPr>
          <p:spPr>
            <a:xfrm>
              <a:off x="7175178" y="2675986"/>
              <a:ext cx="187616" cy="453328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1"/>
            <p:cNvSpPr/>
            <p:nvPr/>
          </p:nvSpPr>
          <p:spPr>
            <a:xfrm>
              <a:off x="7175178" y="3129315"/>
              <a:ext cx="187616" cy="2361346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2"/>
            <p:cNvSpPr/>
            <p:nvPr/>
          </p:nvSpPr>
          <p:spPr>
            <a:xfrm>
              <a:off x="7383641" y="2297707"/>
              <a:ext cx="187616" cy="311852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3"/>
            <p:cNvSpPr/>
            <p:nvPr/>
          </p:nvSpPr>
          <p:spPr>
            <a:xfrm>
              <a:off x="7383641" y="2609560"/>
              <a:ext cx="187616" cy="479640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4"/>
            <p:cNvSpPr/>
            <p:nvPr/>
          </p:nvSpPr>
          <p:spPr>
            <a:xfrm>
              <a:off x="7383641" y="3089200"/>
              <a:ext cx="187616" cy="2401461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5"/>
            <p:cNvSpPr/>
            <p:nvPr/>
          </p:nvSpPr>
          <p:spPr>
            <a:xfrm>
              <a:off x="7592104" y="2235201"/>
              <a:ext cx="187616" cy="312666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6"/>
            <p:cNvSpPr/>
            <p:nvPr/>
          </p:nvSpPr>
          <p:spPr>
            <a:xfrm>
              <a:off x="7592104" y="2547868"/>
              <a:ext cx="187616" cy="507132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7"/>
            <p:cNvSpPr/>
            <p:nvPr/>
          </p:nvSpPr>
          <p:spPr>
            <a:xfrm>
              <a:off x="7592104" y="3055001"/>
              <a:ext cx="187616" cy="2435660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8"/>
            <p:cNvSpPr/>
            <p:nvPr/>
          </p:nvSpPr>
          <p:spPr>
            <a:xfrm>
              <a:off x="7800567" y="2174462"/>
              <a:ext cx="187616" cy="313539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89"/>
            <p:cNvSpPr/>
            <p:nvPr/>
          </p:nvSpPr>
          <p:spPr>
            <a:xfrm>
              <a:off x="7800567" y="2488002"/>
              <a:ext cx="187616" cy="534307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0"/>
            <p:cNvSpPr/>
            <p:nvPr/>
          </p:nvSpPr>
          <p:spPr>
            <a:xfrm>
              <a:off x="7800567" y="3022310"/>
              <a:ext cx="187616" cy="2468351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1"/>
            <p:cNvSpPr/>
            <p:nvPr/>
          </p:nvSpPr>
          <p:spPr>
            <a:xfrm>
              <a:off x="8009031" y="2106343"/>
              <a:ext cx="187616" cy="316808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2"/>
            <p:cNvSpPr/>
            <p:nvPr/>
          </p:nvSpPr>
          <p:spPr>
            <a:xfrm>
              <a:off x="8009031" y="2423152"/>
              <a:ext cx="187616" cy="563367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3"/>
            <p:cNvSpPr/>
            <p:nvPr/>
          </p:nvSpPr>
          <p:spPr>
            <a:xfrm>
              <a:off x="8009031" y="2986520"/>
              <a:ext cx="187616" cy="2504141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4"/>
            <p:cNvSpPr/>
            <p:nvPr/>
          </p:nvSpPr>
          <p:spPr>
            <a:xfrm>
              <a:off x="8217494" y="2008920"/>
              <a:ext cx="187616" cy="319641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5"/>
            <p:cNvSpPr/>
            <p:nvPr/>
          </p:nvSpPr>
          <p:spPr>
            <a:xfrm>
              <a:off x="8217494" y="2328561"/>
              <a:ext cx="187616" cy="588727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6"/>
            <p:cNvSpPr/>
            <p:nvPr/>
          </p:nvSpPr>
          <p:spPr>
            <a:xfrm>
              <a:off x="8217494" y="2917288"/>
              <a:ext cx="187616" cy="2573372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7"/>
            <p:cNvSpPr/>
            <p:nvPr/>
          </p:nvSpPr>
          <p:spPr>
            <a:xfrm>
              <a:off x="8425957" y="1951724"/>
              <a:ext cx="187616" cy="322978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8"/>
            <p:cNvSpPr/>
            <p:nvPr/>
          </p:nvSpPr>
          <p:spPr>
            <a:xfrm>
              <a:off x="8425957" y="2274702"/>
              <a:ext cx="187616" cy="615940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99"/>
            <p:cNvSpPr/>
            <p:nvPr/>
          </p:nvSpPr>
          <p:spPr>
            <a:xfrm>
              <a:off x="8425957" y="2890642"/>
              <a:ext cx="187616" cy="2600018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8728229" y="1983286"/>
              <a:ext cx="1414297" cy="259853"/>
            </a:xfrm>
            <a:custGeom>
              <a:avLst/>
              <a:pathLst>
                <a:path w="1414297" h="259853">
                  <a:moveTo>
                    <a:pt x="41148" y="259853"/>
                  </a:moveTo>
                  <a:lnTo>
                    <a:pt x="1373149" y="259853"/>
                  </a:lnTo>
                  <a:lnTo>
                    <a:pt x="1371492" y="259820"/>
                  </a:lnTo>
                  <a:lnTo>
                    <a:pt x="1378109" y="259553"/>
                  </a:lnTo>
                  <a:lnTo>
                    <a:pt x="1384597" y="258229"/>
                  </a:lnTo>
                  <a:lnTo>
                    <a:pt x="1390789" y="255881"/>
                  </a:lnTo>
                  <a:lnTo>
                    <a:pt x="1396524" y="252570"/>
                  </a:lnTo>
                  <a:lnTo>
                    <a:pt x="1401653" y="248381"/>
                  </a:lnTo>
                  <a:lnTo>
                    <a:pt x="1406044" y="243425"/>
                  </a:lnTo>
                  <a:lnTo>
                    <a:pt x="1409584" y="237828"/>
                  </a:lnTo>
                  <a:lnTo>
                    <a:pt x="1412179" y="231736"/>
                  </a:lnTo>
                  <a:lnTo>
                    <a:pt x="1413764" y="225306"/>
                  </a:lnTo>
                  <a:lnTo>
                    <a:pt x="1414297" y="218705"/>
                  </a:lnTo>
                  <a:lnTo>
                    <a:pt x="1414297" y="41148"/>
                  </a:lnTo>
                  <a:lnTo>
                    <a:pt x="1413764" y="34547"/>
                  </a:lnTo>
                  <a:lnTo>
                    <a:pt x="1412179" y="28117"/>
                  </a:lnTo>
                  <a:lnTo>
                    <a:pt x="1409584" y="22025"/>
                  </a:lnTo>
                  <a:lnTo>
                    <a:pt x="1406044" y="16428"/>
                  </a:lnTo>
                  <a:lnTo>
                    <a:pt x="1401653" y="11471"/>
                  </a:lnTo>
                  <a:lnTo>
                    <a:pt x="1396524" y="7283"/>
                  </a:lnTo>
                  <a:lnTo>
                    <a:pt x="1390789" y="3972"/>
                  </a:lnTo>
                  <a:lnTo>
                    <a:pt x="1384597" y="1624"/>
                  </a:lnTo>
                  <a:lnTo>
                    <a:pt x="1378109" y="300"/>
                  </a:lnTo>
                  <a:lnTo>
                    <a:pt x="1373149" y="0"/>
                  </a:lnTo>
                  <a:lnTo>
                    <a:pt x="41148" y="0"/>
                  </a:lnTo>
                  <a:lnTo>
                    <a:pt x="46107" y="300"/>
                  </a:lnTo>
                  <a:lnTo>
                    <a:pt x="39491" y="33"/>
                  </a:lnTo>
                  <a:lnTo>
                    <a:pt x="32917" y="831"/>
                  </a:lnTo>
                  <a:lnTo>
                    <a:pt x="26556" y="2673"/>
                  </a:lnTo>
                  <a:lnTo>
                    <a:pt x="20574" y="5512"/>
                  </a:lnTo>
                  <a:lnTo>
                    <a:pt x="15124" y="9274"/>
                  </a:lnTo>
                  <a:lnTo>
                    <a:pt x="10348" y="13861"/>
                  </a:lnTo>
                  <a:lnTo>
                    <a:pt x="6370" y="19155"/>
                  </a:lnTo>
                  <a:lnTo>
                    <a:pt x="3292" y="25019"/>
                  </a:lnTo>
                  <a:lnTo>
                    <a:pt x="1195" y="31300"/>
                  </a:lnTo>
                  <a:lnTo>
                    <a:pt x="133" y="37836"/>
                  </a:lnTo>
                  <a:lnTo>
                    <a:pt x="0" y="41148"/>
                  </a:lnTo>
                  <a:lnTo>
                    <a:pt x="0" y="218705"/>
                  </a:lnTo>
                  <a:lnTo>
                    <a:pt x="133" y="215394"/>
                  </a:lnTo>
                  <a:lnTo>
                    <a:pt x="133" y="222016"/>
                  </a:lnTo>
                  <a:lnTo>
                    <a:pt x="1195" y="228553"/>
                  </a:lnTo>
                  <a:lnTo>
                    <a:pt x="3292" y="234834"/>
                  </a:lnTo>
                  <a:lnTo>
                    <a:pt x="6370" y="240698"/>
                  </a:lnTo>
                  <a:lnTo>
                    <a:pt x="10348" y="245992"/>
                  </a:lnTo>
                  <a:lnTo>
                    <a:pt x="15124" y="250579"/>
                  </a:lnTo>
                  <a:lnTo>
                    <a:pt x="20574" y="254341"/>
                  </a:lnTo>
                  <a:lnTo>
                    <a:pt x="26556" y="257179"/>
                  </a:lnTo>
                  <a:lnTo>
                    <a:pt x="32917" y="259022"/>
                  </a:lnTo>
                  <a:lnTo>
                    <a:pt x="39491" y="2598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tx101"/>
            <p:cNvSpPr/>
            <p:nvPr/>
          </p:nvSpPr>
          <p:spPr>
            <a:xfrm>
              <a:off x="8746517" y="2025925"/>
              <a:ext cx="1359433" cy="169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F5B50C">
                      <a:alpha val="100000"/>
                    </a:srgbClr>
                  </a:solidFill>
                  <a:latin typeface="Arial"/>
                  <a:cs typeface="Arial"/>
                </a:rPr>
                <a:t>Electrification</a:t>
              </a:r>
            </a:p>
          </p:txBody>
        </p:sp>
        <p:sp>
          <p:nvSpPr>
            <p:cNvPr id="103" name="pg102"/>
            <p:cNvSpPr/>
            <p:nvPr/>
          </p:nvSpPr>
          <p:spPr>
            <a:xfrm>
              <a:off x="8728229" y="2343017"/>
              <a:ext cx="880748" cy="479309"/>
            </a:xfrm>
            <a:custGeom>
              <a:avLst/>
              <a:pathLst>
                <a:path w="880748" h="479309">
                  <a:moveTo>
                    <a:pt x="41148" y="479309"/>
                  </a:moveTo>
                  <a:lnTo>
                    <a:pt x="839600" y="479309"/>
                  </a:lnTo>
                  <a:lnTo>
                    <a:pt x="837943" y="479276"/>
                  </a:lnTo>
                  <a:lnTo>
                    <a:pt x="844560" y="479009"/>
                  </a:lnTo>
                  <a:lnTo>
                    <a:pt x="851048" y="477685"/>
                  </a:lnTo>
                  <a:lnTo>
                    <a:pt x="857240" y="475337"/>
                  </a:lnTo>
                  <a:lnTo>
                    <a:pt x="862975" y="472026"/>
                  </a:lnTo>
                  <a:lnTo>
                    <a:pt x="868104" y="467837"/>
                  </a:lnTo>
                  <a:lnTo>
                    <a:pt x="872495" y="462881"/>
                  </a:lnTo>
                  <a:lnTo>
                    <a:pt x="876035" y="457284"/>
                  </a:lnTo>
                  <a:lnTo>
                    <a:pt x="878630" y="451192"/>
                  </a:lnTo>
                  <a:lnTo>
                    <a:pt x="880215" y="444762"/>
                  </a:lnTo>
                  <a:lnTo>
                    <a:pt x="880748" y="438161"/>
                  </a:lnTo>
                  <a:lnTo>
                    <a:pt x="880748" y="41148"/>
                  </a:lnTo>
                  <a:lnTo>
                    <a:pt x="880215" y="34547"/>
                  </a:lnTo>
                  <a:lnTo>
                    <a:pt x="878630" y="28117"/>
                  </a:lnTo>
                  <a:lnTo>
                    <a:pt x="876035" y="22025"/>
                  </a:lnTo>
                  <a:lnTo>
                    <a:pt x="872495" y="16428"/>
                  </a:lnTo>
                  <a:lnTo>
                    <a:pt x="868104" y="11471"/>
                  </a:lnTo>
                  <a:lnTo>
                    <a:pt x="862975" y="7283"/>
                  </a:lnTo>
                  <a:lnTo>
                    <a:pt x="857240" y="3972"/>
                  </a:lnTo>
                  <a:lnTo>
                    <a:pt x="851048" y="1624"/>
                  </a:lnTo>
                  <a:lnTo>
                    <a:pt x="844560" y="300"/>
                  </a:lnTo>
                  <a:lnTo>
                    <a:pt x="839600" y="0"/>
                  </a:lnTo>
                  <a:lnTo>
                    <a:pt x="41148" y="0"/>
                  </a:lnTo>
                  <a:lnTo>
                    <a:pt x="46107" y="300"/>
                  </a:lnTo>
                  <a:lnTo>
                    <a:pt x="39491" y="33"/>
                  </a:lnTo>
                  <a:lnTo>
                    <a:pt x="32917" y="831"/>
                  </a:lnTo>
                  <a:lnTo>
                    <a:pt x="26556" y="2673"/>
                  </a:lnTo>
                  <a:lnTo>
                    <a:pt x="20574" y="5512"/>
                  </a:lnTo>
                  <a:lnTo>
                    <a:pt x="15124" y="9274"/>
                  </a:lnTo>
                  <a:lnTo>
                    <a:pt x="10348" y="13861"/>
                  </a:lnTo>
                  <a:lnTo>
                    <a:pt x="6370" y="19155"/>
                  </a:lnTo>
                  <a:lnTo>
                    <a:pt x="3292" y="25019"/>
                  </a:lnTo>
                  <a:lnTo>
                    <a:pt x="1195" y="31300"/>
                  </a:lnTo>
                  <a:lnTo>
                    <a:pt x="133" y="37836"/>
                  </a:lnTo>
                  <a:lnTo>
                    <a:pt x="0" y="41148"/>
                  </a:lnTo>
                  <a:lnTo>
                    <a:pt x="0" y="438161"/>
                  </a:lnTo>
                  <a:lnTo>
                    <a:pt x="133" y="434850"/>
                  </a:lnTo>
                  <a:lnTo>
                    <a:pt x="133" y="441472"/>
                  </a:lnTo>
                  <a:lnTo>
                    <a:pt x="1195" y="448009"/>
                  </a:lnTo>
                  <a:lnTo>
                    <a:pt x="3292" y="454290"/>
                  </a:lnTo>
                  <a:lnTo>
                    <a:pt x="6370" y="460154"/>
                  </a:lnTo>
                  <a:lnTo>
                    <a:pt x="10348" y="465448"/>
                  </a:lnTo>
                  <a:lnTo>
                    <a:pt x="15124" y="470035"/>
                  </a:lnTo>
                  <a:lnTo>
                    <a:pt x="20574" y="473797"/>
                  </a:lnTo>
                  <a:lnTo>
                    <a:pt x="26556" y="476635"/>
                  </a:lnTo>
                  <a:lnTo>
                    <a:pt x="32917" y="478478"/>
                  </a:lnTo>
                  <a:lnTo>
                    <a:pt x="39491" y="479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tx103"/>
            <p:cNvSpPr/>
            <p:nvPr/>
          </p:nvSpPr>
          <p:spPr>
            <a:xfrm>
              <a:off x="8746517" y="2388447"/>
              <a:ext cx="749424" cy="1663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A1253E">
                      <a:alpha val="100000"/>
                    </a:srgbClr>
                  </a:solidFill>
                  <a:latin typeface="Arial"/>
                  <a:cs typeface="Arial"/>
                </a:rPr>
                <a:t>Electric</a:t>
              </a:r>
            </a:p>
          </p:txBody>
        </p:sp>
        <p:sp>
          <p:nvSpPr>
            <p:cNvPr id="105" name="tx104"/>
            <p:cNvSpPr/>
            <p:nvPr/>
          </p:nvSpPr>
          <p:spPr>
            <a:xfrm>
              <a:off x="8746517" y="2607903"/>
              <a:ext cx="825884" cy="1663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A1253E">
                      <a:alpha val="100000"/>
                    </a:srgbClr>
                  </a:solidFill>
                  <a:latin typeface="Arial"/>
                  <a:cs typeface="Arial"/>
                </a:rPr>
                <a:t>vehicles</a:t>
              </a:r>
            </a:p>
          </p:txBody>
        </p:sp>
        <p:sp>
          <p:nvSpPr>
            <p:cNvPr id="106" name="pg105"/>
            <p:cNvSpPr/>
            <p:nvPr/>
          </p:nvSpPr>
          <p:spPr>
            <a:xfrm>
              <a:off x="8728229" y="3950997"/>
              <a:ext cx="1351008" cy="479309"/>
            </a:xfrm>
            <a:custGeom>
              <a:avLst/>
              <a:pathLst>
                <a:path w="1351008" h="479309">
                  <a:moveTo>
                    <a:pt x="41148" y="479309"/>
                  </a:moveTo>
                  <a:lnTo>
                    <a:pt x="1309860" y="479309"/>
                  </a:lnTo>
                  <a:lnTo>
                    <a:pt x="1308203" y="479276"/>
                  </a:lnTo>
                  <a:lnTo>
                    <a:pt x="1314819" y="479009"/>
                  </a:lnTo>
                  <a:lnTo>
                    <a:pt x="1321308" y="477685"/>
                  </a:lnTo>
                  <a:lnTo>
                    <a:pt x="1327499" y="475337"/>
                  </a:lnTo>
                  <a:lnTo>
                    <a:pt x="1333234" y="472026"/>
                  </a:lnTo>
                  <a:lnTo>
                    <a:pt x="1338364" y="467837"/>
                  </a:lnTo>
                  <a:lnTo>
                    <a:pt x="1342755" y="462881"/>
                  </a:lnTo>
                  <a:lnTo>
                    <a:pt x="1346294" y="457284"/>
                  </a:lnTo>
                  <a:lnTo>
                    <a:pt x="1348890" y="451192"/>
                  </a:lnTo>
                  <a:lnTo>
                    <a:pt x="1350475" y="444762"/>
                  </a:lnTo>
                  <a:lnTo>
                    <a:pt x="1351008" y="438161"/>
                  </a:lnTo>
                  <a:lnTo>
                    <a:pt x="1351008" y="41148"/>
                  </a:lnTo>
                  <a:lnTo>
                    <a:pt x="1350475" y="34547"/>
                  </a:lnTo>
                  <a:lnTo>
                    <a:pt x="1348890" y="28117"/>
                  </a:lnTo>
                  <a:lnTo>
                    <a:pt x="1346294" y="22025"/>
                  </a:lnTo>
                  <a:lnTo>
                    <a:pt x="1342755" y="16428"/>
                  </a:lnTo>
                  <a:lnTo>
                    <a:pt x="1338364" y="11471"/>
                  </a:lnTo>
                  <a:lnTo>
                    <a:pt x="1333234" y="7283"/>
                  </a:lnTo>
                  <a:lnTo>
                    <a:pt x="1327499" y="3972"/>
                  </a:lnTo>
                  <a:lnTo>
                    <a:pt x="1321308" y="1624"/>
                  </a:lnTo>
                  <a:lnTo>
                    <a:pt x="1314819" y="300"/>
                  </a:lnTo>
                  <a:lnTo>
                    <a:pt x="1309860" y="0"/>
                  </a:lnTo>
                  <a:lnTo>
                    <a:pt x="41148" y="0"/>
                  </a:lnTo>
                  <a:lnTo>
                    <a:pt x="46107" y="300"/>
                  </a:lnTo>
                  <a:lnTo>
                    <a:pt x="39491" y="33"/>
                  </a:lnTo>
                  <a:lnTo>
                    <a:pt x="32917" y="831"/>
                  </a:lnTo>
                  <a:lnTo>
                    <a:pt x="26556" y="2673"/>
                  </a:lnTo>
                  <a:lnTo>
                    <a:pt x="20574" y="5512"/>
                  </a:lnTo>
                  <a:lnTo>
                    <a:pt x="15124" y="9274"/>
                  </a:lnTo>
                  <a:lnTo>
                    <a:pt x="10348" y="13861"/>
                  </a:lnTo>
                  <a:lnTo>
                    <a:pt x="6370" y="19155"/>
                  </a:lnTo>
                  <a:lnTo>
                    <a:pt x="3292" y="25019"/>
                  </a:lnTo>
                  <a:lnTo>
                    <a:pt x="1195" y="31300"/>
                  </a:lnTo>
                  <a:lnTo>
                    <a:pt x="133" y="37836"/>
                  </a:lnTo>
                  <a:lnTo>
                    <a:pt x="0" y="41148"/>
                  </a:lnTo>
                  <a:lnTo>
                    <a:pt x="0" y="438161"/>
                  </a:lnTo>
                  <a:lnTo>
                    <a:pt x="133" y="434850"/>
                  </a:lnTo>
                  <a:lnTo>
                    <a:pt x="133" y="441472"/>
                  </a:lnTo>
                  <a:lnTo>
                    <a:pt x="1195" y="448009"/>
                  </a:lnTo>
                  <a:lnTo>
                    <a:pt x="3292" y="454290"/>
                  </a:lnTo>
                  <a:lnTo>
                    <a:pt x="6370" y="460154"/>
                  </a:lnTo>
                  <a:lnTo>
                    <a:pt x="10348" y="465448"/>
                  </a:lnTo>
                  <a:lnTo>
                    <a:pt x="15124" y="470035"/>
                  </a:lnTo>
                  <a:lnTo>
                    <a:pt x="20574" y="473797"/>
                  </a:lnTo>
                  <a:lnTo>
                    <a:pt x="26556" y="476635"/>
                  </a:lnTo>
                  <a:lnTo>
                    <a:pt x="32917" y="478478"/>
                  </a:lnTo>
                  <a:lnTo>
                    <a:pt x="39491" y="479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tx106"/>
            <p:cNvSpPr/>
            <p:nvPr/>
          </p:nvSpPr>
          <p:spPr>
            <a:xfrm>
              <a:off x="8746517" y="3996426"/>
              <a:ext cx="838609" cy="1663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EF7900">
                      <a:alpha val="100000"/>
                    </a:srgbClr>
                  </a:solidFill>
                  <a:latin typeface="Arial"/>
                  <a:cs typeface="Arial"/>
                </a:rPr>
                <a:t>All other</a:t>
              </a:r>
            </a:p>
          </p:txBody>
        </p:sp>
        <p:sp>
          <p:nvSpPr>
            <p:cNvPr id="108" name="tx107"/>
            <p:cNvSpPr/>
            <p:nvPr/>
          </p:nvSpPr>
          <p:spPr>
            <a:xfrm>
              <a:off x="8746517" y="4173131"/>
              <a:ext cx="1296144" cy="2090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EF7900">
                      <a:alpha val="100000"/>
                    </a:srgbClr>
                  </a:solidFill>
                  <a:latin typeface="Arial"/>
                  <a:cs typeface="Arial"/>
                </a:rPr>
                <a:t>consumption</a:t>
              </a:r>
            </a:p>
          </p:txBody>
        </p:sp>
        <p:sp>
          <p:nvSpPr>
            <p:cNvPr id="109" name="tx108"/>
            <p:cNvSpPr/>
            <p:nvPr/>
          </p:nvSpPr>
          <p:spPr>
            <a:xfrm>
              <a:off x="2150901" y="5405382"/>
              <a:ext cx="127136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10" name="tx109"/>
            <p:cNvSpPr/>
            <p:nvPr/>
          </p:nvSpPr>
          <p:spPr>
            <a:xfrm>
              <a:off x="1896628" y="4598224"/>
              <a:ext cx="381409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111" name="tx110"/>
            <p:cNvSpPr/>
            <p:nvPr/>
          </p:nvSpPr>
          <p:spPr>
            <a:xfrm>
              <a:off x="1896628" y="3791065"/>
              <a:ext cx="381409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200</a:t>
              </a:r>
            </a:p>
          </p:txBody>
        </p:sp>
        <p:sp>
          <p:nvSpPr>
            <p:cNvPr id="112" name="tx111"/>
            <p:cNvSpPr/>
            <p:nvPr/>
          </p:nvSpPr>
          <p:spPr>
            <a:xfrm>
              <a:off x="1896628" y="2983795"/>
              <a:ext cx="381409" cy="1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300</a:t>
              </a:r>
            </a:p>
          </p:txBody>
        </p:sp>
        <p:sp>
          <p:nvSpPr>
            <p:cNvPr id="113" name="tx112"/>
            <p:cNvSpPr/>
            <p:nvPr/>
          </p:nvSpPr>
          <p:spPr>
            <a:xfrm>
              <a:off x="1896628" y="2176748"/>
              <a:ext cx="381409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400</a:t>
              </a:r>
            </a:p>
          </p:txBody>
        </p:sp>
        <p:sp>
          <p:nvSpPr>
            <p:cNvPr id="114" name="pl113"/>
            <p:cNvSpPr/>
            <p:nvPr/>
          </p:nvSpPr>
          <p:spPr>
            <a:xfrm>
              <a:off x="2380523" y="5490661"/>
              <a:ext cx="7806948" cy="0"/>
            </a:xfrm>
            <a:custGeom>
              <a:avLst/>
              <a:pathLst>
                <a:path w="7806948" h="0">
                  <a:moveTo>
                    <a:pt x="0" y="0"/>
                  </a:moveTo>
                  <a:lnTo>
                    <a:pt x="7806948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4"/>
            <p:cNvSpPr/>
            <p:nvPr/>
          </p:nvSpPr>
          <p:spPr>
            <a:xfrm>
              <a:off x="2474332" y="549066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3516648" y="549066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6"/>
            <p:cNvSpPr/>
            <p:nvPr/>
          </p:nvSpPr>
          <p:spPr>
            <a:xfrm>
              <a:off x="4558964" y="549066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7"/>
            <p:cNvSpPr/>
            <p:nvPr/>
          </p:nvSpPr>
          <p:spPr>
            <a:xfrm>
              <a:off x="5601280" y="549066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8"/>
            <p:cNvSpPr/>
            <p:nvPr/>
          </p:nvSpPr>
          <p:spPr>
            <a:xfrm>
              <a:off x="6643596" y="549066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19"/>
            <p:cNvSpPr/>
            <p:nvPr/>
          </p:nvSpPr>
          <p:spPr>
            <a:xfrm>
              <a:off x="7685913" y="549066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tx120"/>
            <p:cNvSpPr/>
            <p:nvPr/>
          </p:nvSpPr>
          <p:spPr>
            <a:xfrm>
              <a:off x="2220059" y="5589686"/>
              <a:ext cx="508545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2025</a:t>
              </a:r>
            </a:p>
          </p:txBody>
        </p:sp>
        <p:sp>
          <p:nvSpPr>
            <p:cNvPr id="122" name="tx121"/>
            <p:cNvSpPr/>
            <p:nvPr/>
          </p:nvSpPr>
          <p:spPr>
            <a:xfrm>
              <a:off x="3262375" y="5589575"/>
              <a:ext cx="508545" cy="1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2030</a:t>
              </a:r>
            </a:p>
          </p:txBody>
        </p:sp>
        <p:sp>
          <p:nvSpPr>
            <p:cNvPr id="123" name="tx122"/>
            <p:cNvSpPr/>
            <p:nvPr/>
          </p:nvSpPr>
          <p:spPr>
            <a:xfrm>
              <a:off x="4304691" y="5589575"/>
              <a:ext cx="508545" cy="1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2035</a:t>
              </a:r>
            </a:p>
          </p:txBody>
        </p:sp>
        <p:sp>
          <p:nvSpPr>
            <p:cNvPr id="124" name="tx123"/>
            <p:cNvSpPr/>
            <p:nvPr/>
          </p:nvSpPr>
          <p:spPr>
            <a:xfrm>
              <a:off x="5347007" y="5589686"/>
              <a:ext cx="508545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2040</a:t>
              </a:r>
            </a:p>
          </p:txBody>
        </p:sp>
        <p:sp>
          <p:nvSpPr>
            <p:cNvPr id="125" name="tx124"/>
            <p:cNvSpPr/>
            <p:nvPr/>
          </p:nvSpPr>
          <p:spPr>
            <a:xfrm>
              <a:off x="6389324" y="5589686"/>
              <a:ext cx="508545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2045</a:t>
              </a:r>
            </a:p>
          </p:txBody>
        </p:sp>
        <p:sp>
          <p:nvSpPr>
            <p:cNvPr id="126" name="tx125"/>
            <p:cNvSpPr/>
            <p:nvPr/>
          </p:nvSpPr>
          <p:spPr>
            <a:xfrm>
              <a:off x="7431640" y="5589686"/>
              <a:ext cx="508545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2050</a:t>
              </a:r>
            </a:p>
          </p:txBody>
        </p:sp>
      </p:grpSp>
      <p:sp>
        <p:nvSpPr>
          <p:cNvPr id="127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Electric vehicles and electrification will drive much of the growth in electricity consumption</a:t>
            </a:r>
          </a:p>
        </p:txBody>
      </p:sp>
      <p:sp>
        <p:nvSpPr>
          <p:cNvPr id="128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8876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/>
  <cp:revision>269</cp:revision>
  <dcterms:created xsi:type="dcterms:W3CDTF">2022-05-20T01:54:03Z</dcterms:created>
  <dcterms:modified xsi:type="dcterms:W3CDTF">2025-04-17T11:16:24Z</dcterms:modified>
</cp:coreProperties>
</file>