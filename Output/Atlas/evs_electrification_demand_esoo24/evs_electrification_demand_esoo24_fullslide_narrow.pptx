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Melbourne\Energy\Analysis\analysis_cp_dj_2025\Output\Atlas\evs_electrification_demand_esoo24\evs_electrification_demand_esoo24_fullslide_narrow.pptx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Electricity consumption (TWh) in the NEM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894800" y="1807199"/>
              <a:ext cx="840240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80523" y="1898639"/>
              <a:ext cx="7806948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380523" y="5490661"/>
              <a:ext cx="7806948" cy="0"/>
            </a:xfrm>
            <a:custGeom>
              <a:avLst/>
              <a:pathLst>
                <a:path w="7806948" h="0">
                  <a:moveTo>
                    <a:pt x="0" y="0"/>
                  </a:moveTo>
                  <a:lnTo>
                    <a:pt x="7806948" y="0"/>
                  </a:lnTo>
                  <a:lnTo>
                    <a:pt x="78069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380523" y="4683502"/>
              <a:ext cx="7806948" cy="0"/>
            </a:xfrm>
            <a:custGeom>
              <a:avLst/>
              <a:pathLst>
                <a:path w="7806948" h="0">
                  <a:moveTo>
                    <a:pt x="0" y="0"/>
                  </a:moveTo>
                  <a:lnTo>
                    <a:pt x="7806948" y="0"/>
                  </a:lnTo>
                  <a:lnTo>
                    <a:pt x="78069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380523" y="3876343"/>
              <a:ext cx="7806948" cy="0"/>
            </a:xfrm>
            <a:custGeom>
              <a:avLst/>
              <a:pathLst>
                <a:path w="7806948" h="0">
                  <a:moveTo>
                    <a:pt x="0" y="0"/>
                  </a:moveTo>
                  <a:lnTo>
                    <a:pt x="7806948" y="0"/>
                  </a:lnTo>
                  <a:lnTo>
                    <a:pt x="78069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80523" y="3069185"/>
              <a:ext cx="7806948" cy="0"/>
            </a:xfrm>
            <a:custGeom>
              <a:avLst/>
              <a:pathLst>
                <a:path w="7806948" h="0">
                  <a:moveTo>
                    <a:pt x="0" y="0"/>
                  </a:moveTo>
                  <a:lnTo>
                    <a:pt x="7806948" y="0"/>
                  </a:lnTo>
                  <a:lnTo>
                    <a:pt x="78069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380523" y="2262026"/>
              <a:ext cx="7806948" cy="0"/>
            </a:xfrm>
            <a:custGeom>
              <a:avLst/>
              <a:pathLst>
                <a:path w="7806948" h="0">
                  <a:moveTo>
                    <a:pt x="0" y="0"/>
                  </a:moveTo>
                  <a:lnTo>
                    <a:pt x="7806948" y="0"/>
                  </a:lnTo>
                  <a:lnTo>
                    <a:pt x="78069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380523" y="3799035"/>
              <a:ext cx="187616" cy="1175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380523" y="3810792"/>
              <a:ext cx="187616" cy="580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2380523" y="3816596"/>
              <a:ext cx="187616" cy="167406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2588986" y="3757855"/>
              <a:ext cx="187616" cy="3208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2588986" y="3789936"/>
              <a:ext cx="187616" cy="1007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2588986" y="3800014"/>
              <a:ext cx="187616" cy="169064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2797450" y="3707011"/>
              <a:ext cx="187616" cy="5524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2797450" y="3762257"/>
              <a:ext cx="187616" cy="1583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2797450" y="3778090"/>
              <a:ext cx="187616" cy="171257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3005913" y="3662356"/>
              <a:ext cx="187616" cy="7536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3005913" y="3737720"/>
              <a:ext cx="187616" cy="232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005913" y="3760949"/>
              <a:ext cx="187616" cy="172971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3214376" y="3622128"/>
              <a:ext cx="187616" cy="9708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3214376" y="3719217"/>
              <a:ext cx="187616" cy="3170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3214376" y="3750922"/>
              <a:ext cx="187616" cy="173973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3422839" y="3566871"/>
              <a:ext cx="187616" cy="11323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3422839" y="3680108"/>
              <a:ext cx="187616" cy="4134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3422839" y="3721457"/>
              <a:ext cx="187616" cy="176920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3631303" y="3501445"/>
              <a:ext cx="187616" cy="12727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3631303" y="3628719"/>
              <a:ext cx="187616" cy="5212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3631303" y="3680841"/>
              <a:ext cx="187616" cy="180982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3839766" y="3428714"/>
              <a:ext cx="187616" cy="14003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3839766" y="3568747"/>
              <a:ext cx="187616" cy="639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3839766" y="3632662"/>
              <a:ext cx="187616" cy="185799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4048229" y="3344419"/>
              <a:ext cx="187616" cy="15152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4048229" y="3495947"/>
              <a:ext cx="187616" cy="7616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4048229" y="3572110"/>
              <a:ext cx="187616" cy="191855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4256692" y="3266106"/>
              <a:ext cx="187616" cy="16382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4256692" y="3429927"/>
              <a:ext cx="187616" cy="8935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4256692" y="3519279"/>
              <a:ext cx="187616" cy="197138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4465156" y="3215151"/>
              <a:ext cx="187616" cy="17313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4465156" y="3388288"/>
              <a:ext cx="187616" cy="10341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4465156" y="3491704"/>
              <a:ext cx="187616" cy="199895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4673619" y="3146110"/>
              <a:ext cx="187616" cy="19105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4673619" y="3337169"/>
              <a:ext cx="187616" cy="1250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4673619" y="3462197"/>
              <a:ext cx="187616" cy="202846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4882082" y="3067396"/>
              <a:ext cx="187616" cy="20752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4882082" y="3274923"/>
              <a:ext cx="187616" cy="15175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4882082" y="3426674"/>
              <a:ext cx="187616" cy="206398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5090545" y="2987876"/>
              <a:ext cx="187616" cy="22257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5090545" y="3210450"/>
              <a:ext cx="187616" cy="17887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5090545" y="3389324"/>
              <a:ext cx="187616" cy="210133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5299009" y="2932755"/>
              <a:ext cx="187616" cy="23267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5299009" y="3165431"/>
              <a:ext cx="187616" cy="20603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5299009" y="3371463"/>
              <a:ext cx="187616" cy="211919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5507472" y="2860197"/>
              <a:ext cx="187616" cy="24518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5507472" y="3105385"/>
              <a:ext cx="187616" cy="23394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5507472" y="3339331"/>
              <a:ext cx="187616" cy="215132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5715935" y="2798169"/>
              <a:ext cx="187616" cy="25893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5715935" y="3057107"/>
              <a:ext cx="187616" cy="26056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5715935" y="3317671"/>
              <a:ext cx="187616" cy="217298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5924398" y="2725385"/>
              <a:ext cx="187616" cy="27270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5924398" y="2998086"/>
              <a:ext cx="187616" cy="28774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5924398" y="3285829"/>
              <a:ext cx="187616" cy="220483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6132862" y="2657592"/>
              <a:ext cx="187616" cy="28237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6132862" y="2939971"/>
              <a:ext cx="187616" cy="31505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6132862" y="3255027"/>
              <a:ext cx="187616" cy="223563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6341325" y="2585746"/>
              <a:ext cx="187616" cy="29008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6341325" y="2875830"/>
              <a:ext cx="187616" cy="34327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6341325" y="3219101"/>
              <a:ext cx="187616" cy="227156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6549788" y="2517866"/>
              <a:ext cx="187616" cy="2958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6549788" y="2813759"/>
              <a:ext cx="187616" cy="36972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6549788" y="3183484"/>
              <a:ext cx="187616" cy="230717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6758251" y="2466135"/>
              <a:ext cx="187616" cy="3008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6758251" y="2767028"/>
              <a:ext cx="187616" cy="39728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6758251" y="3164312"/>
              <a:ext cx="187616" cy="232634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6966714" y="2415082"/>
              <a:ext cx="187616" cy="30679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6966714" y="2721874"/>
              <a:ext cx="187616" cy="42474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6966714" y="3146615"/>
              <a:ext cx="187616" cy="234404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7175178" y="2365258"/>
              <a:ext cx="187616" cy="31072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7175178" y="2675986"/>
              <a:ext cx="187616" cy="45332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7175178" y="3129315"/>
              <a:ext cx="187616" cy="236134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7383641" y="2297707"/>
              <a:ext cx="187616" cy="31185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7383641" y="2609560"/>
              <a:ext cx="187616" cy="47964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7383641" y="3089200"/>
              <a:ext cx="187616" cy="240146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7592104" y="2235201"/>
              <a:ext cx="187616" cy="31266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7592104" y="2547868"/>
              <a:ext cx="187616" cy="50713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7592104" y="3055001"/>
              <a:ext cx="187616" cy="243566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7800567" y="2174462"/>
              <a:ext cx="187616" cy="31353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7800567" y="2488002"/>
              <a:ext cx="187616" cy="53430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7800567" y="3022310"/>
              <a:ext cx="187616" cy="246835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8009031" y="2106343"/>
              <a:ext cx="187616" cy="31680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8009031" y="2423152"/>
              <a:ext cx="187616" cy="56336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8009031" y="2986520"/>
              <a:ext cx="187616" cy="250414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8217494" y="2008920"/>
              <a:ext cx="187616" cy="31964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8217494" y="2328561"/>
              <a:ext cx="187616" cy="58872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8217494" y="2917288"/>
              <a:ext cx="187616" cy="257337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8425957" y="1951724"/>
              <a:ext cx="187616" cy="32297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8425957" y="2274702"/>
              <a:ext cx="187616" cy="615940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8425957" y="2890642"/>
              <a:ext cx="187616" cy="260001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8728229" y="1983286"/>
              <a:ext cx="1414297" cy="259853"/>
            </a:xfrm>
            <a:custGeom>
              <a:avLst/>
              <a:pathLst>
                <a:path w="1414297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84597" y="258229"/>
                  </a:lnTo>
                  <a:lnTo>
                    <a:pt x="1390789" y="255881"/>
                  </a:lnTo>
                  <a:lnTo>
                    <a:pt x="1396524" y="252570"/>
                  </a:lnTo>
                  <a:lnTo>
                    <a:pt x="1401653" y="248381"/>
                  </a:lnTo>
                  <a:lnTo>
                    <a:pt x="1406044" y="243425"/>
                  </a:lnTo>
                  <a:lnTo>
                    <a:pt x="1409584" y="237828"/>
                  </a:lnTo>
                  <a:lnTo>
                    <a:pt x="1412179" y="231736"/>
                  </a:lnTo>
                  <a:lnTo>
                    <a:pt x="1413764" y="225306"/>
                  </a:lnTo>
                  <a:lnTo>
                    <a:pt x="1414297" y="218705"/>
                  </a:lnTo>
                  <a:lnTo>
                    <a:pt x="1414297" y="41148"/>
                  </a:lnTo>
                  <a:lnTo>
                    <a:pt x="1413764" y="34547"/>
                  </a:lnTo>
                  <a:lnTo>
                    <a:pt x="1412179" y="28117"/>
                  </a:lnTo>
                  <a:lnTo>
                    <a:pt x="1409584" y="22025"/>
                  </a:lnTo>
                  <a:lnTo>
                    <a:pt x="1406044" y="16428"/>
                  </a:lnTo>
                  <a:lnTo>
                    <a:pt x="1401653" y="11471"/>
                  </a:lnTo>
                  <a:lnTo>
                    <a:pt x="1396524" y="7283"/>
                  </a:lnTo>
                  <a:lnTo>
                    <a:pt x="1390789" y="3972"/>
                  </a:lnTo>
                  <a:lnTo>
                    <a:pt x="1384597" y="1624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tx101"/>
            <p:cNvSpPr/>
            <p:nvPr/>
          </p:nvSpPr>
          <p:spPr>
            <a:xfrm>
              <a:off x="8746517" y="2025925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03" name="pg102"/>
            <p:cNvSpPr/>
            <p:nvPr/>
          </p:nvSpPr>
          <p:spPr>
            <a:xfrm>
              <a:off x="8728229" y="2343017"/>
              <a:ext cx="880748" cy="479309"/>
            </a:xfrm>
            <a:custGeom>
              <a:avLst/>
              <a:pathLst>
                <a:path w="880748" h="479309">
                  <a:moveTo>
                    <a:pt x="41148" y="479309"/>
                  </a:moveTo>
                  <a:lnTo>
                    <a:pt x="839600" y="479309"/>
                  </a:lnTo>
                  <a:lnTo>
                    <a:pt x="837943" y="479276"/>
                  </a:lnTo>
                  <a:lnTo>
                    <a:pt x="844560" y="479009"/>
                  </a:lnTo>
                  <a:lnTo>
                    <a:pt x="851048" y="477685"/>
                  </a:lnTo>
                  <a:lnTo>
                    <a:pt x="857240" y="475337"/>
                  </a:lnTo>
                  <a:lnTo>
                    <a:pt x="862975" y="472026"/>
                  </a:lnTo>
                  <a:lnTo>
                    <a:pt x="868104" y="467837"/>
                  </a:lnTo>
                  <a:lnTo>
                    <a:pt x="872495" y="462881"/>
                  </a:lnTo>
                  <a:lnTo>
                    <a:pt x="876035" y="457284"/>
                  </a:lnTo>
                  <a:lnTo>
                    <a:pt x="878630" y="451192"/>
                  </a:lnTo>
                  <a:lnTo>
                    <a:pt x="880215" y="444762"/>
                  </a:lnTo>
                  <a:lnTo>
                    <a:pt x="880748" y="438161"/>
                  </a:lnTo>
                  <a:lnTo>
                    <a:pt x="880748" y="41148"/>
                  </a:lnTo>
                  <a:lnTo>
                    <a:pt x="880215" y="34547"/>
                  </a:lnTo>
                  <a:lnTo>
                    <a:pt x="878630" y="28117"/>
                  </a:lnTo>
                  <a:lnTo>
                    <a:pt x="876035" y="22025"/>
                  </a:lnTo>
                  <a:lnTo>
                    <a:pt x="872495" y="16428"/>
                  </a:lnTo>
                  <a:lnTo>
                    <a:pt x="868104" y="11471"/>
                  </a:lnTo>
                  <a:lnTo>
                    <a:pt x="862975" y="7283"/>
                  </a:lnTo>
                  <a:lnTo>
                    <a:pt x="857240" y="3972"/>
                  </a:lnTo>
                  <a:lnTo>
                    <a:pt x="851048" y="1624"/>
                  </a:lnTo>
                  <a:lnTo>
                    <a:pt x="844560" y="300"/>
                  </a:lnTo>
                  <a:lnTo>
                    <a:pt x="8396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8746517" y="2388447"/>
              <a:ext cx="74942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Electric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8746517" y="2607903"/>
              <a:ext cx="82588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vehicles</a:t>
              </a:r>
            </a:p>
          </p:txBody>
        </p:sp>
        <p:sp>
          <p:nvSpPr>
            <p:cNvPr id="106" name="pg105"/>
            <p:cNvSpPr/>
            <p:nvPr/>
          </p:nvSpPr>
          <p:spPr>
            <a:xfrm>
              <a:off x="8728229" y="3950997"/>
              <a:ext cx="1351008" cy="479309"/>
            </a:xfrm>
            <a:custGeom>
              <a:avLst/>
              <a:pathLst>
                <a:path w="1351008" h="479309">
                  <a:moveTo>
                    <a:pt x="41148" y="479309"/>
                  </a:moveTo>
                  <a:lnTo>
                    <a:pt x="1309860" y="479309"/>
                  </a:lnTo>
                  <a:lnTo>
                    <a:pt x="1308203" y="479276"/>
                  </a:lnTo>
                  <a:lnTo>
                    <a:pt x="1314819" y="479009"/>
                  </a:lnTo>
                  <a:lnTo>
                    <a:pt x="1321308" y="477685"/>
                  </a:lnTo>
                  <a:lnTo>
                    <a:pt x="1327499" y="475337"/>
                  </a:lnTo>
                  <a:lnTo>
                    <a:pt x="1333234" y="472026"/>
                  </a:lnTo>
                  <a:lnTo>
                    <a:pt x="1338364" y="467837"/>
                  </a:lnTo>
                  <a:lnTo>
                    <a:pt x="1342755" y="462881"/>
                  </a:lnTo>
                  <a:lnTo>
                    <a:pt x="1346294" y="457284"/>
                  </a:lnTo>
                  <a:lnTo>
                    <a:pt x="1348890" y="451192"/>
                  </a:lnTo>
                  <a:lnTo>
                    <a:pt x="1350475" y="444762"/>
                  </a:lnTo>
                  <a:lnTo>
                    <a:pt x="1351008" y="438161"/>
                  </a:lnTo>
                  <a:lnTo>
                    <a:pt x="1351008" y="41148"/>
                  </a:lnTo>
                  <a:lnTo>
                    <a:pt x="1350475" y="34547"/>
                  </a:lnTo>
                  <a:lnTo>
                    <a:pt x="1348890" y="28117"/>
                  </a:lnTo>
                  <a:lnTo>
                    <a:pt x="1346294" y="22025"/>
                  </a:lnTo>
                  <a:lnTo>
                    <a:pt x="1342755" y="16428"/>
                  </a:lnTo>
                  <a:lnTo>
                    <a:pt x="1338364" y="11471"/>
                  </a:lnTo>
                  <a:lnTo>
                    <a:pt x="1333234" y="7283"/>
                  </a:lnTo>
                  <a:lnTo>
                    <a:pt x="1327499" y="3972"/>
                  </a:lnTo>
                  <a:lnTo>
                    <a:pt x="1321308" y="1624"/>
                  </a:lnTo>
                  <a:lnTo>
                    <a:pt x="1314819" y="300"/>
                  </a:lnTo>
                  <a:lnTo>
                    <a:pt x="13098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8746517" y="3996426"/>
              <a:ext cx="838609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All other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8746517" y="4173131"/>
              <a:ext cx="129614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consumption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2150901" y="5405382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896628" y="45982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896628" y="3791065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896628" y="2983795"/>
              <a:ext cx="381409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1896628" y="2176748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4" name="pl113"/>
            <p:cNvSpPr/>
            <p:nvPr/>
          </p:nvSpPr>
          <p:spPr>
            <a:xfrm>
              <a:off x="2380523" y="5490661"/>
              <a:ext cx="7806948" cy="0"/>
            </a:xfrm>
            <a:custGeom>
              <a:avLst/>
              <a:pathLst>
                <a:path w="7806948" h="0">
                  <a:moveTo>
                    <a:pt x="0" y="0"/>
                  </a:moveTo>
                  <a:lnTo>
                    <a:pt x="7806948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2474332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516648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4558964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5601280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6643596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7685913" y="549066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2220059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3262375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4304691" y="5589575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5347007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6389324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7431640" y="5589686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27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Electric vehicles and electrification will drive much of the growth in electricity consumption</a:t>
            </a:r>
          </a:p>
        </p:txBody>
      </p:sp>
      <p:sp>
        <p:nvSpPr>
          <p:cNvPr id="128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269</cp:revision>
  <dcterms:created xsi:type="dcterms:W3CDTF">2022-05-20T01:54:03Z</dcterms:created>
  <dcterms:modified xsi:type="dcterms:W3CDTF">2025-05-09T16:11:17Z</dcterms:modified>
</cp:coreProperties>
</file>