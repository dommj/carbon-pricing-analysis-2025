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Melbourne\Energy\Analysis\analysis_cp_dj_2025\Output\Atlas\evs_electrification_demand_esoo24\evs_electrification_demand_esoo24_fullslide.pptx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Electricity consumption (TWh) in the NEM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57198" y="1899602"/>
              <a:ext cx="10817086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57198" y="5491624"/>
              <a:ext cx="10817086" cy="0"/>
            </a:xfrm>
            <a:custGeom>
              <a:avLst/>
              <a:pathLst>
                <a:path w="10817086" h="0">
                  <a:moveTo>
                    <a:pt x="0" y="0"/>
                  </a:moveTo>
                  <a:lnTo>
                    <a:pt x="10817086" y="0"/>
                  </a:lnTo>
                  <a:lnTo>
                    <a:pt x="1081708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57198" y="4684465"/>
              <a:ext cx="10817086" cy="0"/>
            </a:xfrm>
            <a:custGeom>
              <a:avLst/>
              <a:pathLst>
                <a:path w="10817086" h="0">
                  <a:moveTo>
                    <a:pt x="0" y="0"/>
                  </a:moveTo>
                  <a:lnTo>
                    <a:pt x="10817086" y="0"/>
                  </a:lnTo>
                  <a:lnTo>
                    <a:pt x="1081708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57198" y="3877306"/>
              <a:ext cx="10817086" cy="0"/>
            </a:xfrm>
            <a:custGeom>
              <a:avLst/>
              <a:pathLst>
                <a:path w="10817086" h="0">
                  <a:moveTo>
                    <a:pt x="0" y="0"/>
                  </a:moveTo>
                  <a:lnTo>
                    <a:pt x="10817086" y="0"/>
                  </a:lnTo>
                  <a:lnTo>
                    <a:pt x="1081708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57198" y="3070148"/>
              <a:ext cx="10817086" cy="0"/>
            </a:xfrm>
            <a:custGeom>
              <a:avLst/>
              <a:pathLst>
                <a:path w="10817086" h="0">
                  <a:moveTo>
                    <a:pt x="0" y="0"/>
                  </a:moveTo>
                  <a:lnTo>
                    <a:pt x="10817086" y="0"/>
                  </a:lnTo>
                  <a:lnTo>
                    <a:pt x="1081708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57198" y="2262989"/>
              <a:ext cx="10817086" cy="0"/>
            </a:xfrm>
            <a:custGeom>
              <a:avLst/>
              <a:pathLst>
                <a:path w="10817086" h="0">
                  <a:moveTo>
                    <a:pt x="0" y="0"/>
                  </a:moveTo>
                  <a:lnTo>
                    <a:pt x="10817086" y="0"/>
                  </a:lnTo>
                  <a:lnTo>
                    <a:pt x="1081708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857198" y="3799998"/>
              <a:ext cx="259956" cy="1175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857198" y="3811755"/>
              <a:ext cx="259956" cy="580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857198" y="3817559"/>
              <a:ext cx="259956" cy="167406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146039" y="3758818"/>
              <a:ext cx="259956" cy="3208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146039" y="3790899"/>
              <a:ext cx="259956" cy="1007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146039" y="3800977"/>
              <a:ext cx="259956" cy="169064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434880" y="3707974"/>
              <a:ext cx="259956" cy="5524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434880" y="3763220"/>
              <a:ext cx="259956" cy="1583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434880" y="3779053"/>
              <a:ext cx="259956" cy="171257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723721" y="3663319"/>
              <a:ext cx="259956" cy="7536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723721" y="3738683"/>
              <a:ext cx="259956" cy="232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1723721" y="3761912"/>
              <a:ext cx="259956" cy="172971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2012561" y="3623091"/>
              <a:ext cx="259956" cy="9708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2012561" y="3720180"/>
              <a:ext cx="259956" cy="3170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2012561" y="3751885"/>
              <a:ext cx="259956" cy="173973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2301402" y="3567834"/>
              <a:ext cx="259956" cy="11323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2301402" y="3681071"/>
              <a:ext cx="259956" cy="4134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2301402" y="3722420"/>
              <a:ext cx="259956" cy="17692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2590243" y="3502408"/>
              <a:ext cx="259956" cy="12727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2590243" y="3629682"/>
              <a:ext cx="259956" cy="5212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2590243" y="3681804"/>
              <a:ext cx="259956" cy="180982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2879084" y="3429677"/>
              <a:ext cx="259956" cy="14003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2879084" y="3569710"/>
              <a:ext cx="259956" cy="639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2879084" y="3633625"/>
              <a:ext cx="259956" cy="185799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3167924" y="3345382"/>
              <a:ext cx="259956" cy="15152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3167924" y="3496910"/>
              <a:ext cx="259956" cy="7616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3167924" y="3573073"/>
              <a:ext cx="259956" cy="191855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456765" y="3267069"/>
              <a:ext cx="259956" cy="16382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456765" y="3430890"/>
              <a:ext cx="259956" cy="8935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456765" y="3520242"/>
              <a:ext cx="259956" cy="197138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745606" y="3216114"/>
              <a:ext cx="259956" cy="17313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745606" y="3389251"/>
              <a:ext cx="259956" cy="10341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745606" y="3492667"/>
              <a:ext cx="259956" cy="19989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4034447" y="3147073"/>
              <a:ext cx="259956" cy="19105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4034447" y="3338132"/>
              <a:ext cx="259956" cy="1250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4034447" y="3463160"/>
              <a:ext cx="259956" cy="202846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4323287" y="3068359"/>
              <a:ext cx="259956" cy="20752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4323287" y="3275886"/>
              <a:ext cx="259956" cy="15175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4323287" y="3427637"/>
              <a:ext cx="259956" cy="206398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4612128" y="2988839"/>
              <a:ext cx="259956" cy="22257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4612128" y="3211413"/>
              <a:ext cx="259956" cy="17887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4612128" y="3390287"/>
              <a:ext cx="259956" cy="210133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4900969" y="2933718"/>
              <a:ext cx="259956" cy="23267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4900969" y="3166394"/>
              <a:ext cx="259956" cy="20603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4900969" y="3372426"/>
              <a:ext cx="259956" cy="211919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5189810" y="2861160"/>
              <a:ext cx="259956" cy="24518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5189810" y="3106348"/>
              <a:ext cx="259956" cy="23394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5189810" y="3340294"/>
              <a:ext cx="259956" cy="21513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5478650" y="2799132"/>
              <a:ext cx="259956" cy="25893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5478650" y="3058070"/>
              <a:ext cx="259956" cy="2605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5478650" y="3318634"/>
              <a:ext cx="259956" cy="217298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5767491" y="2726348"/>
              <a:ext cx="259956" cy="27270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5767491" y="2999049"/>
              <a:ext cx="259956" cy="2877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5767491" y="3286792"/>
              <a:ext cx="259956" cy="220483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6056332" y="2658555"/>
              <a:ext cx="259956" cy="28237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6056332" y="2940934"/>
              <a:ext cx="259956" cy="31505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6056332" y="3255990"/>
              <a:ext cx="259956" cy="223563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6345173" y="2586709"/>
              <a:ext cx="259956" cy="29008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6345173" y="2876793"/>
              <a:ext cx="259956" cy="34327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6345173" y="3220064"/>
              <a:ext cx="259956" cy="227156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6634013" y="2518829"/>
              <a:ext cx="259956" cy="2958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6634013" y="2814722"/>
              <a:ext cx="259956" cy="36972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6634013" y="3184447"/>
              <a:ext cx="259956" cy="230717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6922854" y="2467098"/>
              <a:ext cx="259956" cy="3008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6922854" y="2767991"/>
              <a:ext cx="259956" cy="39728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6922854" y="3165275"/>
              <a:ext cx="259956" cy="23263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7211695" y="2416045"/>
              <a:ext cx="259956" cy="3067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7211695" y="2722837"/>
              <a:ext cx="259956" cy="42474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7211695" y="3147578"/>
              <a:ext cx="259956" cy="234404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7500536" y="2366221"/>
              <a:ext cx="259956" cy="31072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7500536" y="2676949"/>
              <a:ext cx="259956" cy="4533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7500536" y="3130278"/>
              <a:ext cx="259956" cy="236134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7789376" y="2298670"/>
              <a:ext cx="259956" cy="31185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7789376" y="2610523"/>
              <a:ext cx="259956" cy="47964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7789376" y="3090163"/>
              <a:ext cx="259956" cy="240146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8078217" y="2236164"/>
              <a:ext cx="259956" cy="31266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8078217" y="2548831"/>
              <a:ext cx="259956" cy="50713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8078217" y="3055964"/>
              <a:ext cx="259956" cy="243566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8367058" y="2175425"/>
              <a:ext cx="259956" cy="31353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8367058" y="2488965"/>
              <a:ext cx="259956" cy="53430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8367058" y="3023273"/>
              <a:ext cx="259956" cy="246835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8655899" y="2107306"/>
              <a:ext cx="259956" cy="31680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8655899" y="2424115"/>
              <a:ext cx="259956" cy="56336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8655899" y="2987483"/>
              <a:ext cx="259956" cy="250414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8944739" y="2009883"/>
              <a:ext cx="259956" cy="31964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8944739" y="2329524"/>
              <a:ext cx="259956" cy="58872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8944739" y="2918251"/>
              <a:ext cx="259956" cy="25733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9233580" y="1952687"/>
              <a:ext cx="259956" cy="32297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9233580" y="2275665"/>
              <a:ext cx="259956" cy="61594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9233580" y="2891605"/>
              <a:ext cx="259956" cy="260001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9652399" y="1984249"/>
              <a:ext cx="1414297" cy="259853"/>
            </a:xfrm>
            <a:custGeom>
              <a:avLst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tx101"/>
            <p:cNvSpPr/>
            <p:nvPr/>
          </p:nvSpPr>
          <p:spPr>
            <a:xfrm>
              <a:off x="9670687" y="2026888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03" name="pg102"/>
            <p:cNvSpPr/>
            <p:nvPr/>
          </p:nvSpPr>
          <p:spPr>
            <a:xfrm>
              <a:off x="9652399" y="2343980"/>
              <a:ext cx="880748" cy="479309"/>
            </a:xfrm>
            <a:custGeom>
              <a:avLst/>
              <a:pathLst>
                <a:path w="880748" h="479309">
                  <a:moveTo>
                    <a:pt x="41148" y="479309"/>
                  </a:moveTo>
                  <a:lnTo>
                    <a:pt x="839600" y="479309"/>
                  </a:lnTo>
                  <a:lnTo>
                    <a:pt x="837943" y="479276"/>
                  </a:lnTo>
                  <a:lnTo>
                    <a:pt x="844560" y="479009"/>
                  </a:lnTo>
                  <a:lnTo>
                    <a:pt x="851048" y="477685"/>
                  </a:lnTo>
                  <a:lnTo>
                    <a:pt x="857240" y="475337"/>
                  </a:lnTo>
                  <a:lnTo>
                    <a:pt x="862975" y="472026"/>
                  </a:lnTo>
                  <a:lnTo>
                    <a:pt x="868104" y="467837"/>
                  </a:lnTo>
                  <a:lnTo>
                    <a:pt x="872495" y="462881"/>
                  </a:lnTo>
                  <a:lnTo>
                    <a:pt x="876035" y="457284"/>
                  </a:lnTo>
                  <a:lnTo>
                    <a:pt x="878630" y="451192"/>
                  </a:lnTo>
                  <a:lnTo>
                    <a:pt x="880215" y="444762"/>
                  </a:lnTo>
                  <a:lnTo>
                    <a:pt x="880748" y="438161"/>
                  </a:lnTo>
                  <a:lnTo>
                    <a:pt x="880748" y="41148"/>
                  </a:lnTo>
                  <a:lnTo>
                    <a:pt x="880215" y="34547"/>
                  </a:lnTo>
                  <a:lnTo>
                    <a:pt x="878630" y="28117"/>
                  </a:lnTo>
                  <a:lnTo>
                    <a:pt x="876035" y="22025"/>
                  </a:lnTo>
                  <a:lnTo>
                    <a:pt x="872495" y="16428"/>
                  </a:lnTo>
                  <a:lnTo>
                    <a:pt x="868104" y="11471"/>
                  </a:lnTo>
                  <a:lnTo>
                    <a:pt x="862975" y="7283"/>
                  </a:lnTo>
                  <a:lnTo>
                    <a:pt x="857240" y="3972"/>
                  </a:lnTo>
                  <a:lnTo>
                    <a:pt x="851048" y="1624"/>
                  </a:lnTo>
                  <a:lnTo>
                    <a:pt x="844560" y="300"/>
                  </a:lnTo>
                  <a:lnTo>
                    <a:pt x="8396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9670687" y="2389410"/>
              <a:ext cx="74942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Electric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9670687" y="2608866"/>
              <a:ext cx="82588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vehicles</a:t>
              </a:r>
            </a:p>
          </p:txBody>
        </p:sp>
        <p:sp>
          <p:nvSpPr>
            <p:cNvPr id="106" name="pg105"/>
            <p:cNvSpPr/>
            <p:nvPr/>
          </p:nvSpPr>
          <p:spPr>
            <a:xfrm>
              <a:off x="9652399" y="3951960"/>
              <a:ext cx="1351008" cy="479309"/>
            </a:xfrm>
            <a:custGeom>
              <a:avLst/>
              <a:pathLst>
                <a:path w="1351008" h="479309">
                  <a:moveTo>
                    <a:pt x="41148" y="479309"/>
                  </a:moveTo>
                  <a:lnTo>
                    <a:pt x="1309860" y="479309"/>
                  </a:lnTo>
                  <a:lnTo>
                    <a:pt x="1308203" y="479276"/>
                  </a:lnTo>
                  <a:lnTo>
                    <a:pt x="1314819" y="479009"/>
                  </a:lnTo>
                  <a:lnTo>
                    <a:pt x="1321308" y="477685"/>
                  </a:lnTo>
                  <a:lnTo>
                    <a:pt x="1327499" y="475337"/>
                  </a:lnTo>
                  <a:lnTo>
                    <a:pt x="1333234" y="472026"/>
                  </a:lnTo>
                  <a:lnTo>
                    <a:pt x="1338364" y="467837"/>
                  </a:lnTo>
                  <a:lnTo>
                    <a:pt x="1342755" y="462881"/>
                  </a:lnTo>
                  <a:lnTo>
                    <a:pt x="1346294" y="457284"/>
                  </a:lnTo>
                  <a:lnTo>
                    <a:pt x="1348890" y="451192"/>
                  </a:lnTo>
                  <a:lnTo>
                    <a:pt x="1350475" y="444762"/>
                  </a:lnTo>
                  <a:lnTo>
                    <a:pt x="1351008" y="438161"/>
                  </a:lnTo>
                  <a:lnTo>
                    <a:pt x="1351008" y="41148"/>
                  </a:lnTo>
                  <a:lnTo>
                    <a:pt x="1350475" y="34547"/>
                  </a:lnTo>
                  <a:lnTo>
                    <a:pt x="1348890" y="28117"/>
                  </a:lnTo>
                  <a:lnTo>
                    <a:pt x="1346294" y="22025"/>
                  </a:lnTo>
                  <a:lnTo>
                    <a:pt x="1342755" y="16428"/>
                  </a:lnTo>
                  <a:lnTo>
                    <a:pt x="1338364" y="11471"/>
                  </a:lnTo>
                  <a:lnTo>
                    <a:pt x="1333234" y="7283"/>
                  </a:lnTo>
                  <a:lnTo>
                    <a:pt x="1327499" y="3972"/>
                  </a:lnTo>
                  <a:lnTo>
                    <a:pt x="1321308" y="1624"/>
                  </a:lnTo>
                  <a:lnTo>
                    <a:pt x="1314819" y="300"/>
                  </a:lnTo>
                  <a:lnTo>
                    <a:pt x="13098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9670687" y="3997389"/>
              <a:ext cx="838609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All other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9670687" y="4174094"/>
              <a:ext cx="129614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consumption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627576" y="5406345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373303" y="4599187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373303" y="3792028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373303" y="2984758"/>
              <a:ext cx="381409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373303" y="2177711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4" name="pl113"/>
            <p:cNvSpPr/>
            <p:nvPr/>
          </p:nvSpPr>
          <p:spPr>
            <a:xfrm>
              <a:off x="857198" y="5491624"/>
              <a:ext cx="10817086" cy="0"/>
            </a:xfrm>
            <a:custGeom>
              <a:avLst/>
              <a:pathLst>
                <a:path w="10817086" h="0">
                  <a:moveTo>
                    <a:pt x="0" y="0"/>
                  </a:moveTo>
                  <a:lnTo>
                    <a:pt x="1081708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987177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2431380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875584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5319788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6763992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8208195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732904" y="5590649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2177108" y="5590538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3621311" y="5590538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5065515" y="5590649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6509719" y="5590649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7953923" y="5590649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27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Electric vehicles and electrification will drive much of the growth in electricity consumption</a:t>
            </a:r>
          </a:p>
        </p:txBody>
      </p:sp>
      <p:sp>
        <p:nvSpPr>
          <p:cNvPr id="128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271</cp:revision>
  <dcterms:created xsi:type="dcterms:W3CDTF">2022-05-20T01:54:03Z</dcterms:created>
  <dcterms:modified xsi:type="dcterms:W3CDTF">2025-04-17T11:16:24Z</dcterms:modified>
</cp:coreProperties>
</file>