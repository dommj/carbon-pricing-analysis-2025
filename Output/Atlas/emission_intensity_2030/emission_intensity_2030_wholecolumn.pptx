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7977188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59" d="100"/>
          <a:sy n="59" d="100"/>
        </p:scale>
        <p:origin x="2896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2.xml"/>
<Relationship Id="rId8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Melbourne/Energy/Analysis/analysis_cp_dj_2025/R/tech_credits_and_obs_safeguard.qmd
Powerpoint file location: C:\Users\domijones\OneDrive - The University of Melbourne\Energy\Analysis\analysis_cp_dj_2025\Output\Atlas\emission_intensity_2030\emission_intensity_2030_wholecolumn.pptx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1305527"/>
            <a:ext cx="6780610" cy="2777243"/>
          </a:xfrm>
        </p:spPr>
        <p:txBody>
          <a:bodyPr anchor="b"/>
          <a:lstStyle>
            <a:lvl1pPr algn="ctr"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4189871"/>
            <a:ext cx="5982891" cy="1925973"/>
          </a:xfrm>
        </p:spPr>
        <p:txBody>
          <a:bodyPr/>
          <a:lstStyle>
            <a:lvl1pPr marL="0" indent="0" algn="ctr">
              <a:buNone/>
              <a:defRPr sz="2094"/>
            </a:lvl1pPr>
            <a:lvl2pPr marL="398861" indent="0" algn="ctr">
              <a:buNone/>
              <a:defRPr sz="1745"/>
            </a:lvl2pPr>
            <a:lvl3pPr marL="797723" indent="0" algn="ctr">
              <a:buNone/>
              <a:defRPr sz="1570"/>
            </a:lvl3pPr>
            <a:lvl4pPr marL="1196584" indent="0" algn="ctr">
              <a:buNone/>
              <a:defRPr sz="1396"/>
            </a:lvl4pPr>
            <a:lvl5pPr marL="1595445" indent="0" algn="ctr">
              <a:buNone/>
              <a:defRPr sz="1396"/>
            </a:lvl5pPr>
            <a:lvl6pPr marL="1994306" indent="0" algn="ctr">
              <a:buNone/>
              <a:defRPr sz="1396"/>
            </a:lvl6pPr>
            <a:lvl7pPr marL="2393168" indent="0" algn="ctr">
              <a:buNone/>
              <a:defRPr sz="1396"/>
            </a:lvl7pPr>
            <a:lvl8pPr marL="2792029" indent="0" algn="ctr">
              <a:buNone/>
              <a:defRPr sz="1396"/>
            </a:lvl8pPr>
            <a:lvl9pPr marL="3190890" indent="0" algn="ctr">
              <a:buNone/>
              <a:defRPr sz="139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9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988760"/>
            <a:ext cx="6880325" cy="3318288"/>
          </a:xfrm>
        </p:spPr>
        <p:txBody>
          <a:bodyPr anchor="b"/>
          <a:lstStyle>
            <a:lvl1pPr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5338440"/>
            <a:ext cx="6880325" cy="1745009"/>
          </a:xfrm>
        </p:spPr>
        <p:txBody>
          <a:bodyPr/>
          <a:lstStyle>
            <a:lvl1pPr marL="0" indent="0">
              <a:buNone/>
              <a:defRPr sz="2094">
                <a:solidFill>
                  <a:schemeClr val="tx1"/>
                </a:solidFill>
              </a:defRPr>
            </a:lvl1pPr>
            <a:lvl2pPr marL="398861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7723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6584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4pPr>
            <a:lvl5pPr marL="1595445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5pPr>
            <a:lvl6pPr marL="1994306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6pPr>
            <a:lvl7pPr marL="2393168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7pPr>
            <a:lvl8pPr marL="2792029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8pPr>
            <a:lvl9pPr marL="3190890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4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0" y="-1330843"/>
            <a:ext cx="7977188" cy="7720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7977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CB53B34F-3514-88FE-3AF1-811EBBCF08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24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872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230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55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424713"/>
            <a:ext cx="6880325" cy="15418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2123557"/>
            <a:ext cx="6880325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432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2444" y="7393673"/>
            <a:ext cx="2692301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33889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90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797723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99431" indent="-199431" algn="l" defTabSz="797723" rtl="0" eaLnBrk="1" latinLnBrk="0" hangingPunct="1">
        <a:lnSpc>
          <a:spcPct val="90000"/>
        </a:lnSpc>
        <a:spcBef>
          <a:spcPts val="87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98292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97153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96014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794876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193737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2598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91460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90321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861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7723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6584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5445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4306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3168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92029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9089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342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15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3" name="Caption Placeholder 1"/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r>
              <a:rPr/>
              <a:t> </a:t>
            </a:r>
          </a:p>
        </p:txBody>
      </p:sp>
      <p:grpSp xmlns:pic="http://schemas.openxmlformats.org/drawingml/2006/picture">
        <p:nvGrpSpPr>
          <p:cNvPr id="4" name="Content Placeholder 3"/>
          <p:cNvGrpSpPr/>
          <p:nvPr/>
        </p:nvGrpSpPr>
        <p:grpSpPr>
          <a:xfrm>
            <a:off x="0" y="0"/>
            <a:ext cx="7977600" cy="7977600"/>
            <a:chOff x="0" y="0"/>
            <a:chExt cx="7977600" cy="7977600"/>
          </a:xfrm>
        </p:grpSpPr>
        <p:sp>
          <p:nvSpPr>
            <p:cNvPr id="5" name="rc3"/>
            <p:cNvSpPr/>
            <p:nvPr/>
          </p:nvSpPr>
          <p:spPr>
            <a:xfrm>
              <a:off x="0" y="0"/>
              <a:ext cx="79776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4"/>
            <p:cNvSpPr/>
            <p:nvPr/>
          </p:nvSpPr>
          <p:spPr>
            <a:xfrm>
              <a:off x="0" y="0"/>
              <a:ext cx="79776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5"/>
            <p:cNvSpPr/>
            <p:nvPr/>
          </p:nvSpPr>
          <p:spPr>
            <a:xfrm>
              <a:off x="3103350" y="91440"/>
              <a:ext cx="4764521" cy="72849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6"/>
            <p:cNvSpPr/>
            <p:nvPr/>
          </p:nvSpPr>
          <p:spPr>
            <a:xfrm>
              <a:off x="3103350" y="6947872"/>
              <a:ext cx="4764521" cy="0"/>
            </a:xfrm>
            <a:custGeom>
              <a:avLst/>
              <a:pathLst>
                <a:path w="4764521" h="0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7"/>
            <p:cNvSpPr/>
            <p:nvPr/>
          </p:nvSpPr>
          <p:spPr>
            <a:xfrm>
              <a:off x="3103350" y="6233660"/>
              <a:ext cx="4764521" cy="0"/>
            </a:xfrm>
            <a:custGeom>
              <a:avLst/>
              <a:pathLst>
                <a:path w="4764521" h="0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8"/>
            <p:cNvSpPr/>
            <p:nvPr/>
          </p:nvSpPr>
          <p:spPr>
            <a:xfrm>
              <a:off x="3103350" y="5519448"/>
              <a:ext cx="4764521" cy="0"/>
            </a:xfrm>
            <a:custGeom>
              <a:avLst/>
              <a:pathLst>
                <a:path w="4764521" h="0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9"/>
            <p:cNvSpPr/>
            <p:nvPr/>
          </p:nvSpPr>
          <p:spPr>
            <a:xfrm>
              <a:off x="3103350" y="4805237"/>
              <a:ext cx="4764521" cy="0"/>
            </a:xfrm>
            <a:custGeom>
              <a:avLst/>
              <a:pathLst>
                <a:path w="4764521" h="0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0"/>
            <p:cNvSpPr/>
            <p:nvPr/>
          </p:nvSpPr>
          <p:spPr>
            <a:xfrm>
              <a:off x="3103350" y="4091025"/>
              <a:ext cx="4764521" cy="0"/>
            </a:xfrm>
            <a:custGeom>
              <a:avLst/>
              <a:pathLst>
                <a:path w="4764521" h="0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1"/>
            <p:cNvSpPr/>
            <p:nvPr/>
          </p:nvSpPr>
          <p:spPr>
            <a:xfrm>
              <a:off x="3103350" y="3376813"/>
              <a:ext cx="4764521" cy="0"/>
            </a:xfrm>
            <a:custGeom>
              <a:avLst/>
              <a:pathLst>
                <a:path w="4764521" h="0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2"/>
            <p:cNvSpPr/>
            <p:nvPr/>
          </p:nvSpPr>
          <p:spPr>
            <a:xfrm>
              <a:off x="3103350" y="2662602"/>
              <a:ext cx="4764521" cy="0"/>
            </a:xfrm>
            <a:custGeom>
              <a:avLst/>
              <a:pathLst>
                <a:path w="4764521" h="0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3"/>
            <p:cNvSpPr/>
            <p:nvPr/>
          </p:nvSpPr>
          <p:spPr>
            <a:xfrm>
              <a:off x="3103350" y="1948390"/>
              <a:ext cx="4764521" cy="0"/>
            </a:xfrm>
            <a:custGeom>
              <a:avLst/>
              <a:pathLst>
                <a:path w="4764521" h="0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4"/>
            <p:cNvSpPr/>
            <p:nvPr/>
          </p:nvSpPr>
          <p:spPr>
            <a:xfrm>
              <a:off x="3103350" y="1234178"/>
              <a:ext cx="4764521" cy="0"/>
            </a:xfrm>
            <a:custGeom>
              <a:avLst/>
              <a:pathLst>
                <a:path w="4764521" h="0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5"/>
            <p:cNvSpPr/>
            <p:nvPr/>
          </p:nvSpPr>
          <p:spPr>
            <a:xfrm>
              <a:off x="3103350" y="519967"/>
              <a:ext cx="4764521" cy="0"/>
            </a:xfrm>
            <a:custGeom>
              <a:avLst/>
              <a:pathLst>
                <a:path w="4764521" h="0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6"/>
            <p:cNvSpPr/>
            <p:nvPr/>
          </p:nvSpPr>
          <p:spPr>
            <a:xfrm>
              <a:off x="6139848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7"/>
            <p:cNvSpPr/>
            <p:nvPr/>
          </p:nvSpPr>
          <p:spPr>
            <a:xfrm>
              <a:off x="6106537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8"/>
            <p:cNvSpPr/>
            <p:nvPr/>
          </p:nvSpPr>
          <p:spPr>
            <a:xfrm>
              <a:off x="5854124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19"/>
            <p:cNvSpPr/>
            <p:nvPr/>
          </p:nvSpPr>
          <p:spPr>
            <a:xfrm>
              <a:off x="6319977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0"/>
            <p:cNvSpPr/>
            <p:nvPr/>
          </p:nvSpPr>
          <p:spPr>
            <a:xfrm>
              <a:off x="6313932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1"/>
            <p:cNvSpPr/>
            <p:nvPr/>
          </p:nvSpPr>
          <p:spPr>
            <a:xfrm>
              <a:off x="6090357" y="616770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2"/>
            <p:cNvSpPr/>
            <p:nvPr/>
          </p:nvSpPr>
          <p:spPr>
            <a:xfrm>
              <a:off x="6453370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3"/>
            <p:cNvSpPr/>
            <p:nvPr/>
          </p:nvSpPr>
          <p:spPr>
            <a:xfrm>
              <a:off x="6051349" y="616770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4"/>
            <p:cNvSpPr/>
            <p:nvPr/>
          </p:nvSpPr>
          <p:spPr>
            <a:xfrm>
              <a:off x="5932293" y="616770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5"/>
            <p:cNvSpPr/>
            <p:nvPr/>
          </p:nvSpPr>
          <p:spPr>
            <a:xfrm>
              <a:off x="6056307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6"/>
            <p:cNvSpPr/>
            <p:nvPr/>
          </p:nvSpPr>
          <p:spPr>
            <a:xfrm>
              <a:off x="6131403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7"/>
            <p:cNvSpPr/>
            <p:nvPr/>
          </p:nvSpPr>
          <p:spPr>
            <a:xfrm>
              <a:off x="6131403" y="616770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8"/>
            <p:cNvSpPr/>
            <p:nvPr/>
          </p:nvSpPr>
          <p:spPr>
            <a:xfrm>
              <a:off x="7047475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29"/>
            <p:cNvSpPr/>
            <p:nvPr/>
          </p:nvSpPr>
          <p:spPr>
            <a:xfrm>
              <a:off x="6860185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0"/>
            <p:cNvSpPr/>
            <p:nvPr/>
          </p:nvSpPr>
          <p:spPr>
            <a:xfrm>
              <a:off x="7429602" y="6881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1"/>
            <p:cNvSpPr/>
            <p:nvPr/>
          </p:nvSpPr>
          <p:spPr>
            <a:xfrm>
              <a:off x="4457940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2"/>
            <p:cNvSpPr/>
            <p:nvPr/>
          </p:nvSpPr>
          <p:spPr>
            <a:xfrm>
              <a:off x="4710467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3"/>
            <p:cNvSpPr/>
            <p:nvPr/>
          </p:nvSpPr>
          <p:spPr>
            <a:xfrm>
              <a:off x="4619229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4"/>
            <p:cNvSpPr/>
            <p:nvPr/>
          </p:nvSpPr>
          <p:spPr>
            <a:xfrm>
              <a:off x="4532603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5"/>
            <p:cNvSpPr/>
            <p:nvPr/>
          </p:nvSpPr>
          <p:spPr>
            <a:xfrm>
              <a:off x="5109756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6"/>
            <p:cNvSpPr/>
            <p:nvPr/>
          </p:nvSpPr>
          <p:spPr>
            <a:xfrm>
              <a:off x="4743014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7"/>
            <p:cNvSpPr/>
            <p:nvPr/>
          </p:nvSpPr>
          <p:spPr>
            <a:xfrm>
              <a:off x="4599761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8"/>
            <p:cNvSpPr/>
            <p:nvPr/>
          </p:nvSpPr>
          <p:spPr>
            <a:xfrm>
              <a:off x="4552960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39"/>
            <p:cNvSpPr/>
            <p:nvPr/>
          </p:nvSpPr>
          <p:spPr>
            <a:xfrm>
              <a:off x="5262164" y="25966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0"/>
            <p:cNvSpPr/>
            <p:nvPr/>
          </p:nvSpPr>
          <p:spPr>
            <a:xfrm>
              <a:off x="5283842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1"/>
            <p:cNvSpPr/>
            <p:nvPr/>
          </p:nvSpPr>
          <p:spPr>
            <a:xfrm>
              <a:off x="5541924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2"/>
            <p:cNvSpPr/>
            <p:nvPr/>
          </p:nvSpPr>
          <p:spPr>
            <a:xfrm>
              <a:off x="5085124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3"/>
            <p:cNvSpPr/>
            <p:nvPr/>
          </p:nvSpPr>
          <p:spPr>
            <a:xfrm>
              <a:off x="5828480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4"/>
            <p:cNvSpPr/>
            <p:nvPr/>
          </p:nvSpPr>
          <p:spPr>
            <a:xfrm>
              <a:off x="5254888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5"/>
            <p:cNvSpPr/>
            <p:nvPr/>
          </p:nvSpPr>
          <p:spPr>
            <a:xfrm>
              <a:off x="5254888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6"/>
            <p:cNvSpPr/>
            <p:nvPr/>
          </p:nvSpPr>
          <p:spPr>
            <a:xfrm>
              <a:off x="6504733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7"/>
            <p:cNvSpPr/>
            <p:nvPr/>
          </p:nvSpPr>
          <p:spPr>
            <a:xfrm>
              <a:off x="5407931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8"/>
            <p:cNvSpPr/>
            <p:nvPr/>
          </p:nvSpPr>
          <p:spPr>
            <a:xfrm>
              <a:off x="5363193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49"/>
            <p:cNvSpPr/>
            <p:nvPr/>
          </p:nvSpPr>
          <p:spPr>
            <a:xfrm>
              <a:off x="6149544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0"/>
            <p:cNvSpPr/>
            <p:nvPr/>
          </p:nvSpPr>
          <p:spPr>
            <a:xfrm>
              <a:off x="5339687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1"/>
            <p:cNvSpPr/>
            <p:nvPr/>
          </p:nvSpPr>
          <p:spPr>
            <a:xfrm>
              <a:off x="4929395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2"/>
            <p:cNvSpPr/>
            <p:nvPr/>
          </p:nvSpPr>
          <p:spPr>
            <a:xfrm>
              <a:off x="5504836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3"/>
            <p:cNvSpPr/>
            <p:nvPr/>
          </p:nvSpPr>
          <p:spPr>
            <a:xfrm>
              <a:off x="7585343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4"/>
            <p:cNvSpPr/>
            <p:nvPr/>
          </p:nvSpPr>
          <p:spPr>
            <a:xfrm>
              <a:off x="5214155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5"/>
            <p:cNvSpPr/>
            <p:nvPr/>
          </p:nvSpPr>
          <p:spPr>
            <a:xfrm>
              <a:off x="5011715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6"/>
            <p:cNvSpPr/>
            <p:nvPr/>
          </p:nvSpPr>
          <p:spPr>
            <a:xfrm>
              <a:off x="6846306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7"/>
            <p:cNvSpPr/>
            <p:nvPr/>
          </p:nvSpPr>
          <p:spPr>
            <a:xfrm>
              <a:off x="5262164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8"/>
            <p:cNvSpPr/>
            <p:nvPr/>
          </p:nvSpPr>
          <p:spPr>
            <a:xfrm>
              <a:off x="5262164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59"/>
            <p:cNvSpPr/>
            <p:nvPr/>
          </p:nvSpPr>
          <p:spPr>
            <a:xfrm>
              <a:off x="4996942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0"/>
            <p:cNvSpPr/>
            <p:nvPr/>
          </p:nvSpPr>
          <p:spPr>
            <a:xfrm>
              <a:off x="5713898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1"/>
            <p:cNvSpPr/>
            <p:nvPr/>
          </p:nvSpPr>
          <p:spPr>
            <a:xfrm>
              <a:off x="5713898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2"/>
            <p:cNvSpPr/>
            <p:nvPr/>
          </p:nvSpPr>
          <p:spPr>
            <a:xfrm>
              <a:off x="5325161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3"/>
            <p:cNvSpPr/>
            <p:nvPr/>
          </p:nvSpPr>
          <p:spPr>
            <a:xfrm>
              <a:off x="4769962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4"/>
            <p:cNvSpPr/>
            <p:nvPr/>
          </p:nvSpPr>
          <p:spPr>
            <a:xfrm>
              <a:off x="5631582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5"/>
            <p:cNvSpPr/>
            <p:nvPr/>
          </p:nvSpPr>
          <p:spPr>
            <a:xfrm>
              <a:off x="5869116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6"/>
            <p:cNvSpPr/>
            <p:nvPr/>
          </p:nvSpPr>
          <p:spPr>
            <a:xfrm>
              <a:off x="5178663" y="331085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7"/>
            <p:cNvSpPr/>
            <p:nvPr/>
          </p:nvSpPr>
          <p:spPr>
            <a:xfrm>
              <a:off x="4982318" y="331085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8"/>
            <p:cNvSpPr/>
            <p:nvPr/>
          </p:nvSpPr>
          <p:spPr>
            <a:xfrm>
              <a:off x="5479574" y="473927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69"/>
            <p:cNvSpPr/>
            <p:nvPr/>
          </p:nvSpPr>
          <p:spPr>
            <a:xfrm>
              <a:off x="5095794" y="473927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0"/>
            <p:cNvSpPr/>
            <p:nvPr/>
          </p:nvSpPr>
          <p:spPr>
            <a:xfrm>
              <a:off x="5389436" y="473927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1"/>
            <p:cNvSpPr/>
            <p:nvPr/>
          </p:nvSpPr>
          <p:spPr>
            <a:xfrm>
              <a:off x="5389436" y="473927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2"/>
            <p:cNvSpPr/>
            <p:nvPr/>
          </p:nvSpPr>
          <p:spPr>
            <a:xfrm>
              <a:off x="5139535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3"/>
            <p:cNvSpPr/>
            <p:nvPr/>
          </p:nvSpPr>
          <p:spPr>
            <a:xfrm>
              <a:off x="5139535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4"/>
            <p:cNvSpPr/>
            <p:nvPr/>
          </p:nvSpPr>
          <p:spPr>
            <a:xfrm>
              <a:off x="5011715" y="54534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5"/>
            <p:cNvSpPr/>
            <p:nvPr/>
          </p:nvSpPr>
          <p:spPr>
            <a:xfrm>
              <a:off x="5139535" y="402506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6"/>
            <p:cNvSpPr/>
            <p:nvPr/>
          </p:nvSpPr>
          <p:spPr>
            <a:xfrm>
              <a:off x="5139535" y="402506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7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8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79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0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1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2"/>
            <p:cNvSpPr/>
            <p:nvPr/>
          </p:nvSpPr>
          <p:spPr>
            <a:xfrm>
              <a:off x="5011715" y="5453489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3"/>
            <p:cNvSpPr/>
            <p:nvPr/>
          </p:nvSpPr>
          <p:spPr>
            <a:xfrm>
              <a:off x="5139535" y="5453489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4"/>
            <p:cNvSpPr/>
            <p:nvPr/>
          </p:nvSpPr>
          <p:spPr>
            <a:xfrm>
              <a:off x="4479682" y="2596642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5"/>
            <p:cNvSpPr/>
            <p:nvPr/>
          </p:nvSpPr>
          <p:spPr>
            <a:xfrm>
              <a:off x="3440402" y="1882431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6"/>
            <p:cNvSpPr/>
            <p:nvPr/>
          </p:nvSpPr>
          <p:spPr>
            <a:xfrm>
              <a:off x="3321608" y="1168219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7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8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89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0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1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2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3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4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5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6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7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8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99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0"/>
            <p:cNvSpPr/>
            <p:nvPr/>
          </p:nvSpPr>
          <p:spPr>
            <a:xfrm>
              <a:off x="3253959" y="4540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1"/>
            <p:cNvSpPr/>
            <p:nvPr/>
          </p:nvSpPr>
          <p:spPr>
            <a:xfrm>
              <a:off x="4358721" y="91440"/>
              <a:ext cx="0" cy="7284959"/>
            </a:xfrm>
            <a:custGeom>
              <a:avLst/>
              <a:pathLst>
                <a:path w="0" h="7284959">
                  <a:moveTo>
                    <a:pt x="0" y="728495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40651" cap="flat">
              <a:solidFill>
                <a:srgbClr val="FF0000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04" name="tx102"/>
            <p:cNvSpPr/>
            <p:nvPr/>
          </p:nvSpPr>
          <p:spPr>
            <a:xfrm>
              <a:off x="1107882" y="6860473"/>
              <a:ext cx="1892982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Sub Critical</a:t>
              </a:r>
            </a:p>
          </p:txBody>
        </p:sp>
        <p:sp>
          <p:nvSpPr>
            <p:cNvPr id="105" name="tx103"/>
            <p:cNvSpPr/>
            <p:nvPr/>
          </p:nvSpPr>
          <p:spPr>
            <a:xfrm>
              <a:off x="904620" y="6103622"/>
              <a:ext cx="2096244" cy="211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Super Critical</a:t>
              </a:r>
            </a:p>
          </p:txBody>
        </p:sp>
        <p:sp>
          <p:nvSpPr>
            <p:cNvPr id="106" name="tx104"/>
            <p:cNvSpPr/>
            <p:nvPr/>
          </p:nvSpPr>
          <p:spPr>
            <a:xfrm>
              <a:off x="2340513" y="5431938"/>
              <a:ext cx="660350" cy="169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OCGT</a:t>
              </a:r>
            </a:p>
          </p:txBody>
        </p:sp>
        <p:sp>
          <p:nvSpPr>
            <p:cNvPr id="107" name="tx105"/>
            <p:cNvSpPr/>
            <p:nvPr/>
          </p:nvSpPr>
          <p:spPr>
            <a:xfrm>
              <a:off x="827824" y="4675310"/>
              <a:ext cx="2173039" cy="211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Reciprocating Engine</a:t>
              </a:r>
            </a:p>
          </p:txBody>
        </p:sp>
        <p:sp>
          <p:nvSpPr>
            <p:cNvPr id="108" name="tx106"/>
            <p:cNvSpPr/>
            <p:nvPr/>
          </p:nvSpPr>
          <p:spPr>
            <a:xfrm>
              <a:off x="1828" y="3961098"/>
              <a:ext cx="2999035" cy="211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Hydrogen-based gas turbines</a:t>
              </a:r>
            </a:p>
          </p:txBody>
        </p:sp>
        <p:sp>
          <p:nvSpPr>
            <p:cNvPr id="109" name="tx107"/>
            <p:cNvSpPr/>
            <p:nvPr/>
          </p:nvSpPr>
          <p:spPr>
            <a:xfrm>
              <a:off x="180087" y="3246775"/>
              <a:ext cx="2820776" cy="211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Gas-powered steam turbine</a:t>
              </a:r>
            </a:p>
          </p:txBody>
        </p:sp>
        <p:sp>
          <p:nvSpPr>
            <p:cNvPr id="110" name="tx108"/>
            <p:cNvSpPr/>
            <p:nvPr/>
          </p:nvSpPr>
          <p:spPr>
            <a:xfrm>
              <a:off x="2353238" y="2575202"/>
              <a:ext cx="647625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</a:t>
              </a:r>
            </a:p>
          </p:txBody>
        </p:sp>
        <p:sp>
          <p:nvSpPr>
            <p:cNvPr id="111" name="tx109"/>
            <p:cNvSpPr/>
            <p:nvPr/>
          </p:nvSpPr>
          <p:spPr>
            <a:xfrm>
              <a:off x="1337040" y="1860991"/>
              <a:ext cx="1663824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 with CCS</a:t>
              </a:r>
            </a:p>
          </p:txBody>
        </p:sp>
        <p:sp>
          <p:nvSpPr>
            <p:cNvPr id="112" name="tx110"/>
            <p:cNvSpPr/>
            <p:nvPr/>
          </p:nvSpPr>
          <p:spPr>
            <a:xfrm>
              <a:off x="2124303" y="1149681"/>
              <a:ext cx="876560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Biomass</a:t>
              </a:r>
            </a:p>
          </p:txBody>
        </p:sp>
        <p:sp>
          <p:nvSpPr>
            <p:cNvPr id="113" name="tx111"/>
            <p:cNvSpPr/>
            <p:nvPr/>
          </p:nvSpPr>
          <p:spPr>
            <a:xfrm>
              <a:off x="1742782" y="435469"/>
              <a:ext cx="125808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Renewables</a:t>
              </a:r>
            </a:p>
          </p:txBody>
        </p:sp>
        <p:sp>
          <p:nvSpPr>
            <p:cNvPr id="114" name="pl112"/>
            <p:cNvSpPr/>
            <p:nvPr/>
          </p:nvSpPr>
          <p:spPr>
            <a:xfrm>
              <a:off x="3103350" y="7376399"/>
              <a:ext cx="4764521" cy="0"/>
            </a:xfrm>
            <a:custGeom>
              <a:avLst/>
              <a:pathLst>
                <a:path w="4764521" h="0">
                  <a:moveTo>
                    <a:pt x="0" y="0"/>
                  </a:moveTo>
                  <a:lnTo>
                    <a:pt x="4764521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3"/>
            <p:cNvSpPr/>
            <p:nvPr/>
          </p:nvSpPr>
          <p:spPr>
            <a:xfrm>
              <a:off x="3319919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4"/>
            <p:cNvSpPr/>
            <p:nvPr/>
          </p:nvSpPr>
          <p:spPr>
            <a:xfrm>
              <a:off x="4942660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5"/>
            <p:cNvSpPr/>
            <p:nvPr/>
          </p:nvSpPr>
          <p:spPr>
            <a:xfrm>
              <a:off x="6565400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tx116"/>
            <p:cNvSpPr/>
            <p:nvPr/>
          </p:nvSpPr>
          <p:spPr>
            <a:xfrm>
              <a:off x="3256350" y="7475424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9" name="tx117"/>
            <p:cNvSpPr/>
            <p:nvPr/>
          </p:nvSpPr>
          <p:spPr>
            <a:xfrm>
              <a:off x="4751955" y="7475424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20" name="tx118"/>
            <p:cNvSpPr/>
            <p:nvPr/>
          </p:nvSpPr>
          <p:spPr>
            <a:xfrm>
              <a:off x="6311128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38</cp:revision>
  <dcterms:created xsi:type="dcterms:W3CDTF">2019-02-12T04:35:04Z</dcterms:created>
  <dcterms:modified xsi:type="dcterms:W3CDTF">2025-02-06T11:53:09Z</dcterms:modified>
</cp:coreProperties>
</file>