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5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2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Relationship Id="rId7" Type="http://schemas.openxmlformats.org/officeDocument/2006/relationships/notesMaster" Target="notesMasters/notesMaster1.xml"/>
</Relationships>

</file>

<file path=ppt/notesMasters/_rels/notesMaster1.xml.rels><?xml version="1.0" encoding="UTF-8" standalone="yes"?>

<Relationships  xmlns="http://schemas.openxmlformats.org/package/2006/relationships">
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 script location: C:/Users/domijones/OneDrive - The University of Melbourne/Energy/Analysis/analysis_cp_dj_2025/R/tech_credits_and_obs_safeguard.qmd
Powerpoint file location: C:\Users\domijones\OneDrive - The University of Melbourne\Energy\Analysis\analysis_cp_dj_2025\Output\Atlas\emission_intensity_2030\emission_intensity_2030_blog.pptx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44D005F0-3FDA-D04B-84DD-1363FABAE9B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45221" y="3391818"/>
            <a:ext cx="6780334" cy="430887"/>
          </a:xfrm>
        </p:spPr>
        <p:txBody>
          <a:bodyPr/>
          <a:lstStyle>
            <a:lvl1pPr algn="r">
              <a:defRPr sz="2800"/>
            </a:lvl1pPr>
          </a:lstStyle>
          <a:p>
            <a:r>
              <a:rPr lang="en-US" dirty="0"/>
              <a:t>Click to edit </a:t>
            </a:r>
            <a:r>
              <a:rPr lang="en-US"/>
              <a:t>Master title style</a:t>
            </a:r>
            <a:endParaRPr lang="en-AU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F96A3B4-E487-2E43-AB4D-AF0B842617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45221" y="4146129"/>
            <a:ext cx="6780334" cy="338554"/>
          </a:xfrm>
        </p:spPr>
        <p:txBody>
          <a:bodyPr/>
          <a:lstStyle>
            <a:lvl1pPr algn="r">
              <a:defRPr sz="2200"/>
            </a:lvl1pPr>
          </a:lstStyle>
          <a:p>
            <a:r>
              <a:rPr lang="en-US"/>
              <a:t>Click to edit Master subtitle style</a:t>
            </a:r>
            <a:endParaRPr lang="en-AU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2E06D4E-6FDB-CF4F-A1E4-67EA24E8CF4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292"/>
            </a:lvl1pPr>
          </a:lstStyle>
          <a:p>
            <a:endParaRPr lang="en-US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50F3A1FE-D85A-214B-BC70-C1B9CAF6925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1292"/>
            </a:lvl1pPr>
          </a:lstStyle>
          <a:p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BAC7EBFE-F4CA-034D-9C58-E44E2CE12F8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wrap="none" lIns="0" tIns="0" rIns="0" bIns="0"/>
          <a:lstStyle>
            <a:lvl1pPr eaLnBrk="0" hangingPunct="0">
              <a:defRPr sz="1292" i="0"/>
            </a:lvl1pPr>
          </a:lstStyle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8" descr="GrattanLogo">
            <a:extLst>
              <a:ext uri="{FF2B5EF4-FFF2-40B4-BE49-F238E27FC236}">
                <a16:creationId xmlns:a16="http://schemas.microsoft.com/office/drawing/2014/main" id="{360FAE97-D26D-764E-8987-030894C6ECB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02721" y="981075"/>
            <a:ext cx="3922834" cy="10810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26096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19716"/>
            <a:ext cx="6497707" cy="479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776813A-6BA6-2B48-8868-0EF29F4BF7D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8650" y="890676"/>
            <a:ext cx="7991368" cy="5376559"/>
          </a:xfrm>
        </p:spPr>
        <p:txBody>
          <a:bodyPr/>
          <a:lstStyle>
            <a:lvl1pPr>
              <a:spcAft>
                <a:spcPts val="1800"/>
              </a:spcAft>
              <a:defRPr/>
            </a:lvl1pPr>
            <a:lvl2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4292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ctr">
            <a:normAutofit/>
          </a:bodyPr>
          <a:lstStyle>
            <a:lvl1pPr algn="ctr">
              <a:defRPr sz="2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084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" y="100800"/>
            <a:ext cx="7383600" cy="522000"/>
          </a:xfrm>
        </p:spPr>
        <p:txBody>
          <a:bodyPr lIns="0" tIns="0" rIns="0" bIns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2000" y="752400"/>
            <a:ext cx="8978400" cy="540000"/>
          </a:xfrm>
        </p:spPr>
        <p:txBody>
          <a:bodyPr lIns="0" tIns="0" rIns="0" bIns="0"/>
          <a:lstStyle>
            <a:lvl1pPr>
              <a:lnSpc>
                <a:spcPct val="90000"/>
              </a:lnSpc>
              <a:spcAft>
                <a:spcPts val="0"/>
              </a:spcAft>
              <a:defRPr/>
            </a:lvl1pPr>
            <a:lvl2pPr>
              <a:lnSpc>
                <a:spcPct val="90000"/>
              </a:lnSpc>
              <a:spcAft>
                <a:spcPts val="0"/>
              </a:spcAft>
              <a:defRPr/>
            </a:lvl2pPr>
            <a:lvl3pPr>
              <a:lnSpc>
                <a:spcPct val="90000"/>
              </a:lnSpc>
              <a:spcAft>
                <a:spcPts val="0"/>
              </a:spcAft>
              <a:defRPr/>
            </a:lvl3pPr>
            <a:lvl4pPr>
              <a:lnSpc>
                <a:spcPct val="90000"/>
              </a:lnSpc>
              <a:spcAft>
                <a:spcPts val="0"/>
              </a:spcAft>
              <a:defRPr/>
            </a:lvl4pPr>
            <a:lvl5pPr>
              <a:lnSpc>
                <a:spcPct val="90000"/>
              </a:lnSpc>
              <a:spcAft>
                <a:spcPts val="0"/>
              </a:spcAft>
              <a:defRPr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200" y="1231199"/>
            <a:ext cx="8971200" cy="5298739"/>
          </a:xfrm>
        </p:spPr>
        <p:txBody>
          <a:bodyPr/>
          <a:lstStyle>
            <a:lvl1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aption Placeholder 1">
            <a:extLst>
              <a:ext uri="{FF2B5EF4-FFF2-40B4-BE49-F238E27FC236}">
                <a16:creationId xmlns:a16="http://schemas.microsoft.com/office/drawing/2014/main" id="{FC0AE3D2-B888-DD4C-69C1-4D456E5B6C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375" y="6529939"/>
            <a:ext cx="8885238" cy="249237"/>
          </a:xfrm>
        </p:spPr>
        <p:txBody>
          <a:bodyPr>
            <a:normAutofit/>
          </a:bodyPr>
          <a:lstStyle>
            <a:lvl1pPr>
              <a:defRPr sz="10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032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581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868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031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" y="356400"/>
            <a:ext cx="6764713" cy="277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00" y="766800"/>
            <a:ext cx="7977600" cy="1231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Heading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  <a:p>
            <a:pPr marL="165593" marR="0" lvl="1" indent="-164127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FontTx/>
              <a:buChar char="•"/>
              <a:tabLst/>
              <a:defRPr/>
            </a:pPr>
            <a: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</a:rPr>
              <a:t>First bullet</a:t>
            </a:r>
          </a:p>
          <a:p>
            <a:pPr marL="372217" marR="0" lvl="2" indent="-205159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</a:rPr>
              <a:t>Second level</a:t>
            </a:r>
          </a:p>
          <a:p>
            <a:pPr marL="517294" marR="0" lvl="3" indent="-13188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-"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</a:rPr>
              <a:t>Third level</a:t>
            </a:r>
          </a:p>
          <a:p>
            <a:pPr marL="728315" marR="0" lvl="4" indent="-193436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&gt;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</a:rPr>
              <a:t>Fourth level</a:t>
            </a:r>
          </a:p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8" descr="GrattanLogo">
            <a:extLst>
              <a:ext uri="{FF2B5EF4-FFF2-40B4-BE49-F238E27FC236}">
                <a16:creationId xmlns:a16="http://schemas.microsoft.com/office/drawing/2014/main" id="{67074FA1-84FC-A749-908E-C0C5F1D3C5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495200" y="111600"/>
            <a:ext cx="1562400" cy="430906"/>
          </a:xfrm>
          <a:prstGeom prst="rect">
            <a:avLst/>
          </a:prstGeom>
          <a:noFill/>
        </p:spPr>
      </p:pic>
      <p:sp>
        <p:nvSpPr>
          <p:cNvPr id="8" name="Line 7">
            <a:extLst>
              <a:ext uri="{FF2B5EF4-FFF2-40B4-BE49-F238E27FC236}">
                <a16:creationId xmlns:a16="http://schemas.microsoft.com/office/drawing/2014/main" id="{5994C232-B4F2-F34D-9731-E1E62AAE633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7600" y="698400"/>
            <a:ext cx="9003600" cy="0"/>
          </a:xfrm>
          <a:prstGeom prst="line">
            <a:avLst/>
          </a:prstGeom>
          <a:noFill/>
          <a:ln w="19050">
            <a:solidFill>
              <a:srgbClr val="F3901D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AU" sz="2215" dirty="0"/>
          </a:p>
        </p:txBody>
      </p:sp>
    </p:spTree>
    <p:extLst>
      <p:ext uri="{BB962C8B-B14F-4D97-AF65-F5344CB8AC3E}">
        <p14:creationId xmlns:p14="http://schemas.microsoft.com/office/powerpoint/2010/main" val="3976130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marR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tabLst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65593" marR="0" indent="-164127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Pct val="130000"/>
        <a:buFontTx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72217" marR="0" indent="-205159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 typeface="Arial" charset="0"/>
        <a:buChar char="–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17294" marR="0" indent="-131888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 typeface="Arial" charset="0"/>
        <a:buChar char="-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8315" marR="0" indent="-193436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 typeface="Arial" charset="0"/>
        <a:buChar char="&gt;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" y="100800"/>
            <a:ext cx="7383600" cy="522000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3" name="Caption Placeholder 1"/>
          <p:cNvSpPr>
            <a:spLocks noGrp="1"/>
          </p:cNvSpPr>
          <p:nvPr>
            <p:ph type="body" sz="quarter" idx="10"/>
          </p:nvPr>
        </p:nvSpPr>
        <p:spPr>
          <a:xfrm>
            <a:off x="79375" y="6529939"/>
            <a:ext cx="8885238" cy="249237"/>
          </a:xfrm>
        </p:spPr>
        <p:txBody>
          <a:bodyPr/>
          <a:lstStyle/>
          <a:p>
            <a:r>
              <a:rPr/>
              <a:t> </a:t>
            </a:r>
          </a:p>
        </p:txBody>
      </p:sp>
      <p:grpSp xmlns:pic="http://schemas.openxmlformats.org/drawingml/2006/picture">
        <p:nvGrpSpPr>
          <p:cNvPr id="4" name=""/>
          <p:cNvGrpSpPr/>
          <p:nvPr/>
        </p:nvGrpSpPr>
        <p:grpSpPr>
          <a:xfrm>
            <a:off x="72000" y="862128"/>
            <a:ext cx="8978400" cy="5995872"/>
            <a:chOff x="72000" y="862128"/>
            <a:chExt cx="8978400" cy="5995872"/>
          </a:xfrm>
        </p:grpSpPr>
        <p:sp>
          <p:nvSpPr>
            <p:cNvPr id="5" name="rc3"/>
            <p:cNvSpPr/>
            <p:nvPr/>
          </p:nvSpPr>
          <p:spPr>
            <a:xfrm>
              <a:off x="72000" y="862128"/>
              <a:ext cx="8978400" cy="5995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4"/>
            <p:cNvSpPr/>
            <p:nvPr/>
          </p:nvSpPr>
          <p:spPr>
            <a:xfrm>
              <a:off x="72000" y="862128"/>
              <a:ext cx="8978400" cy="599587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5"/>
            <p:cNvSpPr/>
            <p:nvPr/>
          </p:nvSpPr>
          <p:spPr>
            <a:xfrm>
              <a:off x="3175350" y="953568"/>
              <a:ext cx="5765321" cy="53032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6"/>
            <p:cNvSpPr/>
            <p:nvPr/>
          </p:nvSpPr>
          <p:spPr>
            <a:xfrm>
              <a:off x="3175350" y="5944844"/>
              <a:ext cx="5765321" cy="0"/>
            </a:xfrm>
            <a:custGeom>
              <a:avLst/>
              <a:pathLst>
                <a:path w="5765321" h="0">
                  <a:moveTo>
                    <a:pt x="0" y="0"/>
                  </a:moveTo>
                  <a:lnTo>
                    <a:pt x="5765321" y="0"/>
                  </a:lnTo>
                  <a:lnTo>
                    <a:pt x="57653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7"/>
            <p:cNvSpPr/>
            <p:nvPr/>
          </p:nvSpPr>
          <p:spPr>
            <a:xfrm>
              <a:off x="3175350" y="5424919"/>
              <a:ext cx="5765321" cy="0"/>
            </a:xfrm>
            <a:custGeom>
              <a:avLst/>
              <a:pathLst>
                <a:path w="5765321" h="0">
                  <a:moveTo>
                    <a:pt x="0" y="0"/>
                  </a:moveTo>
                  <a:lnTo>
                    <a:pt x="5765321" y="0"/>
                  </a:lnTo>
                  <a:lnTo>
                    <a:pt x="57653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8"/>
            <p:cNvSpPr/>
            <p:nvPr/>
          </p:nvSpPr>
          <p:spPr>
            <a:xfrm>
              <a:off x="3175350" y="4904995"/>
              <a:ext cx="5765321" cy="0"/>
            </a:xfrm>
            <a:custGeom>
              <a:avLst/>
              <a:pathLst>
                <a:path w="5765321" h="0">
                  <a:moveTo>
                    <a:pt x="0" y="0"/>
                  </a:moveTo>
                  <a:lnTo>
                    <a:pt x="5765321" y="0"/>
                  </a:lnTo>
                  <a:lnTo>
                    <a:pt x="57653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9"/>
            <p:cNvSpPr/>
            <p:nvPr/>
          </p:nvSpPr>
          <p:spPr>
            <a:xfrm>
              <a:off x="3175350" y="4385070"/>
              <a:ext cx="5765321" cy="0"/>
            </a:xfrm>
            <a:custGeom>
              <a:avLst/>
              <a:pathLst>
                <a:path w="5765321" h="0">
                  <a:moveTo>
                    <a:pt x="0" y="0"/>
                  </a:moveTo>
                  <a:lnTo>
                    <a:pt x="5765321" y="0"/>
                  </a:lnTo>
                  <a:lnTo>
                    <a:pt x="57653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0"/>
            <p:cNvSpPr/>
            <p:nvPr/>
          </p:nvSpPr>
          <p:spPr>
            <a:xfrm>
              <a:off x="3175350" y="3865146"/>
              <a:ext cx="5765321" cy="0"/>
            </a:xfrm>
            <a:custGeom>
              <a:avLst/>
              <a:pathLst>
                <a:path w="5765321" h="0">
                  <a:moveTo>
                    <a:pt x="0" y="0"/>
                  </a:moveTo>
                  <a:lnTo>
                    <a:pt x="5765321" y="0"/>
                  </a:lnTo>
                  <a:lnTo>
                    <a:pt x="57653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1"/>
            <p:cNvSpPr/>
            <p:nvPr/>
          </p:nvSpPr>
          <p:spPr>
            <a:xfrm>
              <a:off x="3175350" y="3345221"/>
              <a:ext cx="5765321" cy="0"/>
            </a:xfrm>
            <a:custGeom>
              <a:avLst/>
              <a:pathLst>
                <a:path w="5765321" h="0">
                  <a:moveTo>
                    <a:pt x="0" y="0"/>
                  </a:moveTo>
                  <a:lnTo>
                    <a:pt x="5765321" y="0"/>
                  </a:lnTo>
                  <a:lnTo>
                    <a:pt x="57653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2"/>
            <p:cNvSpPr/>
            <p:nvPr/>
          </p:nvSpPr>
          <p:spPr>
            <a:xfrm>
              <a:off x="3175350" y="2825296"/>
              <a:ext cx="5765321" cy="0"/>
            </a:xfrm>
            <a:custGeom>
              <a:avLst/>
              <a:pathLst>
                <a:path w="5765321" h="0">
                  <a:moveTo>
                    <a:pt x="0" y="0"/>
                  </a:moveTo>
                  <a:lnTo>
                    <a:pt x="5765321" y="0"/>
                  </a:lnTo>
                  <a:lnTo>
                    <a:pt x="57653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3"/>
            <p:cNvSpPr/>
            <p:nvPr/>
          </p:nvSpPr>
          <p:spPr>
            <a:xfrm>
              <a:off x="3175350" y="2305372"/>
              <a:ext cx="5765321" cy="0"/>
            </a:xfrm>
            <a:custGeom>
              <a:avLst/>
              <a:pathLst>
                <a:path w="5765321" h="0">
                  <a:moveTo>
                    <a:pt x="0" y="0"/>
                  </a:moveTo>
                  <a:lnTo>
                    <a:pt x="5765321" y="0"/>
                  </a:lnTo>
                  <a:lnTo>
                    <a:pt x="57653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4"/>
            <p:cNvSpPr/>
            <p:nvPr/>
          </p:nvSpPr>
          <p:spPr>
            <a:xfrm>
              <a:off x="3175350" y="1785447"/>
              <a:ext cx="5765321" cy="0"/>
            </a:xfrm>
            <a:custGeom>
              <a:avLst/>
              <a:pathLst>
                <a:path w="5765321" h="0">
                  <a:moveTo>
                    <a:pt x="0" y="0"/>
                  </a:moveTo>
                  <a:lnTo>
                    <a:pt x="5765321" y="0"/>
                  </a:lnTo>
                  <a:lnTo>
                    <a:pt x="57653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5"/>
            <p:cNvSpPr/>
            <p:nvPr/>
          </p:nvSpPr>
          <p:spPr>
            <a:xfrm>
              <a:off x="3175350" y="1265522"/>
              <a:ext cx="5765321" cy="0"/>
            </a:xfrm>
            <a:custGeom>
              <a:avLst/>
              <a:pathLst>
                <a:path w="5765321" h="0">
                  <a:moveTo>
                    <a:pt x="0" y="0"/>
                  </a:moveTo>
                  <a:lnTo>
                    <a:pt x="5765321" y="0"/>
                  </a:lnTo>
                  <a:lnTo>
                    <a:pt x="57653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6"/>
            <p:cNvSpPr/>
            <p:nvPr/>
          </p:nvSpPr>
          <p:spPr>
            <a:xfrm>
              <a:off x="6863527" y="587888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7"/>
            <p:cNvSpPr/>
            <p:nvPr/>
          </p:nvSpPr>
          <p:spPr>
            <a:xfrm>
              <a:off x="6823219" y="587888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8"/>
            <p:cNvSpPr/>
            <p:nvPr/>
          </p:nvSpPr>
          <p:spPr>
            <a:xfrm>
              <a:off x="6517786" y="587888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19"/>
            <p:cNvSpPr/>
            <p:nvPr/>
          </p:nvSpPr>
          <p:spPr>
            <a:xfrm>
              <a:off x="7081492" y="587888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0"/>
            <p:cNvSpPr/>
            <p:nvPr/>
          </p:nvSpPr>
          <p:spPr>
            <a:xfrm>
              <a:off x="7074178" y="587888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1"/>
            <p:cNvSpPr/>
            <p:nvPr/>
          </p:nvSpPr>
          <p:spPr>
            <a:xfrm>
              <a:off x="6803640" y="5358960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2"/>
            <p:cNvSpPr/>
            <p:nvPr/>
          </p:nvSpPr>
          <p:spPr>
            <a:xfrm>
              <a:off x="7242905" y="587888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3"/>
            <p:cNvSpPr/>
            <p:nvPr/>
          </p:nvSpPr>
          <p:spPr>
            <a:xfrm>
              <a:off x="6756439" y="5358960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4"/>
            <p:cNvSpPr/>
            <p:nvPr/>
          </p:nvSpPr>
          <p:spPr>
            <a:xfrm>
              <a:off x="6612374" y="5358960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5"/>
            <p:cNvSpPr/>
            <p:nvPr/>
          </p:nvSpPr>
          <p:spPr>
            <a:xfrm>
              <a:off x="6762438" y="587888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6"/>
            <p:cNvSpPr/>
            <p:nvPr/>
          </p:nvSpPr>
          <p:spPr>
            <a:xfrm>
              <a:off x="6853308" y="587888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7"/>
            <p:cNvSpPr/>
            <p:nvPr/>
          </p:nvSpPr>
          <p:spPr>
            <a:xfrm>
              <a:off x="6853308" y="5358960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8"/>
            <p:cNvSpPr/>
            <p:nvPr/>
          </p:nvSpPr>
          <p:spPr>
            <a:xfrm>
              <a:off x="7961804" y="587888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29"/>
            <p:cNvSpPr/>
            <p:nvPr/>
          </p:nvSpPr>
          <p:spPr>
            <a:xfrm>
              <a:off x="7735173" y="587888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0"/>
            <p:cNvSpPr/>
            <p:nvPr/>
          </p:nvSpPr>
          <p:spPr>
            <a:xfrm>
              <a:off x="8424198" y="587888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1"/>
            <p:cNvSpPr/>
            <p:nvPr/>
          </p:nvSpPr>
          <p:spPr>
            <a:xfrm>
              <a:off x="4828330" y="275933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2"/>
            <p:cNvSpPr/>
            <p:nvPr/>
          </p:nvSpPr>
          <p:spPr>
            <a:xfrm>
              <a:off x="5133901" y="275933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3"/>
            <p:cNvSpPr/>
            <p:nvPr/>
          </p:nvSpPr>
          <p:spPr>
            <a:xfrm>
              <a:off x="5023498" y="275933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4"/>
            <p:cNvSpPr/>
            <p:nvPr/>
          </p:nvSpPr>
          <p:spPr>
            <a:xfrm>
              <a:off x="4918677" y="275933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5"/>
            <p:cNvSpPr/>
            <p:nvPr/>
          </p:nvSpPr>
          <p:spPr>
            <a:xfrm>
              <a:off x="5617061" y="275933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6"/>
            <p:cNvSpPr/>
            <p:nvPr/>
          </p:nvSpPr>
          <p:spPr>
            <a:xfrm>
              <a:off x="5173284" y="275933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7"/>
            <p:cNvSpPr/>
            <p:nvPr/>
          </p:nvSpPr>
          <p:spPr>
            <a:xfrm>
              <a:off x="4999941" y="275933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8"/>
            <p:cNvSpPr/>
            <p:nvPr/>
          </p:nvSpPr>
          <p:spPr>
            <a:xfrm>
              <a:off x="4943310" y="275933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39"/>
            <p:cNvSpPr/>
            <p:nvPr/>
          </p:nvSpPr>
          <p:spPr>
            <a:xfrm>
              <a:off x="5801484" y="275933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0"/>
            <p:cNvSpPr/>
            <p:nvPr/>
          </p:nvSpPr>
          <p:spPr>
            <a:xfrm>
              <a:off x="5827715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1"/>
            <p:cNvSpPr/>
            <p:nvPr/>
          </p:nvSpPr>
          <p:spPr>
            <a:xfrm>
              <a:off x="6140008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2"/>
            <p:cNvSpPr/>
            <p:nvPr/>
          </p:nvSpPr>
          <p:spPr>
            <a:xfrm>
              <a:off x="5587256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3"/>
            <p:cNvSpPr/>
            <p:nvPr/>
          </p:nvSpPr>
          <p:spPr>
            <a:xfrm>
              <a:off x="6486755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4"/>
            <p:cNvSpPr/>
            <p:nvPr/>
          </p:nvSpPr>
          <p:spPr>
            <a:xfrm>
              <a:off x="5792679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5"/>
            <p:cNvSpPr/>
            <p:nvPr/>
          </p:nvSpPr>
          <p:spPr>
            <a:xfrm>
              <a:off x="5792679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6"/>
            <p:cNvSpPr/>
            <p:nvPr/>
          </p:nvSpPr>
          <p:spPr>
            <a:xfrm>
              <a:off x="7305057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7"/>
            <p:cNvSpPr/>
            <p:nvPr/>
          </p:nvSpPr>
          <p:spPr>
            <a:xfrm>
              <a:off x="5977869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8"/>
            <p:cNvSpPr/>
            <p:nvPr/>
          </p:nvSpPr>
          <p:spPr>
            <a:xfrm>
              <a:off x="5923734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49"/>
            <p:cNvSpPr/>
            <p:nvPr/>
          </p:nvSpPr>
          <p:spPr>
            <a:xfrm>
              <a:off x="6875259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0"/>
            <p:cNvSpPr/>
            <p:nvPr/>
          </p:nvSpPr>
          <p:spPr>
            <a:xfrm>
              <a:off x="5895291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1"/>
            <p:cNvSpPr/>
            <p:nvPr/>
          </p:nvSpPr>
          <p:spPr>
            <a:xfrm>
              <a:off x="5398816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2"/>
            <p:cNvSpPr/>
            <p:nvPr/>
          </p:nvSpPr>
          <p:spPr>
            <a:xfrm>
              <a:off x="6095129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3"/>
            <p:cNvSpPr/>
            <p:nvPr/>
          </p:nvSpPr>
          <p:spPr>
            <a:xfrm>
              <a:off x="8612652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4"/>
            <p:cNvSpPr/>
            <p:nvPr/>
          </p:nvSpPr>
          <p:spPr>
            <a:xfrm>
              <a:off x="5743390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5"/>
            <p:cNvSpPr/>
            <p:nvPr/>
          </p:nvSpPr>
          <p:spPr>
            <a:xfrm>
              <a:off x="5498427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6"/>
            <p:cNvSpPr/>
            <p:nvPr/>
          </p:nvSpPr>
          <p:spPr>
            <a:xfrm>
              <a:off x="7718379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7"/>
            <p:cNvSpPr/>
            <p:nvPr/>
          </p:nvSpPr>
          <p:spPr>
            <a:xfrm>
              <a:off x="5801484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8"/>
            <p:cNvSpPr/>
            <p:nvPr/>
          </p:nvSpPr>
          <p:spPr>
            <a:xfrm>
              <a:off x="5801484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59"/>
            <p:cNvSpPr/>
            <p:nvPr/>
          </p:nvSpPr>
          <p:spPr>
            <a:xfrm>
              <a:off x="5480551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0"/>
            <p:cNvSpPr/>
            <p:nvPr/>
          </p:nvSpPr>
          <p:spPr>
            <a:xfrm>
              <a:off x="6348106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1"/>
            <p:cNvSpPr/>
            <p:nvPr/>
          </p:nvSpPr>
          <p:spPr>
            <a:xfrm>
              <a:off x="6348106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2"/>
            <p:cNvSpPr/>
            <p:nvPr/>
          </p:nvSpPr>
          <p:spPr>
            <a:xfrm>
              <a:off x="5877713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3"/>
            <p:cNvSpPr/>
            <p:nvPr/>
          </p:nvSpPr>
          <p:spPr>
            <a:xfrm>
              <a:off x="5205893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4"/>
            <p:cNvSpPr/>
            <p:nvPr/>
          </p:nvSpPr>
          <p:spPr>
            <a:xfrm>
              <a:off x="6248499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5"/>
            <p:cNvSpPr/>
            <p:nvPr/>
          </p:nvSpPr>
          <p:spPr>
            <a:xfrm>
              <a:off x="6535927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6"/>
            <p:cNvSpPr/>
            <p:nvPr/>
          </p:nvSpPr>
          <p:spPr>
            <a:xfrm>
              <a:off x="5700443" y="327926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7"/>
            <p:cNvSpPr/>
            <p:nvPr/>
          </p:nvSpPr>
          <p:spPr>
            <a:xfrm>
              <a:off x="5462855" y="327926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8"/>
            <p:cNvSpPr/>
            <p:nvPr/>
          </p:nvSpPr>
          <p:spPr>
            <a:xfrm>
              <a:off x="6064561" y="431911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69"/>
            <p:cNvSpPr/>
            <p:nvPr/>
          </p:nvSpPr>
          <p:spPr>
            <a:xfrm>
              <a:off x="5600167" y="431911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0"/>
            <p:cNvSpPr/>
            <p:nvPr/>
          </p:nvSpPr>
          <p:spPr>
            <a:xfrm>
              <a:off x="5955490" y="431911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1"/>
            <p:cNvSpPr/>
            <p:nvPr/>
          </p:nvSpPr>
          <p:spPr>
            <a:xfrm>
              <a:off x="5955490" y="431911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2"/>
            <p:cNvSpPr/>
            <p:nvPr/>
          </p:nvSpPr>
          <p:spPr>
            <a:xfrm>
              <a:off x="5653095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3"/>
            <p:cNvSpPr/>
            <p:nvPr/>
          </p:nvSpPr>
          <p:spPr>
            <a:xfrm>
              <a:off x="5653095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4"/>
            <p:cNvSpPr/>
            <p:nvPr/>
          </p:nvSpPr>
          <p:spPr>
            <a:xfrm>
              <a:off x="5498427" y="483903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5"/>
            <p:cNvSpPr/>
            <p:nvPr/>
          </p:nvSpPr>
          <p:spPr>
            <a:xfrm>
              <a:off x="5653095" y="379918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6"/>
            <p:cNvSpPr/>
            <p:nvPr/>
          </p:nvSpPr>
          <p:spPr>
            <a:xfrm>
              <a:off x="5653095" y="379918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7"/>
            <p:cNvSpPr/>
            <p:nvPr/>
          </p:nvSpPr>
          <p:spPr>
            <a:xfrm>
              <a:off x="3371450" y="119956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8"/>
            <p:cNvSpPr/>
            <p:nvPr/>
          </p:nvSpPr>
          <p:spPr>
            <a:xfrm>
              <a:off x="3371450" y="119956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79"/>
            <p:cNvSpPr/>
            <p:nvPr/>
          </p:nvSpPr>
          <p:spPr>
            <a:xfrm>
              <a:off x="3371450" y="119956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0"/>
            <p:cNvSpPr/>
            <p:nvPr/>
          </p:nvSpPr>
          <p:spPr>
            <a:xfrm>
              <a:off x="3371450" y="119956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1"/>
            <p:cNvSpPr/>
            <p:nvPr/>
          </p:nvSpPr>
          <p:spPr>
            <a:xfrm>
              <a:off x="3371450" y="119956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2"/>
            <p:cNvSpPr/>
            <p:nvPr/>
          </p:nvSpPr>
          <p:spPr>
            <a:xfrm>
              <a:off x="5498427" y="4839036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3"/>
            <p:cNvSpPr/>
            <p:nvPr/>
          </p:nvSpPr>
          <p:spPr>
            <a:xfrm>
              <a:off x="5653095" y="4839036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4"/>
            <p:cNvSpPr/>
            <p:nvPr/>
          </p:nvSpPr>
          <p:spPr>
            <a:xfrm>
              <a:off x="4854639" y="275933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5"/>
            <p:cNvSpPr/>
            <p:nvPr/>
          </p:nvSpPr>
          <p:spPr>
            <a:xfrm>
              <a:off x="3597056" y="2239412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6"/>
            <p:cNvSpPr/>
            <p:nvPr/>
          </p:nvSpPr>
          <p:spPr>
            <a:xfrm>
              <a:off x="3453309" y="171948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7"/>
            <p:cNvSpPr/>
            <p:nvPr/>
          </p:nvSpPr>
          <p:spPr>
            <a:xfrm>
              <a:off x="3371450" y="1199563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88"/>
            <p:cNvSpPr/>
            <p:nvPr/>
          </p:nvSpPr>
          <p:spPr>
            <a:xfrm>
              <a:off x="3371450" y="1199563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89"/>
            <p:cNvSpPr/>
            <p:nvPr/>
          </p:nvSpPr>
          <p:spPr>
            <a:xfrm>
              <a:off x="3371450" y="1199563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0"/>
            <p:cNvSpPr/>
            <p:nvPr/>
          </p:nvSpPr>
          <p:spPr>
            <a:xfrm>
              <a:off x="3371450" y="1199563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1"/>
            <p:cNvSpPr/>
            <p:nvPr/>
          </p:nvSpPr>
          <p:spPr>
            <a:xfrm>
              <a:off x="3371450" y="1199563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2"/>
            <p:cNvSpPr/>
            <p:nvPr/>
          </p:nvSpPr>
          <p:spPr>
            <a:xfrm>
              <a:off x="3371450" y="1199563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3"/>
            <p:cNvSpPr/>
            <p:nvPr/>
          </p:nvSpPr>
          <p:spPr>
            <a:xfrm>
              <a:off x="3371450" y="1199563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4"/>
            <p:cNvSpPr/>
            <p:nvPr/>
          </p:nvSpPr>
          <p:spPr>
            <a:xfrm>
              <a:off x="3371450" y="1199563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5"/>
            <p:cNvSpPr/>
            <p:nvPr/>
          </p:nvSpPr>
          <p:spPr>
            <a:xfrm>
              <a:off x="3371450" y="1199563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6"/>
            <p:cNvSpPr/>
            <p:nvPr/>
          </p:nvSpPr>
          <p:spPr>
            <a:xfrm>
              <a:off x="3371450" y="1199563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7"/>
            <p:cNvSpPr/>
            <p:nvPr/>
          </p:nvSpPr>
          <p:spPr>
            <a:xfrm>
              <a:off x="3371450" y="1199563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8"/>
            <p:cNvSpPr/>
            <p:nvPr/>
          </p:nvSpPr>
          <p:spPr>
            <a:xfrm>
              <a:off x="3371450" y="1199563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99"/>
            <p:cNvSpPr/>
            <p:nvPr/>
          </p:nvSpPr>
          <p:spPr>
            <a:xfrm>
              <a:off x="3371450" y="1199563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0"/>
            <p:cNvSpPr/>
            <p:nvPr/>
          </p:nvSpPr>
          <p:spPr>
            <a:xfrm>
              <a:off x="3371450" y="1199563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1"/>
            <p:cNvSpPr/>
            <p:nvPr/>
          </p:nvSpPr>
          <p:spPr>
            <a:xfrm>
              <a:off x="4694415" y="953568"/>
              <a:ext cx="0" cy="5303231"/>
            </a:xfrm>
            <a:custGeom>
              <a:avLst/>
              <a:pathLst>
                <a:path w="0" h="5303231">
                  <a:moveTo>
                    <a:pt x="0" y="53032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40651" cap="flat">
              <a:solidFill>
                <a:srgbClr val="FF0000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04" name="tx102"/>
            <p:cNvSpPr/>
            <p:nvPr/>
          </p:nvSpPr>
          <p:spPr>
            <a:xfrm>
              <a:off x="1179882" y="5857445"/>
              <a:ext cx="1892982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Steam Sub Critical</a:t>
              </a:r>
            </a:p>
          </p:txBody>
        </p:sp>
        <p:sp>
          <p:nvSpPr>
            <p:cNvPr id="105" name="tx103"/>
            <p:cNvSpPr/>
            <p:nvPr/>
          </p:nvSpPr>
          <p:spPr>
            <a:xfrm>
              <a:off x="976620" y="5294881"/>
              <a:ext cx="2096244" cy="2118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Steam Super Critical</a:t>
              </a:r>
            </a:p>
          </p:txBody>
        </p:sp>
        <p:sp>
          <p:nvSpPr>
            <p:cNvPr id="106" name="tx104"/>
            <p:cNvSpPr/>
            <p:nvPr/>
          </p:nvSpPr>
          <p:spPr>
            <a:xfrm>
              <a:off x="2412513" y="4817484"/>
              <a:ext cx="660350" cy="169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OCGT</a:t>
              </a:r>
            </a:p>
          </p:txBody>
        </p:sp>
        <p:sp>
          <p:nvSpPr>
            <p:cNvPr id="107" name="tx105"/>
            <p:cNvSpPr/>
            <p:nvPr/>
          </p:nvSpPr>
          <p:spPr>
            <a:xfrm>
              <a:off x="899824" y="4255143"/>
              <a:ext cx="2173039" cy="2117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Reciprocating Engine</a:t>
              </a:r>
            </a:p>
          </p:txBody>
        </p:sp>
        <p:sp>
          <p:nvSpPr>
            <p:cNvPr id="108" name="tx106"/>
            <p:cNvSpPr/>
            <p:nvPr/>
          </p:nvSpPr>
          <p:spPr>
            <a:xfrm>
              <a:off x="73828" y="3735219"/>
              <a:ext cx="2999035" cy="2117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Hydrogen-based gas turbines</a:t>
              </a:r>
            </a:p>
          </p:txBody>
        </p:sp>
        <p:sp>
          <p:nvSpPr>
            <p:cNvPr id="109" name="tx107"/>
            <p:cNvSpPr/>
            <p:nvPr/>
          </p:nvSpPr>
          <p:spPr>
            <a:xfrm>
              <a:off x="252087" y="3215182"/>
              <a:ext cx="2820776" cy="2118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Gas-powered steam turbine</a:t>
              </a:r>
            </a:p>
          </p:txBody>
        </p:sp>
        <p:sp>
          <p:nvSpPr>
            <p:cNvPr id="110" name="tx108"/>
            <p:cNvSpPr/>
            <p:nvPr/>
          </p:nvSpPr>
          <p:spPr>
            <a:xfrm>
              <a:off x="2425238" y="2737897"/>
              <a:ext cx="647625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CCGT</a:t>
              </a:r>
            </a:p>
          </p:txBody>
        </p:sp>
        <p:sp>
          <p:nvSpPr>
            <p:cNvPr id="111" name="tx109"/>
            <p:cNvSpPr/>
            <p:nvPr/>
          </p:nvSpPr>
          <p:spPr>
            <a:xfrm>
              <a:off x="1409040" y="2217972"/>
              <a:ext cx="1663824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CCGT with CCS</a:t>
              </a:r>
            </a:p>
          </p:txBody>
        </p:sp>
        <p:sp>
          <p:nvSpPr>
            <p:cNvPr id="112" name="tx110"/>
            <p:cNvSpPr/>
            <p:nvPr/>
          </p:nvSpPr>
          <p:spPr>
            <a:xfrm>
              <a:off x="2196303" y="1700950"/>
              <a:ext cx="876560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Biomass</a:t>
              </a:r>
            </a:p>
          </p:txBody>
        </p:sp>
        <p:sp>
          <p:nvSpPr>
            <p:cNvPr id="113" name="tx111"/>
            <p:cNvSpPr/>
            <p:nvPr/>
          </p:nvSpPr>
          <p:spPr>
            <a:xfrm>
              <a:off x="1814782" y="1181025"/>
              <a:ext cx="125808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Renewables</a:t>
              </a:r>
            </a:p>
          </p:txBody>
        </p:sp>
        <p:sp>
          <p:nvSpPr>
            <p:cNvPr id="114" name="pl112"/>
            <p:cNvSpPr/>
            <p:nvPr/>
          </p:nvSpPr>
          <p:spPr>
            <a:xfrm>
              <a:off x="3175350" y="6256799"/>
              <a:ext cx="5765321" cy="0"/>
            </a:xfrm>
            <a:custGeom>
              <a:avLst/>
              <a:pathLst>
                <a:path w="5765321" h="0">
                  <a:moveTo>
                    <a:pt x="0" y="0"/>
                  </a:moveTo>
                  <a:lnTo>
                    <a:pt x="5765321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3"/>
            <p:cNvSpPr/>
            <p:nvPr/>
          </p:nvSpPr>
          <p:spPr>
            <a:xfrm>
              <a:off x="3437410" y="6256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4"/>
            <p:cNvSpPr/>
            <p:nvPr/>
          </p:nvSpPr>
          <p:spPr>
            <a:xfrm>
              <a:off x="5401011" y="6256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5"/>
            <p:cNvSpPr/>
            <p:nvPr/>
          </p:nvSpPr>
          <p:spPr>
            <a:xfrm>
              <a:off x="7364613" y="6256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tx116"/>
            <p:cNvSpPr/>
            <p:nvPr/>
          </p:nvSpPr>
          <p:spPr>
            <a:xfrm>
              <a:off x="3373841" y="6355824"/>
              <a:ext cx="12713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9" name="tx117"/>
            <p:cNvSpPr/>
            <p:nvPr/>
          </p:nvSpPr>
          <p:spPr>
            <a:xfrm>
              <a:off x="5210307" y="6355824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120" name="tx118"/>
            <p:cNvSpPr/>
            <p:nvPr/>
          </p:nvSpPr>
          <p:spPr>
            <a:xfrm>
              <a:off x="7110340" y="63558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/>
  <cp:revision>34</cp:revision>
  <dcterms:created xsi:type="dcterms:W3CDTF">2019-02-12T04:35:04Z</dcterms:created>
  <dcterms:modified xsi:type="dcterms:W3CDTF">2025-02-06T11:53:20Z</dcterms:modified>
</cp:coreProperties>
</file>