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5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103350" y="91440"/>
              <a:ext cx="12742121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103350" y="6947872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103350" y="6233660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103350" y="5519448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103350" y="4805237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103350" y="4091025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103350" y="3376813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103350" y="2662602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103350" y="1948390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103350" y="1234178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103350" y="519967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  <a:lnTo>
                    <a:pt x="127421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11334528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11245441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10570394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11816260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11800095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11202171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12173003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11097848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10779447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11111108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11311942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11311942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13761864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13260981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14783815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6836473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7511826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7267822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7036152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8579674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7598868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7215756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7090594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8987272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904524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973545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8513799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1050181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8967813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8967813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1231036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9377107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9257460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1136045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919459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809732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9636267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1520032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8858876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8317476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13223863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898727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898727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827796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10195379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10195379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9155749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767093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997523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1061048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8763959" y="331085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8238857" y="331085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9568708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8542336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9327646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9327646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865931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865931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8317476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8659314" y="40250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8659314" y="40250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8317476" y="5453489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8659314" y="5453489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6894620" y="259664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4115196" y="188243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3797496" y="1168219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3616578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6460685" y="91440"/>
              <a:ext cx="0" cy="7284959"/>
            </a:xfrm>
            <a:custGeom>
              <a:avLst/>
              <a:pathLst>
                <a:path w="0" h="7284959">
                  <a:moveTo>
                    <a:pt x="0" y="728495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107882" y="6860473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904620" y="6103622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340513" y="5431938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827824" y="4675310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1828" y="3961098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180087" y="3246775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353238" y="2575202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337040" y="1860991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124303" y="1149681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1742782" y="435469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103350" y="7376399"/>
              <a:ext cx="12742121" cy="0"/>
            </a:xfrm>
            <a:custGeom>
              <a:avLst/>
              <a:pathLst>
                <a:path w="12742121" h="0">
                  <a:moveTo>
                    <a:pt x="0" y="0"/>
                  </a:moveTo>
                  <a:lnTo>
                    <a:pt x="127421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3682537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8022356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12362174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3618969" y="74754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7831651" y="74754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12107902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2025-02-06T11:53:12Z</dcterms:modified>
</cp:coreProperties>
</file>