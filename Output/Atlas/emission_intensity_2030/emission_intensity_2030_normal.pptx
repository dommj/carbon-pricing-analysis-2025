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3"/>
  </p:notesMasterIdLst>
  <p:sldIdLst>
    <p:sldId id="257" r:id="rId2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EE20B-80C8-4AA1-B945-ECD58C0B548E}" v="6" dt="2025-02-06T00:56:25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 varScale="1">
        <p:scale>
          <a:sx n="135" d="100"/>
          <a:sy n="135" d="100"/>
        </p:scale>
        <p:origin x="-7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A28EE20B-80C8-4AA1-B945-ECD58C0B548E}"/>
    <pc:docChg chg="undo custSel addSld delSld modSld">
      <pc:chgData name="Dominic Jones" userId="8a7bc671-a4ae-414f-b318-851f1451f1f7" providerId="ADAL" clId="{A28EE20B-80C8-4AA1-B945-ECD58C0B548E}" dt="2025-02-06T00:59:13.997" v="26" actId="1076"/>
      <pc:docMkLst>
        <pc:docMk/>
      </pc:docMkLst>
      <pc:sldChg chg="del">
        <pc:chgData name="Dominic Jones" userId="8a7bc671-a4ae-414f-b318-851f1451f1f7" providerId="ADAL" clId="{A28EE20B-80C8-4AA1-B945-ECD58C0B548E}" dt="2025-02-06T00:55:04.674" v="0" actId="47"/>
        <pc:sldMkLst>
          <pc:docMk/>
          <pc:sldMk cId="2448407250" sldId="256"/>
        </pc:sldMkLst>
      </pc:sldChg>
      <pc:sldChg chg="addSp delSp modSp mod">
        <pc:chgData name="Dominic Jones" userId="8a7bc671-a4ae-414f-b318-851f1451f1f7" providerId="ADAL" clId="{A28EE20B-80C8-4AA1-B945-ECD58C0B548E}" dt="2025-02-06T00:59:13.997" v="26" actId="1076"/>
        <pc:sldMkLst>
          <pc:docMk/>
          <pc:sldMk cId="0" sldId="257"/>
        </pc:sldMkLst>
        <pc:spChg chg="add mod">
          <ac:chgData name="Dominic Jones" userId="8a7bc671-a4ae-414f-b318-851f1451f1f7" providerId="ADAL" clId="{A28EE20B-80C8-4AA1-B945-ECD58C0B548E}" dt="2025-02-06T00:58:49.831" v="24" actId="1076"/>
          <ac:spMkLst>
            <pc:docMk/>
            <pc:sldMk cId="0" sldId="257"/>
            <ac:spMk id="121" creationId="{51DC4DE4-E6FB-53BB-BA96-CBA751AA2116}"/>
          </ac:spMkLst>
        </pc:spChg>
        <pc:spChg chg="add mod">
          <ac:chgData name="Dominic Jones" userId="8a7bc671-a4ae-414f-b318-851f1451f1f7" providerId="ADAL" clId="{A28EE20B-80C8-4AA1-B945-ECD58C0B548E}" dt="2025-02-06T00:56:18.627" v="7"/>
          <ac:spMkLst>
            <pc:docMk/>
            <pc:sldMk cId="0" sldId="257"/>
            <ac:spMk id="123" creationId="{CC1613B0-7F56-BB4D-7717-07BEBA6CE550}"/>
          </ac:spMkLst>
        </pc:spChg>
        <pc:spChg chg="add mod">
          <ac:chgData name="Dominic Jones" userId="8a7bc671-a4ae-414f-b318-851f1451f1f7" providerId="ADAL" clId="{A28EE20B-80C8-4AA1-B945-ECD58C0B548E}" dt="2025-02-06T00:56:18.627" v="7"/>
          <ac:spMkLst>
            <pc:docMk/>
            <pc:sldMk cId="0" sldId="257"/>
            <ac:spMk id="124" creationId="{A6863026-A179-9BCF-7568-BC26028093BC}"/>
          </ac:spMkLst>
        </pc:spChg>
        <pc:spChg chg="add mod">
          <ac:chgData name="Dominic Jones" userId="8a7bc671-a4ae-414f-b318-851f1451f1f7" providerId="ADAL" clId="{A28EE20B-80C8-4AA1-B945-ECD58C0B548E}" dt="2025-02-06T00:56:18.627" v="7"/>
          <ac:spMkLst>
            <pc:docMk/>
            <pc:sldMk cId="0" sldId="257"/>
            <ac:spMk id="125" creationId="{FC0DF57A-1680-E9F7-008C-774322002D90}"/>
          </ac:spMkLst>
        </pc:spChg>
        <pc:spChg chg="add mod">
          <ac:chgData name="Dominic Jones" userId="8a7bc671-a4ae-414f-b318-851f1451f1f7" providerId="ADAL" clId="{A28EE20B-80C8-4AA1-B945-ECD58C0B548E}" dt="2025-02-06T00:56:18.627" v="7"/>
          <ac:spMkLst>
            <pc:docMk/>
            <pc:sldMk cId="0" sldId="257"/>
            <ac:spMk id="126" creationId="{EED7786B-7AF6-CCE8-05BA-73F2BFD2CD85}"/>
          </ac:spMkLst>
        </pc:spChg>
        <pc:spChg chg="add mod">
          <ac:chgData name="Dominic Jones" userId="8a7bc671-a4ae-414f-b318-851f1451f1f7" providerId="ADAL" clId="{A28EE20B-80C8-4AA1-B945-ECD58C0B548E}" dt="2025-02-06T00:59:13.997" v="26" actId="1076"/>
          <ac:spMkLst>
            <pc:docMk/>
            <pc:sldMk cId="0" sldId="257"/>
            <ac:spMk id="127" creationId="{A19A5B67-BD0A-F438-75DE-CE49803583BE}"/>
          </ac:spMkLst>
        </pc:spChg>
        <pc:spChg chg="add mod">
          <ac:chgData name="Dominic Jones" userId="8a7bc671-a4ae-414f-b318-851f1451f1f7" providerId="ADAL" clId="{A28EE20B-80C8-4AA1-B945-ECD58C0B548E}" dt="2025-02-06T00:59:13.997" v="26" actId="1076"/>
          <ac:spMkLst>
            <pc:docMk/>
            <pc:sldMk cId="0" sldId="257"/>
            <ac:spMk id="128" creationId="{1EE0E4A0-6BBA-38E4-428D-A90990310A99}"/>
          </ac:spMkLst>
        </pc:spChg>
        <pc:spChg chg="add mod">
          <ac:chgData name="Dominic Jones" userId="8a7bc671-a4ae-414f-b318-851f1451f1f7" providerId="ADAL" clId="{A28EE20B-80C8-4AA1-B945-ECD58C0B548E}" dt="2025-02-06T00:59:13.997" v="26" actId="1076"/>
          <ac:spMkLst>
            <pc:docMk/>
            <pc:sldMk cId="0" sldId="257"/>
            <ac:spMk id="129" creationId="{DCA77C6D-7D0B-03A5-8362-0E3C1691D22F}"/>
          </ac:spMkLst>
        </pc:spChg>
        <pc:spChg chg="add mod">
          <ac:chgData name="Dominic Jones" userId="8a7bc671-a4ae-414f-b318-851f1451f1f7" providerId="ADAL" clId="{A28EE20B-80C8-4AA1-B945-ECD58C0B548E}" dt="2025-02-06T00:59:13.997" v="26" actId="1076"/>
          <ac:spMkLst>
            <pc:docMk/>
            <pc:sldMk cId="0" sldId="257"/>
            <ac:spMk id="130" creationId="{318C3C9C-BED1-01F9-9D00-2E4F932EF413}"/>
          </ac:spMkLst>
        </pc:spChg>
        <pc:cxnChg chg="add del mod">
          <ac:chgData name="Dominic Jones" userId="8a7bc671-a4ae-414f-b318-851f1451f1f7" providerId="ADAL" clId="{A28EE20B-80C8-4AA1-B945-ECD58C0B548E}" dt="2025-02-06T00:58:53.257" v="25" actId="478"/>
          <ac:cxnSpMkLst>
            <pc:docMk/>
            <pc:sldMk cId="0" sldId="257"/>
            <ac:cxnSpMk id="122" creationId="{5C48F15B-5FE2-7D8C-736C-48C21B1A5977}"/>
          </ac:cxnSpMkLst>
        </pc:cxnChg>
      </pc:sldChg>
      <pc:sldChg chg="add del">
        <pc:chgData name="Dominic Jones" userId="8a7bc671-a4ae-414f-b318-851f1451f1f7" providerId="ADAL" clId="{A28EE20B-80C8-4AA1-B945-ECD58C0B548E}" dt="2025-02-06T00:55:14.444" v="2"/>
        <pc:sldMkLst>
          <pc:docMk/>
          <pc:sldMk cId="272276221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t> </a:t>
            </a:r>
          </a:p>
        </p:txBody>
      </p:sp>
      <p:grpSp>
        <p:nvGrpSpPr>
          <p:cNvPr id="4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5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4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rc5"/>
            <p:cNvSpPr/>
            <p:nvPr/>
          </p:nvSpPr>
          <p:spPr>
            <a:xfrm>
              <a:off x="3103350" y="91439"/>
              <a:ext cx="4764521" cy="452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pl6"/>
            <p:cNvSpPr/>
            <p:nvPr/>
          </p:nvSpPr>
          <p:spPr>
            <a:xfrm>
              <a:off x="3103350" y="4352484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7"/>
            <p:cNvSpPr/>
            <p:nvPr/>
          </p:nvSpPr>
          <p:spPr>
            <a:xfrm>
              <a:off x="3103350" y="3908625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8"/>
            <p:cNvSpPr/>
            <p:nvPr/>
          </p:nvSpPr>
          <p:spPr>
            <a:xfrm>
              <a:off x="3103350" y="3464766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9"/>
            <p:cNvSpPr/>
            <p:nvPr/>
          </p:nvSpPr>
          <p:spPr>
            <a:xfrm>
              <a:off x="3103350" y="3020907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0"/>
            <p:cNvSpPr/>
            <p:nvPr/>
          </p:nvSpPr>
          <p:spPr>
            <a:xfrm>
              <a:off x="3103350" y="2577049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1"/>
            <p:cNvSpPr/>
            <p:nvPr/>
          </p:nvSpPr>
          <p:spPr>
            <a:xfrm>
              <a:off x="3103350" y="2133190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2"/>
            <p:cNvSpPr/>
            <p:nvPr/>
          </p:nvSpPr>
          <p:spPr>
            <a:xfrm>
              <a:off x="3103350" y="1689331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3"/>
            <p:cNvSpPr/>
            <p:nvPr/>
          </p:nvSpPr>
          <p:spPr>
            <a:xfrm>
              <a:off x="3103350" y="1245472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4"/>
            <p:cNvSpPr/>
            <p:nvPr/>
          </p:nvSpPr>
          <p:spPr>
            <a:xfrm>
              <a:off x="3103350" y="801614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5"/>
            <p:cNvSpPr/>
            <p:nvPr/>
          </p:nvSpPr>
          <p:spPr>
            <a:xfrm>
              <a:off x="3103350" y="357755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6"/>
            <p:cNvSpPr/>
            <p:nvPr/>
          </p:nvSpPr>
          <p:spPr>
            <a:xfrm>
              <a:off x="6139848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7"/>
            <p:cNvSpPr/>
            <p:nvPr/>
          </p:nvSpPr>
          <p:spPr>
            <a:xfrm>
              <a:off x="610653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18"/>
            <p:cNvSpPr/>
            <p:nvPr/>
          </p:nvSpPr>
          <p:spPr>
            <a:xfrm>
              <a:off x="5854124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19"/>
            <p:cNvSpPr/>
            <p:nvPr/>
          </p:nvSpPr>
          <p:spPr>
            <a:xfrm>
              <a:off x="631997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0"/>
            <p:cNvSpPr/>
            <p:nvPr/>
          </p:nvSpPr>
          <p:spPr>
            <a:xfrm>
              <a:off x="6313932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1"/>
            <p:cNvSpPr/>
            <p:nvPr/>
          </p:nvSpPr>
          <p:spPr>
            <a:xfrm>
              <a:off x="6090357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2"/>
            <p:cNvSpPr/>
            <p:nvPr/>
          </p:nvSpPr>
          <p:spPr>
            <a:xfrm>
              <a:off x="6453370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3"/>
            <p:cNvSpPr/>
            <p:nvPr/>
          </p:nvSpPr>
          <p:spPr>
            <a:xfrm>
              <a:off x="6051349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4"/>
            <p:cNvSpPr/>
            <p:nvPr/>
          </p:nvSpPr>
          <p:spPr>
            <a:xfrm>
              <a:off x="5932293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5"/>
            <p:cNvSpPr/>
            <p:nvPr/>
          </p:nvSpPr>
          <p:spPr>
            <a:xfrm>
              <a:off x="605630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6"/>
            <p:cNvSpPr/>
            <p:nvPr/>
          </p:nvSpPr>
          <p:spPr>
            <a:xfrm>
              <a:off x="6131403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7"/>
            <p:cNvSpPr/>
            <p:nvPr/>
          </p:nvSpPr>
          <p:spPr>
            <a:xfrm>
              <a:off x="6131403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28"/>
            <p:cNvSpPr/>
            <p:nvPr/>
          </p:nvSpPr>
          <p:spPr>
            <a:xfrm>
              <a:off x="7047475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29"/>
            <p:cNvSpPr/>
            <p:nvPr/>
          </p:nvSpPr>
          <p:spPr>
            <a:xfrm>
              <a:off x="6860185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0"/>
            <p:cNvSpPr/>
            <p:nvPr/>
          </p:nvSpPr>
          <p:spPr>
            <a:xfrm>
              <a:off x="7429602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1"/>
            <p:cNvSpPr/>
            <p:nvPr/>
          </p:nvSpPr>
          <p:spPr>
            <a:xfrm>
              <a:off x="4457940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2"/>
            <p:cNvSpPr/>
            <p:nvPr/>
          </p:nvSpPr>
          <p:spPr>
            <a:xfrm>
              <a:off x="4710467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3"/>
            <p:cNvSpPr/>
            <p:nvPr/>
          </p:nvSpPr>
          <p:spPr>
            <a:xfrm>
              <a:off x="4619229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4"/>
            <p:cNvSpPr/>
            <p:nvPr/>
          </p:nvSpPr>
          <p:spPr>
            <a:xfrm>
              <a:off x="4532603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5"/>
            <p:cNvSpPr/>
            <p:nvPr/>
          </p:nvSpPr>
          <p:spPr>
            <a:xfrm>
              <a:off x="5109756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6"/>
            <p:cNvSpPr/>
            <p:nvPr/>
          </p:nvSpPr>
          <p:spPr>
            <a:xfrm>
              <a:off x="4743014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7"/>
            <p:cNvSpPr/>
            <p:nvPr/>
          </p:nvSpPr>
          <p:spPr>
            <a:xfrm>
              <a:off x="4599761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38"/>
            <p:cNvSpPr/>
            <p:nvPr/>
          </p:nvSpPr>
          <p:spPr>
            <a:xfrm>
              <a:off x="4552960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39"/>
            <p:cNvSpPr/>
            <p:nvPr/>
          </p:nvSpPr>
          <p:spPr>
            <a:xfrm>
              <a:off x="5262164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0"/>
            <p:cNvSpPr/>
            <p:nvPr/>
          </p:nvSpPr>
          <p:spPr>
            <a:xfrm>
              <a:off x="528384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1"/>
            <p:cNvSpPr/>
            <p:nvPr/>
          </p:nvSpPr>
          <p:spPr>
            <a:xfrm>
              <a:off x="554192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2"/>
            <p:cNvSpPr/>
            <p:nvPr/>
          </p:nvSpPr>
          <p:spPr>
            <a:xfrm>
              <a:off x="508512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3"/>
            <p:cNvSpPr/>
            <p:nvPr/>
          </p:nvSpPr>
          <p:spPr>
            <a:xfrm>
              <a:off x="5828480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4"/>
            <p:cNvSpPr/>
            <p:nvPr/>
          </p:nvSpPr>
          <p:spPr>
            <a:xfrm>
              <a:off x="525488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5"/>
            <p:cNvSpPr/>
            <p:nvPr/>
          </p:nvSpPr>
          <p:spPr>
            <a:xfrm>
              <a:off x="525488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6"/>
            <p:cNvSpPr/>
            <p:nvPr/>
          </p:nvSpPr>
          <p:spPr>
            <a:xfrm>
              <a:off x="650473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7"/>
            <p:cNvSpPr/>
            <p:nvPr/>
          </p:nvSpPr>
          <p:spPr>
            <a:xfrm>
              <a:off x="5407931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48"/>
            <p:cNvSpPr/>
            <p:nvPr/>
          </p:nvSpPr>
          <p:spPr>
            <a:xfrm>
              <a:off x="536319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49"/>
            <p:cNvSpPr/>
            <p:nvPr/>
          </p:nvSpPr>
          <p:spPr>
            <a:xfrm>
              <a:off x="614954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0"/>
            <p:cNvSpPr/>
            <p:nvPr/>
          </p:nvSpPr>
          <p:spPr>
            <a:xfrm>
              <a:off x="5339687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1"/>
            <p:cNvSpPr/>
            <p:nvPr/>
          </p:nvSpPr>
          <p:spPr>
            <a:xfrm>
              <a:off x="492939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2"/>
            <p:cNvSpPr/>
            <p:nvPr/>
          </p:nvSpPr>
          <p:spPr>
            <a:xfrm>
              <a:off x="550483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3"/>
            <p:cNvSpPr/>
            <p:nvPr/>
          </p:nvSpPr>
          <p:spPr>
            <a:xfrm>
              <a:off x="758534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4"/>
            <p:cNvSpPr/>
            <p:nvPr/>
          </p:nvSpPr>
          <p:spPr>
            <a:xfrm>
              <a:off x="521415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5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6"/>
            <p:cNvSpPr/>
            <p:nvPr/>
          </p:nvSpPr>
          <p:spPr>
            <a:xfrm>
              <a:off x="684630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7"/>
            <p:cNvSpPr/>
            <p:nvPr/>
          </p:nvSpPr>
          <p:spPr>
            <a:xfrm>
              <a:off x="526216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58"/>
            <p:cNvSpPr/>
            <p:nvPr/>
          </p:nvSpPr>
          <p:spPr>
            <a:xfrm>
              <a:off x="526216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59"/>
            <p:cNvSpPr/>
            <p:nvPr/>
          </p:nvSpPr>
          <p:spPr>
            <a:xfrm>
              <a:off x="499694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0"/>
            <p:cNvSpPr/>
            <p:nvPr/>
          </p:nvSpPr>
          <p:spPr>
            <a:xfrm>
              <a:off x="571389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1"/>
            <p:cNvSpPr/>
            <p:nvPr/>
          </p:nvSpPr>
          <p:spPr>
            <a:xfrm>
              <a:off x="571389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2"/>
            <p:cNvSpPr/>
            <p:nvPr/>
          </p:nvSpPr>
          <p:spPr>
            <a:xfrm>
              <a:off x="5325161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3"/>
            <p:cNvSpPr/>
            <p:nvPr/>
          </p:nvSpPr>
          <p:spPr>
            <a:xfrm>
              <a:off x="476996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4"/>
            <p:cNvSpPr/>
            <p:nvPr/>
          </p:nvSpPr>
          <p:spPr>
            <a:xfrm>
              <a:off x="563158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5"/>
            <p:cNvSpPr/>
            <p:nvPr/>
          </p:nvSpPr>
          <p:spPr>
            <a:xfrm>
              <a:off x="586911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6"/>
            <p:cNvSpPr/>
            <p:nvPr/>
          </p:nvSpPr>
          <p:spPr>
            <a:xfrm>
              <a:off x="5178663" y="206723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7"/>
            <p:cNvSpPr/>
            <p:nvPr/>
          </p:nvSpPr>
          <p:spPr>
            <a:xfrm>
              <a:off x="4982318" y="206723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68"/>
            <p:cNvSpPr/>
            <p:nvPr/>
          </p:nvSpPr>
          <p:spPr>
            <a:xfrm>
              <a:off x="5479574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69"/>
            <p:cNvSpPr/>
            <p:nvPr/>
          </p:nvSpPr>
          <p:spPr>
            <a:xfrm>
              <a:off x="5095794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0"/>
            <p:cNvSpPr/>
            <p:nvPr/>
          </p:nvSpPr>
          <p:spPr>
            <a:xfrm>
              <a:off x="5389436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1"/>
            <p:cNvSpPr/>
            <p:nvPr/>
          </p:nvSpPr>
          <p:spPr>
            <a:xfrm>
              <a:off x="5389436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2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3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4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5"/>
            <p:cNvSpPr/>
            <p:nvPr/>
          </p:nvSpPr>
          <p:spPr>
            <a:xfrm>
              <a:off x="5139535" y="25110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6"/>
            <p:cNvSpPr/>
            <p:nvPr/>
          </p:nvSpPr>
          <p:spPr>
            <a:xfrm>
              <a:off x="5139535" y="25110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7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7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1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2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3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4"/>
            <p:cNvSpPr/>
            <p:nvPr/>
          </p:nvSpPr>
          <p:spPr>
            <a:xfrm>
              <a:off x="4479682" y="162337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5"/>
            <p:cNvSpPr/>
            <p:nvPr/>
          </p:nvSpPr>
          <p:spPr>
            <a:xfrm>
              <a:off x="3440402" y="117951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6"/>
            <p:cNvSpPr/>
            <p:nvPr/>
          </p:nvSpPr>
          <p:spPr>
            <a:xfrm>
              <a:off x="3321608" y="735654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8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8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1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2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3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4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5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6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9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9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1"/>
            <p:cNvSpPr/>
            <p:nvPr/>
          </p:nvSpPr>
          <p:spPr>
            <a:xfrm>
              <a:off x="4358721" y="91439"/>
              <a:ext cx="0" cy="4527359"/>
            </a:xfrm>
            <a:custGeom>
              <a:avLst/>
              <a:gdLst/>
              <a:ahLst/>
              <a:cxnLst/>
              <a:rect l="0" t="0" r="0" b="0"/>
              <a:pathLst>
                <a:path h="4527359">
                  <a:moveTo>
                    <a:pt x="0" y="452735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x102"/>
            <p:cNvSpPr/>
            <p:nvPr/>
          </p:nvSpPr>
          <p:spPr>
            <a:xfrm>
              <a:off x="1107882" y="4265084"/>
              <a:ext cx="1892982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904620" y="3778586"/>
              <a:ext cx="2096244" cy="211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340513" y="3377255"/>
              <a:ext cx="660350" cy="1693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827824" y="2890980"/>
              <a:ext cx="2173039" cy="2117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1828" y="2447122"/>
              <a:ext cx="2999035" cy="2117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180087" y="2003151"/>
              <a:ext cx="2820776" cy="211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353238" y="1601932"/>
              <a:ext cx="647625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337040" y="1158073"/>
              <a:ext cx="1663824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124303" y="717116"/>
              <a:ext cx="876560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1742782" y="273258"/>
              <a:ext cx="1258081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103350" y="4618799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3"/>
            <p:cNvSpPr/>
            <p:nvPr/>
          </p:nvSpPr>
          <p:spPr>
            <a:xfrm>
              <a:off x="3319919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4"/>
            <p:cNvSpPr/>
            <p:nvPr/>
          </p:nvSpPr>
          <p:spPr>
            <a:xfrm>
              <a:off x="4942660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5"/>
            <p:cNvSpPr/>
            <p:nvPr/>
          </p:nvSpPr>
          <p:spPr>
            <a:xfrm>
              <a:off x="6565400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6"/>
            <p:cNvSpPr/>
            <p:nvPr/>
          </p:nvSpPr>
          <p:spPr>
            <a:xfrm>
              <a:off x="3256350" y="4717824"/>
              <a:ext cx="127136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4751955" y="4717824"/>
              <a:ext cx="381409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6311128" y="4717824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51DC4DE4-E6FB-53BB-BA96-CBA751AA2116}"/>
              </a:ext>
            </a:extLst>
          </p:cNvPr>
          <p:cNvSpPr txBox="1"/>
          <p:nvPr/>
        </p:nvSpPr>
        <p:spPr>
          <a:xfrm>
            <a:off x="4403543" y="344352"/>
            <a:ext cx="1916434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Safeguard baseline in 2030</a:t>
            </a:r>
          </a:p>
        </p:txBody>
      </p:sp>
      <p:sp>
        <p:nvSpPr>
          <p:cNvPr id="127" name="pt86">
            <a:extLst>
              <a:ext uri="{FF2B5EF4-FFF2-40B4-BE49-F238E27FC236}">
                <a16:creationId xmlns:a16="http://schemas.microsoft.com/office/drawing/2014/main" id="{A19A5B67-BD0A-F438-75DE-CE49803583BE}"/>
              </a:ext>
            </a:extLst>
          </p:cNvPr>
          <p:cNvSpPr/>
          <p:nvPr/>
        </p:nvSpPr>
        <p:spPr>
          <a:xfrm>
            <a:off x="6678981" y="986916"/>
            <a:ext cx="131918" cy="131918"/>
          </a:xfrm>
          <a:prstGeom prst="ellipse">
            <a:avLst/>
          </a:prstGeom>
          <a:solidFill>
            <a:srgbClr val="A1253E">
              <a:alpha val="54901"/>
            </a:srgbClr>
          </a:solidFill>
          <a:ln w="9000" cap="rnd">
            <a:solidFill>
              <a:srgbClr val="A1253E">
                <a:alpha val="54901"/>
              </a:srgbClr>
            </a:solidFill>
            <a:prstDash val="solid"/>
            <a:round/>
          </a:ln>
        </p:spPr>
        <p:txBody>
          <a:bodyPr/>
          <a:lstStyle/>
          <a:p>
            <a:pPr>
              <a:defRPr/>
            </a:pPr>
            <a:endParaRPr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8" name="pt53">
            <a:extLst>
              <a:ext uri="{FF2B5EF4-FFF2-40B4-BE49-F238E27FC236}">
                <a16:creationId xmlns:a16="http://schemas.microsoft.com/office/drawing/2014/main" id="{1EE0E4A0-6BBA-38E4-428D-A90990310A99}"/>
              </a:ext>
            </a:extLst>
          </p:cNvPr>
          <p:cNvSpPr/>
          <p:nvPr/>
        </p:nvSpPr>
        <p:spPr>
          <a:xfrm>
            <a:off x="6678981" y="528166"/>
            <a:ext cx="131918" cy="131918"/>
          </a:xfrm>
          <a:prstGeom prst="ellipse">
            <a:avLst/>
          </a:prstGeom>
          <a:solidFill>
            <a:srgbClr val="EF7900">
              <a:alpha val="54901"/>
            </a:srgbClr>
          </a:solidFill>
          <a:ln w="9000" cap="rnd">
            <a:solidFill>
              <a:srgbClr val="EF7900">
                <a:alpha val="54901"/>
              </a:srgbClr>
            </a:solidFill>
            <a:prstDash val="solid"/>
            <a:round/>
          </a:ln>
        </p:spPr>
        <p:txBody>
          <a:bodyPr/>
          <a:lstStyle/>
          <a:p>
            <a:pPr>
              <a:defRPr/>
            </a:pPr>
            <a:endParaRPr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CA77C6D-7D0B-03A5-8362-0E3C1691D22F}"/>
              </a:ext>
            </a:extLst>
          </p:cNvPr>
          <p:cNvSpPr txBox="1"/>
          <p:nvPr/>
        </p:nvSpPr>
        <p:spPr>
          <a:xfrm>
            <a:off x="6846306" y="332515"/>
            <a:ext cx="1298199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4400"/>
            <a:r>
              <a:rPr lang="en-AU" sz="1400" b="1" dirty="0">
                <a:solidFill>
                  <a:srgbClr val="EF7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generators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18C3C9C-BED1-01F9-9D00-2E4F932EF413}"/>
              </a:ext>
            </a:extLst>
          </p:cNvPr>
          <p:cNvSpPr txBox="1"/>
          <p:nvPr/>
        </p:nvSpPr>
        <p:spPr>
          <a:xfrm>
            <a:off x="6853172" y="791612"/>
            <a:ext cx="104309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4400"/>
            <a:r>
              <a:rPr lang="en-AU" sz="1400" b="1" dirty="0">
                <a:solidFill>
                  <a:srgbClr val="A125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entrants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126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Next LT Pro</vt:lpstr>
      <vt:lpstr>Calibri</vt:lpstr>
      <vt:lpstr>Office Theme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Cowgill</dc:creator>
  <cp:lastModifiedBy>Dominic Jones</cp:lastModifiedBy>
  <cp:revision>37</cp:revision>
  <dcterms:created xsi:type="dcterms:W3CDTF">2019-02-12T04:35:04Z</dcterms:created>
  <dcterms:modified xsi:type="dcterms:W3CDTF">2025-02-06T00:59:22Z</dcterms:modified>
</cp:coreProperties>
</file>