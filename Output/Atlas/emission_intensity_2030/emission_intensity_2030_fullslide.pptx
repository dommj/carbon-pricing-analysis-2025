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5/26/23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Melbourne/Energy/Analysis/analysis_cp_dj_2025/R/tech_credits_and_obs_safeguard.qmd
Powerpoint file location: C:\Users\domijones\OneDrive - The University of Melbourne\Energy\Analysis\analysis_cp_dj_2025\Output\Atlas\emission_intensity_2030\emission_intensity_2030_fullslide.pptx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5/26/23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5/26/23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48F4585A-2D72-19E2-7B40-41FEB45DAB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192801"/>
            <a:ext cx="11398531" cy="30671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  <p:sp>
        <p:nvSpPr>
          <p:cNvPr id="48" name="Caption Placeholder 1">
            <a:extLst>
              <a:ext uri="{FF2B5EF4-FFF2-40B4-BE49-F238E27FC236}">
                <a16:creationId xmlns:a16="http://schemas.microsoft.com/office/drawing/2014/main" id="{69F7CE92-E1D5-B5FE-FFCF-4017AEF4DB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>
            <a:noAutofit/>
          </a:bodyPr>
          <a:lstStyle>
            <a:lvl1pPr marL="0" indent="0"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08335A6-FEDB-3236-69EC-4D55F9E6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6713" y="1517569"/>
            <a:ext cx="11002617" cy="50688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26/5/2023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3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609900"/>
            <a:ext cx="10662320" cy="204762"/>
          </a:xfrm>
        </p:spPr>
        <p:txBody>
          <a:bodyPr/>
          <a:lstStyle/>
          <a:p>
            <a:r>
              <a:rPr/>
              <a:t> </a:t>
            </a:r>
          </a:p>
        </p:txBody>
      </p:sp>
      <p:grpSp xmlns:pic="http://schemas.openxmlformats.org/drawingml/2006/picture">
        <p:nvGrpSpPr>
          <p:cNvPr id="4" name=""/>
          <p:cNvGrpSpPr/>
          <p:nvPr/>
        </p:nvGrpSpPr>
        <p:grpSpPr>
          <a:xfrm>
            <a:off x="378478" y="1302529"/>
            <a:ext cx="11398531" cy="5555471"/>
            <a:chOff x="378478" y="1302529"/>
            <a:chExt cx="11398531" cy="5555471"/>
          </a:xfrm>
        </p:grpSpPr>
        <p:sp>
          <p:nvSpPr>
            <p:cNvPr id="5" name="rc3"/>
            <p:cNvSpPr/>
            <p:nvPr/>
          </p:nvSpPr>
          <p:spPr>
            <a:xfrm>
              <a:off x="378478" y="1302529"/>
              <a:ext cx="11398531" cy="55554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4"/>
            <p:cNvSpPr/>
            <p:nvPr/>
          </p:nvSpPr>
          <p:spPr>
            <a:xfrm>
              <a:off x="378478" y="1302529"/>
              <a:ext cx="11398531" cy="55554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5"/>
            <p:cNvSpPr/>
            <p:nvPr/>
          </p:nvSpPr>
          <p:spPr>
            <a:xfrm>
              <a:off x="3481828" y="1393968"/>
              <a:ext cx="8185452" cy="48628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6"/>
            <p:cNvSpPr/>
            <p:nvPr/>
          </p:nvSpPr>
          <p:spPr>
            <a:xfrm>
              <a:off x="3481828" y="5970750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7"/>
            <p:cNvSpPr/>
            <p:nvPr/>
          </p:nvSpPr>
          <p:spPr>
            <a:xfrm>
              <a:off x="3481828" y="5494002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8"/>
            <p:cNvSpPr/>
            <p:nvPr/>
          </p:nvSpPr>
          <p:spPr>
            <a:xfrm>
              <a:off x="3481828" y="5017254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9"/>
            <p:cNvSpPr/>
            <p:nvPr/>
          </p:nvSpPr>
          <p:spPr>
            <a:xfrm>
              <a:off x="3481828" y="4540506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0"/>
            <p:cNvSpPr/>
            <p:nvPr/>
          </p:nvSpPr>
          <p:spPr>
            <a:xfrm>
              <a:off x="3481828" y="4063758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1"/>
            <p:cNvSpPr/>
            <p:nvPr/>
          </p:nvSpPr>
          <p:spPr>
            <a:xfrm>
              <a:off x="3481828" y="3587010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2"/>
            <p:cNvSpPr/>
            <p:nvPr/>
          </p:nvSpPr>
          <p:spPr>
            <a:xfrm>
              <a:off x="3481828" y="3110262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3"/>
            <p:cNvSpPr/>
            <p:nvPr/>
          </p:nvSpPr>
          <p:spPr>
            <a:xfrm>
              <a:off x="3481828" y="2633514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4"/>
            <p:cNvSpPr/>
            <p:nvPr/>
          </p:nvSpPr>
          <p:spPr>
            <a:xfrm>
              <a:off x="3481828" y="2156765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5"/>
            <p:cNvSpPr/>
            <p:nvPr/>
          </p:nvSpPr>
          <p:spPr>
            <a:xfrm>
              <a:off x="3481828" y="1680017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  <a:lnTo>
                    <a:pt x="8185452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6"/>
            <p:cNvSpPr/>
            <p:nvPr/>
          </p:nvSpPr>
          <p:spPr>
            <a:xfrm>
              <a:off x="874589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t17"/>
            <p:cNvSpPr/>
            <p:nvPr/>
          </p:nvSpPr>
          <p:spPr>
            <a:xfrm>
              <a:off x="868866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18"/>
            <p:cNvSpPr/>
            <p:nvPr/>
          </p:nvSpPr>
          <p:spPr>
            <a:xfrm>
              <a:off x="8255019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19"/>
            <p:cNvSpPr/>
            <p:nvPr/>
          </p:nvSpPr>
          <p:spPr>
            <a:xfrm>
              <a:off x="9055355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0"/>
            <p:cNvSpPr/>
            <p:nvPr/>
          </p:nvSpPr>
          <p:spPr>
            <a:xfrm>
              <a:off x="9044970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1"/>
            <p:cNvSpPr/>
            <p:nvPr/>
          </p:nvSpPr>
          <p:spPr>
            <a:xfrm>
              <a:off x="8660868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2"/>
            <p:cNvSpPr/>
            <p:nvPr/>
          </p:nvSpPr>
          <p:spPr>
            <a:xfrm>
              <a:off x="928452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3"/>
            <p:cNvSpPr/>
            <p:nvPr/>
          </p:nvSpPr>
          <p:spPr>
            <a:xfrm>
              <a:off x="8593852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4"/>
            <p:cNvSpPr/>
            <p:nvPr/>
          </p:nvSpPr>
          <p:spPr>
            <a:xfrm>
              <a:off x="8389313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5"/>
            <p:cNvSpPr/>
            <p:nvPr/>
          </p:nvSpPr>
          <p:spPr>
            <a:xfrm>
              <a:off x="8602370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6"/>
            <p:cNvSpPr/>
            <p:nvPr/>
          </p:nvSpPr>
          <p:spPr>
            <a:xfrm>
              <a:off x="8731385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7"/>
            <p:cNvSpPr/>
            <p:nvPr/>
          </p:nvSpPr>
          <p:spPr>
            <a:xfrm>
              <a:off x="8731385" y="5428043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8"/>
            <p:cNvSpPr/>
            <p:nvPr/>
          </p:nvSpPr>
          <p:spPr>
            <a:xfrm>
              <a:off x="10305198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29"/>
            <p:cNvSpPr/>
            <p:nvPr/>
          </p:nvSpPr>
          <p:spPr>
            <a:xfrm>
              <a:off x="9983434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0"/>
            <p:cNvSpPr/>
            <p:nvPr/>
          </p:nvSpPr>
          <p:spPr>
            <a:xfrm>
              <a:off x="10961692" y="5904791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1"/>
            <p:cNvSpPr/>
            <p:nvPr/>
          </p:nvSpPr>
          <p:spPr>
            <a:xfrm>
              <a:off x="5856374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2"/>
            <p:cNvSpPr/>
            <p:nvPr/>
          </p:nvSpPr>
          <p:spPr>
            <a:xfrm>
              <a:off x="6290215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3"/>
            <p:cNvSpPr/>
            <p:nvPr/>
          </p:nvSpPr>
          <p:spPr>
            <a:xfrm>
              <a:off x="6133469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4"/>
            <p:cNvSpPr/>
            <p:nvPr/>
          </p:nvSpPr>
          <p:spPr>
            <a:xfrm>
              <a:off x="5984646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5"/>
            <p:cNvSpPr/>
            <p:nvPr/>
          </p:nvSpPr>
          <p:spPr>
            <a:xfrm>
              <a:off x="6976194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6"/>
            <p:cNvSpPr/>
            <p:nvPr/>
          </p:nvSpPr>
          <p:spPr>
            <a:xfrm>
              <a:off x="6346131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7"/>
            <p:cNvSpPr/>
            <p:nvPr/>
          </p:nvSpPr>
          <p:spPr>
            <a:xfrm>
              <a:off x="6100022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38"/>
            <p:cNvSpPr/>
            <p:nvPr/>
          </p:nvSpPr>
          <p:spPr>
            <a:xfrm>
              <a:off x="6019619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39"/>
            <p:cNvSpPr/>
            <p:nvPr/>
          </p:nvSpPr>
          <p:spPr>
            <a:xfrm>
              <a:off x="7238032" y="3044302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0"/>
            <p:cNvSpPr/>
            <p:nvPr/>
          </p:nvSpPr>
          <p:spPr>
            <a:xfrm>
              <a:off x="7275275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1"/>
            <p:cNvSpPr/>
            <p:nvPr/>
          </p:nvSpPr>
          <p:spPr>
            <a:xfrm>
              <a:off x="7718660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2"/>
            <p:cNvSpPr/>
            <p:nvPr/>
          </p:nvSpPr>
          <p:spPr>
            <a:xfrm>
              <a:off x="6933876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3"/>
            <p:cNvSpPr/>
            <p:nvPr/>
          </p:nvSpPr>
          <p:spPr>
            <a:xfrm>
              <a:off x="821096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4"/>
            <p:cNvSpPr/>
            <p:nvPr/>
          </p:nvSpPr>
          <p:spPr>
            <a:xfrm>
              <a:off x="72255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5"/>
            <p:cNvSpPr/>
            <p:nvPr/>
          </p:nvSpPr>
          <p:spPr>
            <a:xfrm>
              <a:off x="72255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6"/>
            <p:cNvSpPr/>
            <p:nvPr/>
          </p:nvSpPr>
          <p:spPr>
            <a:xfrm>
              <a:off x="9372766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7"/>
            <p:cNvSpPr/>
            <p:nvPr/>
          </p:nvSpPr>
          <p:spPr>
            <a:xfrm>
              <a:off x="748845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48"/>
            <p:cNvSpPr/>
            <p:nvPr/>
          </p:nvSpPr>
          <p:spPr>
            <a:xfrm>
              <a:off x="741159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49"/>
            <p:cNvSpPr/>
            <p:nvPr/>
          </p:nvSpPr>
          <p:spPr>
            <a:xfrm>
              <a:off x="8762550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0"/>
            <p:cNvSpPr/>
            <p:nvPr/>
          </p:nvSpPr>
          <p:spPr>
            <a:xfrm>
              <a:off x="7371217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1"/>
            <p:cNvSpPr/>
            <p:nvPr/>
          </p:nvSpPr>
          <p:spPr>
            <a:xfrm>
              <a:off x="6666334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2"/>
            <p:cNvSpPr/>
            <p:nvPr/>
          </p:nvSpPr>
          <p:spPr>
            <a:xfrm>
              <a:off x="765494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3"/>
            <p:cNvSpPr/>
            <p:nvPr/>
          </p:nvSpPr>
          <p:spPr>
            <a:xfrm>
              <a:off x="11229255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4"/>
            <p:cNvSpPr/>
            <p:nvPr/>
          </p:nvSpPr>
          <p:spPr>
            <a:xfrm>
              <a:off x="715555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5"/>
            <p:cNvSpPr/>
            <p:nvPr/>
          </p:nvSpPr>
          <p:spPr>
            <a:xfrm>
              <a:off x="680775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6"/>
            <p:cNvSpPr/>
            <p:nvPr/>
          </p:nvSpPr>
          <p:spPr>
            <a:xfrm>
              <a:off x="995958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7"/>
            <p:cNvSpPr/>
            <p:nvPr/>
          </p:nvSpPr>
          <p:spPr>
            <a:xfrm>
              <a:off x="72380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58"/>
            <p:cNvSpPr/>
            <p:nvPr/>
          </p:nvSpPr>
          <p:spPr>
            <a:xfrm>
              <a:off x="723803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59"/>
            <p:cNvSpPr/>
            <p:nvPr/>
          </p:nvSpPr>
          <p:spPr>
            <a:xfrm>
              <a:off x="6782380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0"/>
            <p:cNvSpPr/>
            <p:nvPr/>
          </p:nvSpPr>
          <p:spPr>
            <a:xfrm>
              <a:off x="801411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1"/>
            <p:cNvSpPr/>
            <p:nvPr/>
          </p:nvSpPr>
          <p:spPr>
            <a:xfrm>
              <a:off x="801411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2"/>
            <p:cNvSpPr/>
            <p:nvPr/>
          </p:nvSpPr>
          <p:spPr>
            <a:xfrm>
              <a:off x="7346261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3"/>
            <p:cNvSpPr/>
            <p:nvPr/>
          </p:nvSpPr>
          <p:spPr>
            <a:xfrm>
              <a:off x="6392428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4"/>
            <p:cNvSpPr/>
            <p:nvPr/>
          </p:nvSpPr>
          <p:spPr>
            <a:xfrm>
              <a:off x="7872692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5"/>
            <p:cNvSpPr/>
            <p:nvPr/>
          </p:nvSpPr>
          <p:spPr>
            <a:xfrm>
              <a:off x="8280775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6"/>
            <p:cNvSpPr/>
            <p:nvPr/>
          </p:nvSpPr>
          <p:spPr>
            <a:xfrm>
              <a:off x="7094577" y="352105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7"/>
            <p:cNvSpPr/>
            <p:nvPr/>
          </p:nvSpPr>
          <p:spPr>
            <a:xfrm>
              <a:off x="6757255" y="3521050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68"/>
            <p:cNvSpPr/>
            <p:nvPr/>
          </p:nvSpPr>
          <p:spPr>
            <a:xfrm>
              <a:off x="7611543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69"/>
            <p:cNvSpPr/>
            <p:nvPr/>
          </p:nvSpPr>
          <p:spPr>
            <a:xfrm>
              <a:off x="6952208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0"/>
            <p:cNvSpPr/>
            <p:nvPr/>
          </p:nvSpPr>
          <p:spPr>
            <a:xfrm>
              <a:off x="7456686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1"/>
            <p:cNvSpPr/>
            <p:nvPr/>
          </p:nvSpPr>
          <p:spPr>
            <a:xfrm>
              <a:off x="7456686" y="4474547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2"/>
            <p:cNvSpPr/>
            <p:nvPr/>
          </p:nvSpPr>
          <p:spPr>
            <a:xfrm>
              <a:off x="7027354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3"/>
            <p:cNvSpPr/>
            <p:nvPr/>
          </p:nvSpPr>
          <p:spPr>
            <a:xfrm>
              <a:off x="7027354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4"/>
            <p:cNvSpPr/>
            <p:nvPr/>
          </p:nvSpPr>
          <p:spPr>
            <a:xfrm>
              <a:off x="6807759" y="4951295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5"/>
            <p:cNvSpPr/>
            <p:nvPr/>
          </p:nvSpPr>
          <p:spPr>
            <a:xfrm>
              <a:off x="7027354" y="399779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6"/>
            <p:cNvSpPr/>
            <p:nvPr/>
          </p:nvSpPr>
          <p:spPr>
            <a:xfrm>
              <a:off x="7027354" y="399779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7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78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79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0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1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EF7900">
                <a:alpha val="54901"/>
              </a:srgbClr>
            </a:solidFill>
            <a:ln w="9000" cap="rnd">
              <a:solidFill>
                <a:srgbClr val="EF79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2"/>
            <p:cNvSpPr/>
            <p:nvPr/>
          </p:nvSpPr>
          <p:spPr>
            <a:xfrm>
              <a:off x="6807759" y="49512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3"/>
            <p:cNvSpPr/>
            <p:nvPr/>
          </p:nvSpPr>
          <p:spPr>
            <a:xfrm>
              <a:off x="7027354" y="4951295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4"/>
            <p:cNvSpPr/>
            <p:nvPr/>
          </p:nvSpPr>
          <p:spPr>
            <a:xfrm>
              <a:off x="5893727" y="3044302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5"/>
            <p:cNvSpPr/>
            <p:nvPr/>
          </p:nvSpPr>
          <p:spPr>
            <a:xfrm>
              <a:off x="4108244" y="2567554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6"/>
            <p:cNvSpPr/>
            <p:nvPr/>
          </p:nvSpPr>
          <p:spPr>
            <a:xfrm>
              <a:off x="3904155" y="2090806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7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88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89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0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1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2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3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4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5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6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7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98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99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0"/>
            <p:cNvSpPr/>
            <p:nvPr/>
          </p:nvSpPr>
          <p:spPr>
            <a:xfrm>
              <a:off x="3787934" y="1614058"/>
              <a:ext cx="131918" cy="131918"/>
            </a:xfrm>
            <a:prstGeom prst="ellipse">
              <a:avLst/>
            </a:prstGeom>
            <a:solidFill>
              <a:srgbClr val="A1253E">
                <a:alpha val="54901"/>
              </a:srgbClr>
            </a:solidFill>
            <a:ln w="9000" cap="rnd">
              <a:solidFill>
                <a:srgbClr val="A1253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1"/>
            <p:cNvSpPr/>
            <p:nvPr/>
          </p:nvSpPr>
          <p:spPr>
            <a:xfrm>
              <a:off x="5638557" y="1393968"/>
              <a:ext cx="0" cy="4862830"/>
            </a:xfrm>
            <a:custGeom>
              <a:avLst/>
              <a:pathLst>
                <a:path w="0" h="4862830">
                  <a:moveTo>
                    <a:pt x="0" y="486283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40651" cap="flat">
              <a:solidFill>
                <a:srgbClr val="FF0000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104" name="tx102"/>
            <p:cNvSpPr/>
            <p:nvPr/>
          </p:nvSpPr>
          <p:spPr>
            <a:xfrm>
              <a:off x="1486360" y="5883351"/>
              <a:ext cx="1892982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Sub Critical</a:t>
              </a:r>
            </a:p>
          </p:txBody>
        </p:sp>
        <p:sp>
          <p:nvSpPr>
            <p:cNvPr id="105" name="tx103"/>
            <p:cNvSpPr/>
            <p:nvPr/>
          </p:nvSpPr>
          <p:spPr>
            <a:xfrm>
              <a:off x="1283098" y="5363963"/>
              <a:ext cx="2096244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Steam Super Critical</a:t>
              </a:r>
            </a:p>
          </p:txBody>
        </p:sp>
        <p:sp>
          <p:nvSpPr>
            <p:cNvPr id="106" name="tx104"/>
            <p:cNvSpPr/>
            <p:nvPr/>
          </p:nvSpPr>
          <p:spPr>
            <a:xfrm>
              <a:off x="2718991" y="4929743"/>
              <a:ext cx="660350" cy="169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OCGT</a:t>
              </a:r>
            </a:p>
          </p:txBody>
        </p:sp>
        <p:sp>
          <p:nvSpPr>
            <p:cNvPr id="107" name="tx105"/>
            <p:cNvSpPr/>
            <p:nvPr/>
          </p:nvSpPr>
          <p:spPr>
            <a:xfrm>
              <a:off x="1206302" y="4410579"/>
              <a:ext cx="2173039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Reciprocating Engine</a:t>
              </a:r>
            </a:p>
          </p:txBody>
        </p:sp>
        <p:sp>
          <p:nvSpPr>
            <p:cNvPr id="108" name="tx106"/>
            <p:cNvSpPr/>
            <p:nvPr/>
          </p:nvSpPr>
          <p:spPr>
            <a:xfrm>
              <a:off x="380306" y="3933831"/>
              <a:ext cx="2999035" cy="2117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Hydrogen-based gas turbines</a:t>
              </a:r>
            </a:p>
          </p:txBody>
        </p:sp>
        <p:sp>
          <p:nvSpPr>
            <p:cNvPr id="109" name="tx107"/>
            <p:cNvSpPr/>
            <p:nvPr/>
          </p:nvSpPr>
          <p:spPr>
            <a:xfrm>
              <a:off x="558565" y="3456971"/>
              <a:ext cx="2820776" cy="2118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Gas-powered steam turbine</a:t>
              </a:r>
            </a:p>
          </p:txBody>
        </p:sp>
        <p:sp>
          <p:nvSpPr>
            <p:cNvPr id="110" name="tx108"/>
            <p:cNvSpPr/>
            <p:nvPr/>
          </p:nvSpPr>
          <p:spPr>
            <a:xfrm>
              <a:off x="2731716" y="3022862"/>
              <a:ext cx="647625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</a:t>
              </a:r>
            </a:p>
          </p:txBody>
        </p:sp>
        <p:sp>
          <p:nvSpPr>
            <p:cNvPr id="111" name="tx109"/>
            <p:cNvSpPr/>
            <p:nvPr/>
          </p:nvSpPr>
          <p:spPr>
            <a:xfrm>
              <a:off x="1715518" y="2546114"/>
              <a:ext cx="1663824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CCGT with CCS</a:t>
              </a:r>
            </a:p>
          </p:txBody>
        </p:sp>
        <p:sp>
          <p:nvSpPr>
            <p:cNvPr id="112" name="tx110"/>
            <p:cNvSpPr/>
            <p:nvPr/>
          </p:nvSpPr>
          <p:spPr>
            <a:xfrm>
              <a:off x="2502781" y="2072268"/>
              <a:ext cx="876560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Biomass</a:t>
              </a:r>
            </a:p>
          </p:txBody>
        </p:sp>
        <p:sp>
          <p:nvSpPr>
            <p:cNvPr id="113" name="tx111"/>
            <p:cNvSpPr/>
            <p:nvPr/>
          </p:nvSpPr>
          <p:spPr>
            <a:xfrm>
              <a:off x="2121260" y="1595520"/>
              <a:ext cx="125808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Renewables</a:t>
              </a:r>
            </a:p>
          </p:txBody>
        </p:sp>
        <p:sp>
          <p:nvSpPr>
            <p:cNvPr id="114" name="pl112"/>
            <p:cNvSpPr/>
            <p:nvPr/>
          </p:nvSpPr>
          <p:spPr>
            <a:xfrm>
              <a:off x="3481828" y="6256799"/>
              <a:ext cx="8185452" cy="0"/>
            </a:xfrm>
            <a:custGeom>
              <a:avLst/>
              <a:pathLst>
                <a:path w="8185452" h="0">
                  <a:moveTo>
                    <a:pt x="0" y="0"/>
                  </a:moveTo>
                  <a:lnTo>
                    <a:pt x="8185452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3"/>
            <p:cNvSpPr/>
            <p:nvPr/>
          </p:nvSpPr>
          <p:spPr>
            <a:xfrm>
              <a:off x="385389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4"/>
            <p:cNvSpPr/>
            <p:nvPr/>
          </p:nvSpPr>
          <p:spPr>
            <a:xfrm>
              <a:off x="664176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5"/>
            <p:cNvSpPr/>
            <p:nvPr/>
          </p:nvSpPr>
          <p:spPr>
            <a:xfrm>
              <a:off x="9429634" y="6256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6"/>
            <p:cNvSpPr/>
            <p:nvPr/>
          </p:nvSpPr>
          <p:spPr>
            <a:xfrm>
              <a:off x="3790325" y="6355824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7"/>
            <p:cNvSpPr/>
            <p:nvPr/>
          </p:nvSpPr>
          <p:spPr>
            <a:xfrm>
              <a:off x="6451059" y="6355824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20" name="tx118"/>
            <p:cNvSpPr/>
            <p:nvPr/>
          </p:nvSpPr>
          <p:spPr>
            <a:xfrm>
              <a:off x="9175361" y="6355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8872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261</cp:revision>
  <dcterms:created xsi:type="dcterms:W3CDTF">2022-05-20T01:54:03Z</dcterms:created>
  <dcterms:modified xsi:type="dcterms:W3CDTF">2025-02-06T11:53:22Z</dcterms:modified>
</cp:coreProperties>
</file>