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2"/>
  </p:notesMasterIdLst>
  <p:sldIdLst>
    <p:sldId id="256" r:id="rId7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080" userDrawn="1">
          <p15:clr>
            <a:srgbClr val="A4A3A4"/>
          </p15:clr>
        </p15:guide>
        <p15:guide id="4" orient="horz" pos="793" userDrawn="1">
          <p15:clr>
            <a:srgbClr val="A4A3A4"/>
          </p15:clr>
        </p15:guide>
        <p15:guide id="6" pos="7242" userDrawn="1">
          <p15:clr>
            <a:srgbClr val="A4A3A4"/>
          </p15:clr>
        </p15:guide>
        <p15:guide id="7" pos="543" userDrawn="1">
          <p15:clr>
            <a:srgbClr val="A4A3A4"/>
          </p15:clr>
        </p15:guide>
        <p15:guide id="8" pos="7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282"/>
    <a:srgbClr val="D9D9D9"/>
    <a:srgbClr val="AEAEAE"/>
    <a:srgbClr val="2B2B2B"/>
    <a:srgbClr val="FEC35A"/>
    <a:srgbClr val="F68B33"/>
    <a:srgbClr val="A02226"/>
    <a:srgbClr val="D4582A"/>
    <a:srgbClr val="621214"/>
    <a:srgbClr val="FFE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7" autoAdjust="0"/>
    <p:restoredTop sz="91956" autoAdjust="0"/>
  </p:normalViewPr>
  <p:slideViewPr>
    <p:cSldViewPr snapToGrid="0">
      <p:cViewPr varScale="1">
        <p:scale>
          <a:sx n="124" d="100"/>
          <a:sy n="124" d="100"/>
        </p:scale>
        <p:origin x="1376" y="184"/>
      </p:cViewPr>
      <p:guideLst>
        <p:guide orient="horz" pos="4080"/>
        <p:guide orient="horz" pos="793"/>
        <p:guide pos="7242"/>
        <p:guide pos="543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3084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67FFEB-41A8-4E33-A442-87C345D030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Melbourne\Energy\Analysis\analysis_cp_dj_2025\Output\Atlas\emission_intensity_2030\emission_intensity_2030_fullslide_old.pptx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4D005F0-3FDA-D04B-84DD-1363FABAE9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60295" y="3391819"/>
            <a:ext cx="9040445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96A3B4-E487-2E43-AB4D-AF0B842617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60295" y="4146129"/>
            <a:ext cx="9040445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2E06D4E-6FDB-CF4F-A1E4-67EA24E8C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92"/>
            </a:lvl1pPr>
          </a:lstStyle>
          <a:p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0F3A1FE-D85A-214B-BC70-C1B9CAF692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1292"/>
            </a:lvl1pPr>
          </a:lstStyle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AC7EBFE-F4CA-034D-9C58-E44E2CE12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wrap="none" lIns="0" tIns="0" rIns="0" bIns="0"/>
          <a:lstStyle>
            <a:lvl1pPr eaLnBrk="0" hangingPunct="0">
              <a:defRPr sz="1292" i="0"/>
            </a:lvl1pPr>
          </a:lstStyle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GrattanLogo">
            <a:extLst>
              <a:ext uri="{FF2B5EF4-FFF2-40B4-BE49-F238E27FC236}">
                <a16:creationId xmlns:a16="http://schemas.microsoft.com/office/drawing/2014/main" id="{E7817012-46DA-4247-AF7B-25B82EA099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84817" y="982163"/>
            <a:ext cx="3915924" cy="108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54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000" y="425789"/>
            <a:ext cx="8832400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6813A-6BA6-2B48-8868-0EF29F4BF7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124744"/>
            <a:ext cx="10655157" cy="5231606"/>
          </a:xfrm>
        </p:spPr>
        <p:txBody>
          <a:bodyPr/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733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36933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3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4000" y="188640"/>
            <a:ext cx="9035374" cy="606481"/>
          </a:xfrm>
        </p:spPr>
        <p:txBody>
          <a:bodyPr anchor="b">
            <a:noAutofit/>
          </a:bodyPr>
          <a:lstStyle>
            <a:lvl1pPr algn="l">
              <a:defRPr sz="1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51790" y="908720"/>
            <a:ext cx="10656000" cy="24929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/>
            </a:lvl1pPr>
            <a:lvl2pPr>
              <a:lnSpc>
                <a:spcPct val="90000"/>
              </a:lnSpc>
              <a:spcAft>
                <a:spcPts val="0"/>
              </a:spcAft>
              <a:defRPr/>
            </a:lvl2pPr>
            <a:lvl3pPr>
              <a:lnSpc>
                <a:spcPct val="90000"/>
              </a:lnSpc>
              <a:spcAft>
                <a:spcPts val="0"/>
              </a:spcAft>
              <a:defRPr/>
            </a:lvl3pPr>
            <a:lvl4pPr>
              <a:lnSpc>
                <a:spcPct val="90000"/>
              </a:lnSpc>
              <a:spcAft>
                <a:spcPts val="0"/>
              </a:spcAft>
              <a:defRPr/>
            </a:lvl4pPr>
            <a:lvl5pPr>
              <a:lnSpc>
                <a:spcPct val="9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51790" y="1158019"/>
            <a:ext cx="10800000" cy="5313931"/>
          </a:xfrm>
        </p:spPr>
        <p:txBody>
          <a:bodyPr anchor="b" anchorCtr="1"/>
          <a:lstStyle>
            <a:lvl1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aption Placeholder 1">
            <a:extLst>
              <a:ext uri="{FF2B5EF4-FFF2-40B4-BE49-F238E27FC236}">
                <a16:creationId xmlns:a16="http://schemas.microsoft.com/office/drawing/2014/main" id="{A4BC241A-C29A-8D53-9CA0-F340B78723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1791" y="6519769"/>
            <a:ext cx="10800000" cy="153888"/>
          </a:xfrm>
        </p:spPr>
        <p:txBody>
          <a:bodyPr/>
          <a:lstStyle>
            <a:lvl1pPr>
              <a:defRPr sz="1000"/>
            </a:lvl1pPr>
            <a:lvl2pPr marL="1466" indent="0">
              <a:buNone/>
              <a:defRPr/>
            </a:lvl2pPr>
          </a:lstStyle>
          <a:p>
            <a:pPr lvl="0"/>
            <a:r>
              <a:rPr lang="en-GB" dirty="0"/>
              <a:t>Click to edit Master </a:t>
            </a:r>
            <a:r>
              <a:rPr lang="en-GB"/>
              <a:t>text styles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DAF66-22D4-91E5-017B-15DBB3B9FC1F}"/>
              </a:ext>
            </a:extLst>
          </p:cNvPr>
          <p:cNvSpPr txBox="1"/>
          <p:nvPr userDrawn="1"/>
        </p:nvSpPr>
        <p:spPr>
          <a:xfrm>
            <a:off x="12292657" y="-353632"/>
            <a:ext cx="1362269" cy="249299"/>
          </a:xfrm>
          <a:prstGeom prst="rect">
            <a:avLst/>
          </a:prstGeom>
          <a:noFill/>
        </p:spPr>
        <p:txBody>
          <a:bodyPr wrap="square" lIns="0" tIns="0" rIns="0" bIns="0" rtlCol="0" anchor="b" anchorCtr="1">
            <a:sp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561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60296" y="3391820"/>
            <a:ext cx="9040445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60296" y="4105276"/>
            <a:ext cx="9040445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pic>
        <p:nvPicPr>
          <p:cNvPr id="10" name="Picture 9" descr="Grattan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84817" y="982163"/>
            <a:ext cx="3915924" cy="1080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56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00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28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64000" y="518122"/>
            <a:ext cx="8509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4001" y="884228"/>
            <a:ext cx="1063673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dirty="0"/>
              <a:t>Heading </a:t>
            </a:r>
            <a:endParaRPr lang="en-US" dirty="0"/>
          </a:p>
          <a:p>
            <a:pPr lvl="1"/>
            <a:r>
              <a:rPr lang="en-US" dirty="0"/>
              <a:t>First bullet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864001" y="844876"/>
            <a:ext cx="10636739" cy="0"/>
          </a:xfrm>
          <a:prstGeom prst="line">
            <a:avLst/>
          </a:prstGeom>
          <a:noFill/>
          <a:ln w="19050">
            <a:solidFill>
              <a:schemeClr val="accent5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AU" sz="2215"/>
          </a:p>
        </p:txBody>
      </p:sp>
      <p:sp>
        <p:nvSpPr>
          <p:cNvPr id="8" name="TextBox 7"/>
          <p:cNvSpPr txBox="1"/>
          <p:nvPr/>
        </p:nvSpPr>
        <p:spPr>
          <a:xfrm>
            <a:off x="11342042" y="6544783"/>
            <a:ext cx="158698" cy="156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E232749A-1F16-48E7-8C9C-B29AF4C40EC4}" type="slidenum">
              <a:rPr lang="en-US" sz="1015" i="0" smtClean="0"/>
              <a:pPr algn="r"/>
              <a:t>‹#›</a:t>
            </a:fld>
            <a:endParaRPr lang="en-US" sz="1015" i="0" dirty="0"/>
          </a:p>
        </p:txBody>
      </p:sp>
      <p:pic>
        <p:nvPicPr>
          <p:cNvPr id="9" name="Picture 8" descr="GrattanLogo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061732" y="333382"/>
            <a:ext cx="1439008" cy="396875"/>
          </a:xfrm>
          <a:prstGeom prst="rect">
            <a:avLst/>
          </a:prstGeom>
          <a:noFill/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82B5B2A-44D5-2241-947A-42171C978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827D-FC0C-184A-B855-165F1307D257}" type="datetimeFigureOut">
              <a:rPr lang="en-US" smtClean="0"/>
              <a:t>12/29/22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5B49969-376C-DA4E-A5B7-9B5062239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A1B93B5-409C-9F43-A349-014549D5C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55" r:id="rId5"/>
    <p:sldLayoutId id="2147483665" r:id="rId6"/>
    <p:sldLayoutId id="2147483666" r:id="rId7"/>
    <p:sldLayoutId id="2147483667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422031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844062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266092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1688123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algn="l" rtl="0" eaLnBrk="1" fontAlgn="base" hangingPunct="1">
        <a:spcBef>
          <a:spcPct val="0"/>
        </a:spcBef>
        <a:spcAft>
          <a:spcPct val="0"/>
        </a:spcAft>
        <a:defRPr sz="1800" b="0">
          <a:solidFill>
            <a:schemeClr val="tx1"/>
          </a:solidFill>
          <a:latin typeface="+mn-lt"/>
          <a:ea typeface="+mn-ea"/>
          <a:cs typeface="+mn-cs"/>
        </a:defRPr>
      </a:lvl1pPr>
      <a:lvl2pPr marL="165589" indent="-164123" algn="l" rtl="0" eaLnBrk="1" fontAlgn="base" hangingPunct="1">
        <a:spcBef>
          <a:spcPct val="0"/>
        </a:spcBef>
        <a:spcAft>
          <a:spcPct val="0"/>
        </a:spcAft>
        <a:buSzPct val="130000"/>
        <a:buChar char="•"/>
        <a:defRPr sz="1700">
          <a:solidFill>
            <a:schemeClr val="tx1"/>
          </a:solidFill>
          <a:latin typeface="+mn-lt"/>
          <a:ea typeface="+mn-ea"/>
        </a:defRPr>
      </a:lvl2pPr>
      <a:lvl3pPr marL="372208" indent="-205154" algn="l" rtl="0" eaLnBrk="1" fontAlgn="base" hangingPunct="1">
        <a:spcBef>
          <a:spcPct val="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ea typeface="+mn-ea"/>
        </a:defRPr>
      </a:lvl3pPr>
      <a:lvl4pPr marL="517282" indent="-131885" algn="l" rtl="0" eaLnBrk="1" fontAlgn="base" hangingPunct="1">
        <a:spcBef>
          <a:spcPct val="0"/>
        </a:spcBef>
        <a:spcAft>
          <a:spcPct val="0"/>
        </a:spcAft>
        <a:buFont typeface="Arial" charset="0"/>
        <a:buChar char="-"/>
        <a:defRPr sz="1500">
          <a:solidFill>
            <a:schemeClr val="tx1"/>
          </a:solidFill>
          <a:latin typeface="+mn-lt"/>
          <a:ea typeface="+mn-ea"/>
        </a:defRPr>
      </a:lvl4pPr>
      <a:lvl5pPr marL="728296" indent="-193431" algn="l" rtl="0" eaLnBrk="1" fontAlgn="base" hangingPunct="1">
        <a:spcBef>
          <a:spcPct val="0"/>
        </a:spcBef>
        <a:spcAft>
          <a:spcPct val="0"/>
        </a:spcAft>
        <a:buFont typeface="Arial" charset="0"/>
        <a:buChar char="&gt;"/>
        <a:defRPr sz="1400">
          <a:solidFill>
            <a:schemeClr val="tx1"/>
          </a:solidFill>
          <a:latin typeface="+mn-lt"/>
          <a:ea typeface="+mn-ea"/>
        </a:defRPr>
      </a:lvl5pPr>
      <a:lvl6pPr marL="1150327" indent="-193431" algn="l" rtl="0" eaLnBrk="1" fontAlgn="base" hangingPunct="1">
        <a:spcBef>
          <a:spcPct val="0"/>
        </a:spcBef>
        <a:spcAft>
          <a:spcPct val="0"/>
        </a:spcAft>
        <a:buFont typeface="Arial" charset="0"/>
        <a:buChar char="&gt;"/>
        <a:defRPr sz="1108">
          <a:solidFill>
            <a:schemeClr val="tx1"/>
          </a:solidFill>
          <a:latin typeface="+mn-lt"/>
          <a:ea typeface="+mn-ea"/>
        </a:defRPr>
      </a:lvl6pPr>
      <a:lvl7pPr marL="1572358" indent="-193431" algn="l" rtl="0" eaLnBrk="1" fontAlgn="base" hangingPunct="1">
        <a:spcBef>
          <a:spcPct val="0"/>
        </a:spcBef>
        <a:spcAft>
          <a:spcPct val="0"/>
        </a:spcAft>
        <a:buFont typeface="Arial" charset="0"/>
        <a:buChar char="&gt;"/>
        <a:defRPr sz="1108">
          <a:solidFill>
            <a:schemeClr val="tx1"/>
          </a:solidFill>
          <a:latin typeface="+mn-lt"/>
          <a:ea typeface="+mn-ea"/>
        </a:defRPr>
      </a:lvl7pPr>
      <a:lvl8pPr marL="1994389" indent="-193431" algn="l" rtl="0" eaLnBrk="1" fontAlgn="base" hangingPunct="1">
        <a:spcBef>
          <a:spcPct val="0"/>
        </a:spcBef>
        <a:spcAft>
          <a:spcPct val="0"/>
        </a:spcAft>
        <a:buFont typeface="Arial" charset="0"/>
        <a:buChar char="&gt;"/>
        <a:defRPr sz="1108">
          <a:solidFill>
            <a:schemeClr val="tx1"/>
          </a:solidFill>
          <a:latin typeface="+mn-lt"/>
          <a:ea typeface="+mn-ea"/>
        </a:defRPr>
      </a:lvl8pPr>
      <a:lvl9pPr marL="2416420" indent="-193431" algn="l" rtl="0" eaLnBrk="1" fontAlgn="base" hangingPunct="1">
        <a:spcBef>
          <a:spcPct val="0"/>
        </a:spcBef>
        <a:spcAft>
          <a:spcPct val="0"/>
        </a:spcAft>
        <a:buFont typeface="Arial" charset="0"/>
        <a:buChar char="&gt;"/>
        <a:defRPr sz="1108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1pPr>
      <a:lvl2pPr marL="422031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844062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3pPr>
      <a:lvl4pPr marL="1266092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4pPr>
      <a:lvl5pPr marL="1688123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5pPr>
      <a:lvl6pPr marL="2110154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6pPr>
      <a:lvl7pPr marL="2532185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7pPr>
      <a:lvl8pPr marL="2954215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8pPr>
      <a:lvl9pPr marL="3376246" algn="l" defTabSz="844062" rtl="0" eaLnBrk="1" latinLnBrk="0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4000" y="188640"/>
            <a:ext cx="9035374" cy="606481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type="body" sz="quarter" idx="13"/>
          </p:nvPr>
        </p:nvSpPr>
        <p:spPr>
          <a:xfrm>
            <a:off x="851791" y="6519769"/>
            <a:ext cx="10800000" cy="153888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851790" y="1018448"/>
            <a:ext cx="10656000" cy="5839552"/>
            <a:chOff x="851790" y="1018448"/>
            <a:chExt cx="10656000" cy="5839552"/>
          </a:xfrm>
        </p:grpSpPr>
        <p:sp>
          <p:nvSpPr>
            <p:cNvPr id="5" name="rc3"/>
            <p:cNvSpPr/>
            <p:nvPr/>
          </p:nvSpPr>
          <p:spPr>
            <a:xfrm>
              <a:off x="851790" y="1018447"/>
              <a:ext cx="10656000" cy="58395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851790" y="1018447"/>
              <a:ext cx="10656000" cy="58395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955140" y="1109887"/>
              <a:ext cx="7442921" cy="51469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955140" y="5954039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955140" y="5449440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955140" y="4944841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955140" y="4440242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955140" y="3935643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955140" y="3431044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955140" y="2926444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955140" y="2421845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955140" y="1917246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955140" y="1412647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  <a:lnTo>
                    <a:pt x="7442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8735700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8683663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8289355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9017089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9007647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8658388" y="538348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9225470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8597451" y="538348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8411467" y="538348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8605196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8722508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8722508" y="538348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10153555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9860979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10750496" y="588808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6108299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6502785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6360258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6224935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7126536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6553629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6329845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6256736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7364622" y="28604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7398487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7801651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7088058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8249294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7353256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7353256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9305707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7592333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7522444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8750846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7485725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6844785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7743713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10993788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7289624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6973381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9839298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7364622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7364622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6950304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8070301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8070301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7463033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6595726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7941710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8312775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7234181" y="33650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6927458" y="33650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7704250" y="43742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7104726" y="43742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7563441" y="43742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7563441" y="43742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7173055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7173055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6973381" y="487888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7173055" y="38696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7173055" y="386968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6973381" y="487888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7173055" y="487888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6142263" y="286048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4518748" y="2355886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4333173" y="185128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4227495" y="13466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5916225" y="1109887"/>
              <a:ext cx="0" cy="5146911"/>
            </a:xfrm>
            <a:custGeom>
              <a:avLst/>
              <a:pathLst>
                <a:path w="0" h="5146911">
                  <a:moveTo>
                    <a:pt x="0" y="51469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959672" y="5866640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1756410" y="5319402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3192303" y="4857330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1679614" y="4310315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853618" y="3805716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1031877" y="3301005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3205028" y="2839045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2188830" y="2334446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976093" y="1832749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2594572" y="1328150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955140" y="6256799"/>
              <a:ext cx="7442921" cy="0"/>
            </a:xfrm>
            <a:custGeom>
              <a:avLst/>
              <a:pathLst>
                <a:path w="7442921" h="0">
                  <a:moveTo>
                    <a:pt x="0" y="0"/>
                  </a:moveTo>
                  <a:lnTo>
                    <a:pt x="74429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429345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6828427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9363400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4229886" y="63558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6637722" y="63558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9109127" y="6355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rts for overheads">
  <a:themeElements>
    <a:clrScheme name="Grattan">
      <a:dk1>
        <a:srgbClr val="000000"/>
      </a:dk1>
      <a:lt1>
        <a:srgbClr val="FFFFFF"/>
      </a:lt1>
      <a:dk2>
        <a:srgbClr val="A02226"/>
      </a:dk2>
      <a:lt2>
        <a:srgbClr val="621214"/>
      </a:lt2>
      <a:accent1>
        <a:srgbClr val="D4582A"/>
      </a:accent1>
      <a:accent2>
        <a:srgbClr val="F68B33"/>
      </a:accent2>
      <a:accent3>
        <a:srgbClr val="FFC35A"/>
      </a:accent3>
      <a:accent4>
        <a:srgbClr val="FFE07F"/>
      </a:accent4>
      <a:accent5>
        <a:srgbClr val="F3901D"/>
      </a:accent5>
      <a:accent6>
        <a:srgbClr val="6A737B"/>
      </a:accent6>
      <a:hlink>
        <a:srgbClr val="757575"/>
      </a:hlink>
      <a:folHlink>
        <a:srgbClr val="AEAEAE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  <a:txDef>
      <a:spPr>
        <a:noFill/>
      </a:spPr>
      <a:bodyPr wrap="square" lIns="0" tIns="0" rIns="0" bIns="0" rtlCol="0" anchor="b" anchorCtr="1">
        <a:spAutoFit/>
      </a:bodyPr>
      <a:lstStyle>
        <a:defPPr algn="l">
          <a:lnSpc>
            <a:spcPct val="90000"/>
          </a:lnSpc>
          <a:defRPr sz="1800" dirty="0" smtClean="0"/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621214"/>
        </a:dk2>
        <a:lt2>
          <a:srgbClr val="A02226"/>
        </a:lt2>
        <a:accent1>
          <a:srgbClr val="FFE07F"/>
        </a:accent1>
        <a:accent2>
          <a:srgbClr val="FFC35A"/>
        </a:accent2>
        <a:accent3>
          <a:srgbClr val="FFFFFF"/>
        </a:accent3>
        <a:accent4>
          <a:srgbClr val="000000"/>
        </a:accent4>
        <a:accent5>
          <a:srgbClr val="FFEDC0"/>
        </a:accent5>
        <a:accent6>
          <a:srgbClr val="E7B051"/>
        </a:accent6>
        <a:hlink>
          <a:srgbClr val="F68B33"/>
        </a:hlink>
        <a:folHlink>
          <a:srgbClr val="D458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harts for presentations 16-9 (widescreen).potx" id="{3907B810-4E75-4FF9-BAEE-78342F027408}" vid="{51C3108B-BACB-46D1-94C6-3692CA4C324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Charts for overheads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Charts for presentations</dc:title>
  <dc:creator>Matt Cowgill</dc:creator>
  <cp:lastModifiedBy/>
  <cp:revision>26</cp:revision>
  <dcterms:created xsi:type="dcterms:W3CDTF">2019-03-08T00:44:34Z</dcterms:created>
  <dcterms:modified xsi:type="dcterms:W3CDTF">2025-02-06T11:53:15Z</dcterms:modified>
</cp:coreProperties>
</file>