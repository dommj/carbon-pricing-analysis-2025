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7" Type="http://schemas.microsoft.com/office/2018/10/relationships/authors" Target="authors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8" Type="http://schemas.openxmlformats.org/officeDocument/2006/relationships/slide" Target="slides/slide1.xml"/>
</Relationships>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5/26/23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Melbourne/Energy/Analysis/analysis_cp_dj_2025/R/tech_credits_and_obs_safeguard.qmd
Powerpoint file location: C:\Users\domijones\OneDrive - The University of Melbourne\Energy\Analysis\analysis_cp_dj_2025\Output\Atlas\nem_baseline\nem_baseline_fullslide.pptx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5/26/23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5/26/23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5/26/23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5/26/23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48F4585A-2D72-19E2-7B40-41FEB45DAB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192801"/>
            <a:ext cx="11398531" cy="30671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  <p:sp>
        <p:nvSpPr>
          <p:cNvPr id="48" name="Caption Placeholder 1">
            <a:extLst>
              <a:ext uri="{FF2B5EF4-FFF2-40B4-BE49-F238E27FC236}">
                <a16:creationId xmlns:a16="http://schemas.microsoft.com/office/drawing/2014/main" id="{69F7CE92-E1D5-B5FE-FFCF-4017AEF4DB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609900"/>
            <a:ext cx="10662320" cy="204762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08335A6-FEDB-3236-69EC-4D55F9E69E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6713" y="1517569"/>
            <a:ext cx="11002617" cy="50688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26/5/2023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Example straightline NEM emissions intensity baseline for existing generators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192801"/>
            <a:ext cx="11398531" cy="306710"/>
          </a:xfrm>
        </p:spPr>
        <p:txBody>
          <a:bodyPr/>
          <a:lstStyle/>
          <a:p>
            <a:r>
              <a:rPr/>
              <a:t>Emissions intensity for the NEM (kg CO2-e per MWh)</a:t>
            </a:r>
          </a:p>
        </p:txBody>
      </p:sp>
      <p:sp>
        <p:nvSpPr>
          <p:cNvPr id="4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609900"/>
            <a:ext cx="10662320" cy="204762"/>
          </a:xfrm>
        </p:spPr>
        <p:txBody>
          <a:bodyPr/>
          <a:lstStyle/>
          <a:p>
            <a:r>
              <a:rPr/>
              <a:t> </a:t>
            </a:r>
          </a:p>
        </p:txBody>
      </p:sp>
      <p:grpSp xmlns:pic="http://schemas.openxmlformats.org/drawingml/2006/picture">
        <p:nvGrpSpPr>
          <p:cNvPr id="5" name="Content Placeholder 3"/>
          <p:cNvGrpSpPr/>
          <p:nvPr/>
        </p:nvGrpSpPr>
        <p:grpSpPr>
          <a:xfrm>
            <a:off x="536713" y="1517569"/>
            <a:ext cx="11002617" cy="5068887"/>
            <a:chOff x="536713" y="1517569"/>
            <a:chExt cx="11002617" cy="5068887"/>
          </a:xfrm>
        </p:grpSpPr>
        <p:sp>
          <p:nvSpPr>
            <p:cNvPr id="6" name="rc3"/>
            <p:cNvSpPr/>
            <p:nvPr/>
          </p:nvSpPr>
          <p:spPr>
            <a:xfrm>
              <a:off x="536713" y="1517569"/>
              <a:ext cx="11002617" cy="50688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4"/>
            <p:cNvSpPr/>
            <p:nvPr/>
          </p:nvSpPr>
          <p:spPr>
            <a:xfrm>
              <a:off x="536713" y="1517569"/>
              <a:ext cx="11002617" cy="50688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5"/>
            <p:cNvSpPr/>
            <p:nvPr/>
          </p:nvSpPr>
          <p:spPr>
            <a:xfrm>
              <a:off x="1022436" y="1609008"/>
              <a:ext cx="10407165" cy="4376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6"/>
            <p:cNvSpPr/>
            <p:nvPr/>
          </p:nvSpPr>
          <p:spPr>
            <a:xfrm>
              <a:off x="1022436" y="5985255"/>
              <a:ext cx="10407165" cy="0"/>
            </a:xfrm>
            <a:custGeom>
              <a:avLst/>
              <a:pathLst>
                <a:path w="10407165" h="0">
                  <a:moveTo>
                    <a:pt x="0" y="0"/>
                  </a:moveTo>
                  <a:lnTo>
                    <a:pt x="10407165" y="0"/>
                  </a:lnTo>
                  <a:lnTo>
                    <a:pt x="1040716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7"/>
            <p:cNvSpPr/>
            <p:nvPr/>
          </p:nvSpPr>
          <p:spPr>
            <a:xfrm>
              <a:off x="1022436" y="5122940"/>
              <a:ext cx="10407165" cy="0"/>
            </a:xfrm>
            <a:custGeom>
              <a:avLst/>
              <a:pathLst>
                <a:path w="10407165" h="0">
                  <a:moveTo>
                    <a:pt x="0" y="0"/>
                  </a:moveTo>
                  <a:lnTo>
                    <a:pt x="10407165" y="0"/>
                  </a:lnTo>
                  <a:lnTo>
                    <a:pt x="1040716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8"/>
            <p:cNvSpPr/>
            <p:nvPr/>
          </p:nvSpPr>
          <p:spPr>
            <a:xfrm>
              <a:off x="1022436" y="4260626"/>
              <a:ext cx="10407165" cy="0"/>
            </a:xfrm>
            <a:custGeom>
              <a:avLst/>
              <a:pathLst>
                <a:path w="10407165" h="0">
                  <a:moveTo>
                    <a:pt x="0" y="0"/>
                  </a:moveTo>
                  <a:lnTo>
                    <a:pt x="10407165" y="0"/>
                  </a:lnTo>
                  <a:lnTo>
                    <a:pt x="1040716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9"/>
            <p:cNvSpPr/>
            <p:nvPr/>
          </p:nvSpPr>
          <p:spPr>
            <a:xfrm>
              <a:off x="1022436" y="3398311"/>
              <a:ext cx="10407165" cy="0"/>
            </a:xfrm>
            <a:custGeom>
              <a:avLst/>
              <a:pathLst>
                <a:path w="10407165" h="0">
                  <a:moveTo>
                    <a:pt x="0" y="0"/>
                  </a:moveTo>
                  <a:lnTo>
                    <a:pt x="10407165" y="0"/>
                  </a:lnTo>
                  <a:lnTo>
                    <a:pt x="1040716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0"/>
            <p:cNvSpPr/>
            <p:nvPr/>
          </p:nvSpPr>
          <p:spPr>
            <a:xfrm>
              <a:off x="1022436" y="2535997"/>
              <a:ext cx="10407165" cy="0"/>
            </a:xfrm>
            <a:custGeom>
              <a:avLst/>
              <a:pathLst>
                <a:path w="10407165" h="0">
                  <a:moveTo>
                    <a:pt x="0" y="0"/>
                  </a:moveTo>
                  <a:lnTo>
                    <a:pt x="10407165" y="0"/>
                  </a:lnTo>
                  <a:lnTo>
                    <a:pt x="1040716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1"/>
            <p:cNvSpPr/>
            <p:nvPr/>
          </p:nvSpPr>
          <p:spPr>
            <a:xfrm>
              <a:off x="1022436" y="1673682"/>
              <a:ext cx="10407165" cy="0"/>
            </a:xfrm>
            <a:custGeom>
              <a:avLst/>
              <a:pathLst>
                <a:path w="10407165" h="0">
                  <a:moveTo>
                    <a:pt x="0" y="0"/>
                  </a:moveTo>
                  <a:lnTo>
                    <a:pt x="10407165" y="0"/>
                  </a:lnTo>
                  <a:lnTo>
                    <a:pt x="1040716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2"/>
            <p:cNvSpPr/>
            <p:nvPr/>
          </p:nvSpPr>
          <p:spPr>
            <a:xfrm>
              <a:off x="1022436" y="1915179"/>
              <a:ext cx="10253364" cy="4013165"/>
            </a:xfrm>
            <a:custGeom>
              <a:avLst/>
              <a:pathLst>
                <a:path w="10253364" h="4013165">
                  <a:moveTo>
                    <a:pt x="0" y="0"/>
                  </a:moveTo>
                  <a:lnTo>
                    <a:pt x="410134" y="531559"/>
                  </a:lnTo>
                  <a:lnTo>
                    <a:pt x="820269" y="1156685"/>
                  </a:lnTo>
                  <a:lnTo>
                    <a:pt x="1230403" y="1600688"/>
                  </a:lnTo>
                  <a:lnTo>
                    <a:pt x="1640538" y="2160621"/>
                  </a:lnTo>
                  <a:lnTo>
                    <a:pt x="2050672" y="2893309"/>
                  </a:lnTo>
                  <a:lnTo>
                    <a:pt x="2460807" y="3114269"/>
                  </a:lnTo>
                  <a:lnTo>
                    <a:pt x="2870942" y="3287282"/>
                  </a:lnTo>
                  <a:lnTo>
                    <a:pt x="3281076" y="3343253"/>
                  </a:lnTo>
                  <a:lnTo>
                    <a:pt x="3691211" y="3677344"/>
                  </a:lnTo>
                  <a:lnTo>
                    <a:pt x="4101345" y="3862670"/>
                  </a:lnTo>
                  <a:lnTo>
                    <a:pt x="4511480" y="3879076"/>
                  </a:lnTo>
                  <a:lnTo>
                    <a:pt x="4921615" y="3894713"/>
                  </a:lnTo>
                  <a:lnTo>
                    <a:pt x="5331749" y="3970947"/>
                  </a:lnTo>
                  <a:lnTo>
                    <a:pt x="5741884" y="3982307"/>
                  </a:lnTo>
                  <a:lnTo>
                    <a:pt x="6152018" y="3930028"/>
                  </a:lnTo>
                  <a:lnTo>
                    <a:pt x="6562153" y="3905185"/>
                  </a:lnTo>
                  <a:lnTo>
                    <a:pt x="6972288" y="3922189"/>
                  </a:lnTo>
                  <a:lnTo>
                    <a:pt x="7382422" y="3893709"/>
                  </a:lnTo>
                  <a:lnTo>
                    <a:pt x="7792557" y="3883214"/>
                  </a:lnTo>
                  <a:lnTo>
                    <a:pt x="8202691" y="3919249"/>
                  </a:lnTo>
                  <a:lnTo>
                    <a:pt x="8612826" y="3972503"/>
                  </a:lnTo>
                  <a:lnTo>
                    <a:pt x="9022960" y="3962400"/>
                  </a:lnTo>
                  <a:lnTo>
                    <a:pt x="9433095" y="3961544"/>
                  </a:lnTo>
                  <a:lnTo>
                    <a:pt x="9843230" y="3996111"/>
                  </a:lnTo>
                  <a:lnTo>
                    <a:pt x="10253364" y="4013165"/>
                  </a:lnTo>
                </a:path>
              </a:pathLst>
            </a:custGeom>
            <a:ln w="40651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3"/>
            <p:cNvSpPr/>
            <p:nvPr/>
          </p:nvSpPr>
          <p:spPr>
            <a:xfrm>
              <a:off x="989361" y="1882104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4"/>
            <p:cNvSpPr/>
            <p:nvPr/>
          </p:nvSpPr>
          <p:spPr>
            <a:xfrm>
              <a:off x="1399496" y="2413663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5"/>
            <p:cNvSpPr/>
            <p:nvPr/>
          </p:nvSpPr>
          <p:spPr>
            <a:xfrm>
              <a:off x="1809630" y="3038789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6"/>
            <p:cNvSpPr/>
            <p:nvPr/>
          </p:nvSpPr>
          <p:spPr>
            <a:xfrm>
              <a:off x="2219765" y="3482793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7"/>
            <p:cNvSpPr/>
            <p:nvPr/>
          </p:nvSpPr>
          <p:spPr>
            <a:xfrm>
              <a:off x="2629900" y="4042725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18"/>
            <p:cNvSpPr/>
            <p:nvPr/>
          </p:nvSpPr>
          <p:spPr>
            <a:xfrm>
              <a:off x="3040034" y="4775414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19"/>
            <p:cNvSpPr/>
            <p:nvPr/>
          </p:nvSpPr>
          <p:spPr>
            <a:xfrm>
              <a:off x="3450169" y="4996373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0"/>
            <p:cNvSpPr/>
            <p:nvPr/>
          </p:nvSpPr>
          <p:spPr>
            <a:xfrm>
              <a:off x="3860303" y="5169386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1"/>
            <p:cNvSpPr/>
            <p:nvPr/>
          </p:nvSpPr>
          <p:spPr>
            <a:xfrm>
              <a:off x="4270438" y="5225357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2"/>
            <p:cNvSpPr/>
            <p:nvPr/>
          </p:nvSpPr>
          <p:spPr>
            <a:xfrm>
              <a:off x="4680573" y="5559448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3"/>
            <p:cNvSpPr/>
            <p:nvPr/>
          </p:nvSpPr>
          <p:spPr>
            <a:xfrm>
              <a:off x="5090707" y="5744774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4"/>
            <p:cNvSpPr/>
            <p:nvPr/>
          </p:nvSpPr>
          <p:spPr>
            <a:xfrm>
              <a:off x="5500842" y="5761180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5"/>
            <p:cNvSpPr/>
            <p:nvPr/>
          </p:nvSpPr>
          <p:spPr>
            <a:xfrm>
              <a:off x="5910976" y="5776817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6"/>
            <p:cNvSpPr/>
            <p:nvPr/>
          </p:nvSpPr>
          <p:spPr>
            <a:xfrm>
              <a:off x="6321111" y="5853052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7"/>
            <p:cNvSpPr/>
            <p:nvPr/>
          </p:nvSpPr>
          <p:spPr>
            <a:xfrm>
              <a:off x="6731246" y="5864411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28"/>
            <p:cNvSpPr/>
            <p:nvPr/>
          </p:nvSpPr>
          <p:spPr>
            <a:xfrm>
              <a:off x="7141380" y="5812133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29"/>
            <p:cNvSpPr/>
            <p:nvPr/>
          </p:nvSpPr>
          <p:spPr>
            <a:xfrm>
              <a:off x="7551515" y="5787289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0"/>
            <p:cNvSpPr/>
            <p:nvPr/>
          </p:nvSpPr>
          <p:spPr>
            <a:xfrm>
              <a:off x="7961649" y="5804293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1"/>
            <p:cNvSpPr/>
            <p:nvPr/>
          </p:nvSpPr>
          <p:spPr>
            <a:xfrm>
              <a:off x="8371784" y="5775814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2"/>
            <p:cNvSpPr/>
            <p:nvPr/>
          </p:nvSpPr>
          <p:spPr>
            <a:xfrm>
              <a:off x="8781918" y="5765318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3"/>
            <p:cNvSpPr/>
            <p:nvPr/>
          </p:nvSpPr>
          <p:spPr>
            <a:xfrm>
              <a:off x="9192053" y="5801353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4"/>
            <p:cNvSpPr/>
            <p:nvPr/>
          </p:nvSpPr>
          <p:spPr>
            <a:xfrm>
              <a:off x="9602188" y="5854607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5"/>
            <p:cNvSpPr/>
            <p:nvPr/>
          </p:nvSpPr>
          <p:spPr>
            <a:xfrm>
              <a:off x="10012322" y="5844504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6"/>
            <p:cNvSpPr/>
            <p:nvPr/>
          </p:nvSpPr>
          <p:spPr>
            <a:xfrm>
              <a:off x="10422457" y="5843649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7"/>
            <p:cNvSpPr/>
            <p:nvPr/>
          </p:nvSpPr>
          <p:spPr>
            <a:xfrm>
              <a:off x="10832591" y="5878215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38"/>
            <p:cNvSpPr/>
            <p:nvPr/>
          </p:nvSpPr>
          <p:spPr>
            <a:xfrm>
              <a:off x="11242726" y="5895269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39"/>
            <p:cNvSpPr/>
            <p:nvPr/>
          </p:nvSpPr>
          <p:spPr>
            <a:xfrm>
              <a:off x="1022436" y="1915179"/>
              <a:ext cx="10253364" cy="4070076"/>
            </a:xfrm>
            <a:custGeom>
              <a:avLst/>
              <a:pathLst>
                <a:path w="10253364" h="4070076">
                  <a:moveTo>
                    <a:pt x="0" y="0"/>
                  </a:moveTo>
                  <a:lnTo>
                    <a:pt x="410134" y="262001"/>
                  </a:lnTo>
                  <a:lnTo>
                    <a:pt x="820269" y="524003"/>
                  </a:lnTo>
                  <a:lnTo>
                    <a:pt x="1230403" y="786005"/>
                  </a:lnTo>
                  <a:lnTo>
                    <a:pt x="1640538" y="1048007"/>
                  </a:lnTo>
                  <a:lnTo>
                    <a:pt x="2050672" y="1310009"/>
                  </a:lnTo>
                  <a:lnTo>
                    <a:pt x="2460807" y="1572011"/>
                  </a:lnTo>
                  <a:lnTo>
                    <a:pt x="2870942" y="1834013"/>
                  </a:lnTo>
                  <a:lnTo>
                    <a:pt x="3281076" y="2096015"/>
                  </a:lnTo>
                  <a:lnTo>
                    <a:pt x="3691211" y="2358017"/>
                  </a:lnTo>
                  <a:lnTo>
                    <a:pt x="4101345" y="2620019"/>
                  </a:lnTo>
                  <a:lnTo>
                    <a:pt x="4511480" y="2882021"/>
                  </a:lnTo>
                  <a:lnTo>
                    <a:pt x="4921615" y="3144023"/>
                  </a:lnTo>
                  <a:lnTo>
                    <a:pt x="5331749" y="3406024"/>
                  </a:lnTo>
                  <a:lnTo>
                    <a:pt x="5741884" y="3668026"/>
                  </a:lnTo>
                  <a:lnTo>
                    <a:pt x="6152018" y="3930028"/>
                  </a:lnTo>
                  <a:lnTo>
                    <a:pt x="6562153" y="3930028"/>
                  </a:lnTo>
                  <a:lnTo>
                    <a:pt x="6972288" y="3945589"/>
                  </a:lnTo>
                  <a:lnTo>
                    <a:pt x="7382422" y="3961150"/>
                  </a:lnTo>
                  <a:lnTo>
                    <a:pt x="7792557" y="3976711"/>
                  </a:lnTo>
                  <a:lnTo>
                    <a:pt x="8202691" y="3992272"/>
                  </a:lnTo>
                  <a:lnTo>
                    <a:pt x="8612826" y="4007832"/>
                  </a:lnTo>
                  <a:lnTo>
                    <a:pt x="9022960" y="4023393"/>
                  </a:lnTo>
                  <a:lnTo>
                    <a:pt x="9433095" y="4038954"/>
                  </a:lnTo>
                  <a:lnTo>
                    <a:pt x="9843230" y="4054515"/>
                  </a:lnTo>
                  <a:lnTo>
                    <a:pt x="10253364" y="4070076"/>
                  </a:lnTo>
                  <a:lnTo>
                    <a:pt x="10253364" y="4070076"/>
                  </a:lnTo>
                </a:path>
              </a:pathLst>
            </a:custGeom>
            <a:ln w="40651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0"/>
            <p:cNvSpPr/>
            <p:nvPr/>
          </p:nvSpPr>
          <p:spPr>
            <a:xfrm>
              <a:off x="989361" y="188210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1"/>
            <p:cNvSpPr/>
            <p:nvPr/>
          </p:nvSpPr>
          <p:spPr>
            <a:xfrm>
              <a:off x="1399496" y="214410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2"/>
            <p:cNvSpPr/>
            <p:nvPr/>
          </p:nvSpPr>
          <p:spPr>
            <a:xfrm>
              <a:off x="1809630" y="240610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3"/>
            <p:cNvSpPr/>
            <p:nvPr/>
          </p:nvSpPr>
          <p:spPr>
            <a:xfrm>
              <a:off x="2219765" y="266811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4"/>
            <p:cNvSpPr/>
            <p:nvPr/>
          </p:nvSpPr>
          <p:spPr>
            <a:xfrm>
              <a:off x="2629900" y="293011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5"/>
            <p:cNvSpPr/>
            <p:nvPr/>
          </p:nvSpPr>
          <p:spPr>
            <a:xfrm>
              <a:off x="3040034" y="319211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6"/>
            <p:cNvSpPr/>
            <p:nvPr/>
          </p:nvSpPr>
          <p:spPr>
            <a:xfrm>
              <a:off x="3450169" y="345411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7"/>
            <p:cNvSpPr/>
            <p:nvPr/>
          </p:nvSpPr>
          <p:spPr>
            <a:xfrm>
              <a:off x="3860303" y="371611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48"/>
            <p:cNvSpPr/>
            <p:nvPr/>
          </p:nvSpPr>
          <p:spPr>
            <a:xfrm>
              <a:off x="4270438" y="397811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49"/>
            <p:cNvSpPr/>
            <p:nvPr/>
          </p:nvSpPr>
          <p:spPr>
            <a:xfrm>
              <a:off x="4680573" y="424012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0"/>
            <p:cNvSpPr/>
            <p:nvPr/>
          </p:nvSpPr>
          <p:spPr>
            <a:xfrm>
              <a:off x="5090707" y="450212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1"/>
            <p:cNvSpPr/>
            <p:nvPr/>
          </p:nvSpPr>
          <p:spPr>
            <a:xfrm>
              <a:off x="5500842" y="476412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2"/>
            <p:cNvSpPr/>
            <p:nvPr/>
          </p:nvSpPr>
          <p:spPr>
            <a:xfrm>
              <a:off x="5910976" y="502612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3"/>
            <p:cNvSpPr/>
            <p:nvPr/>
          </p:nvSpPr>
          <p:spPr>
            <a:xfrm>
              <a:off x="6321111" y="528812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4"/>
            <p:cNvSpPr/>
            <p:nvPr/>
          </p:nvSpPr>
          <p:spPr>
            <a:xfrm>
              <a:off x="6731246" y="555013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5"/>
            <p:cNvSpPr/>
            <p:nvPr/>
          </p:nvSpPr>
          <p:spPr>
            <a:xfrm>
              <a:off x="7141380" y="581213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6"/>
            <p:cNvSpPr/>
            <p:nvPr/>
          </p:nvSpPr>
          <p:spPr>
            <a:xfrm>
              <a:off x="7551515" y="581213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7"/>
            <p:cNvSpPr/>
            <p:nvPr/>
          </p:nvSpPr>
          <p:spPr>
            <a:xfrm>
              <a:off x="7961649" y="582769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58"/>
            <p:cNvSpPr/>
            <p:nvPr/>
          </p:nvSpPr>
          <p:spPr>
            <a:xfrm>
              <a:off x="8371784" y="584325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59"/>
            <p:cNvSpPr/>
            <p:nvPr/>
          </p:nvSpPr>
          <p:spPr>
            <a:xfrm>
              <a:off x="8781918" y="585881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0"/>
            <p:cNvSpPr/>
            <p:nvPr/>
          </p:nvSpPr>
          <p:spPr>
            <a:xfrm>
              <a:off x="9192053" y="587437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1"/>
            <p:cNvSpPr/>
            <p:nvPr/>
          </p:nvSpPr>
          <p:spPr>
            <a:xfrm>
              <a:off x="9602188" y="588993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2"/>
            <p:cNvSpPr/>
            <p:nvPr/>
          </p:nvSpPr>
          <p:spPr>
            <a:xfrm>
              <a:off x="10012322" y="590549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3"/>
            <p:cNvSpPr/>
            <p:nvPr/>
          </p:nvSpPr>
          <p:spPr>
            <a:xfrm>
              <a:off x="10422457" y="592105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4"/>
            <p:cNvSpPr/>
            <p:nvPr/>
          </p:nvSpPr>
          <p:spPr>
            <a:xfrm>
              <a:off x="10832591" y="593661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5"/>
            <p:cNvSpPr/>
            <p:nvPr/>
          </p:nvSpPr>
          <p:spPr>
            <a:xfrm>
              <a:off x="11242726" y="595218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tx66"/>
            <p:cNvSpPr/>
            <p:nvPr/>
          </p:nvSpPr>
          <p:spPr>
            <a:xfrm>
              <a:off x="792814" y="5899976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0" name="tx67"/>
            <p:cNvSpPr/>
            <p:nvPr/>
          </p:nvSpPr>
          <p:spPr>
            <a:xfrm>
              <a:off x="538541" y="5037662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71" name="tx68"/>
            <p:cNvSpPr/>
            <p:nvPr/>
          </p:nvSpPr>
          <p:spPr>
            <a:xfrm>
              <a:off x="538541" y="4175347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72" name="tx69"/>
            <p:cNvSpPr/>
            <p:nvPr/>
          </p:nvSpPr>
          <p:spPr>
            <a:xfrm>
              <a:off x="538541" y="3312921"/>
              <a:ext cx="381409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73" name="tx70"/>
            <p:cNvSpPr/>
            <p:nvPr/>
          </p:nvSpPr>
          <p:spPr>
            <a:xfrm>
              <a:off x="538541" y="2450718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74" name="tx71"/>
            <p:cNvSpPr/>
            <p:nvPr/>
          </p:nvSpPr>
          <p:spPr>
            <a:xfrm>
              <a:off x="538541" y="1588404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75" name="pl72"/>
            <p:cNvSpPr/>
            <p:nvPr/>
          </p:nvSpPr>
          <p:spPr>
            <a:xfrm>
              <a:off x="1022436" y="5985255"/>
              <a:ext cx="10407165" cy="0"/>
            </a:xfrm>
            <a:custGeom>
              <a:avLst/>
              <a:pathLst>
                <a:path w="10407165" h="0">
                  <a:moveTo>
                    <a:pt x="0" y="0"/>
                  </a:moveTo>
                  <a:lnTo>
                    <a:pt x="10407165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3"/>
            <p:cNvSpPr/>
            <p:nvPr/>
          </p:nvSpPr>
          <p:spPr>
            <a:xfrm>
              <a:off x="1022436" y="598525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4"/>
            <p:cNvSpPr/>
            <p:nvPr/>
          </p:nvSpPr>
          <p:spPr>
            <a:xfrm>
              <a:off x="3073109" y="598525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5"/>
            <p:cNvSpPr/>
            <p:nvPr/>
          </p:nvSpPr>
          <p:spPr>
            <a:xfrm>
              <a:off x="5123782" y="598525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6"/>
            <p:cNvSpPr/>
            <p:nvPr/>
          </p:nvSpPr>
          <p:spPr>
            <a:xfrm>
              <a:off x="7174455" y="598525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7"/>
            <p:cNvSpPr/>
            <p:nvPr/>
          </p:nvSpPr>
          <p:spPr>
            <a:xfrm>
              <a:off x="9225128" y="598525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78"/>
            <p:cNvSpPr/>
            <p:nvPr/>
          </p:nvSpPr>
          <p:spPr>
            <a:xfrm>
              <a:off x="11275801" y="598525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tx79"/>
            <p:cNvSpPr/>
            <p:nvPr/>
          </p:nvSpPr>
          <p:spPr>
            <a:xfrm>
              <a:off x="768163" y="6084280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83" name="tx80"/>
            <p:cNvSpPr/>
            <p:nvPr/>
          </p:nvSpPr>
          <p:spPr>
            <a:xfrm>
              <a:off x="2818836" y="6084169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84" name="tx81"/>
            <p:cNvSpPr/>
            <p:nvPr/>
          </p:nvSpPr>
          <p:spPr>
            <a:xfrm>
              <a:off x="4869509" y="6084169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2035</a:t>
              </a:r>
            </a:p>
          </p:txBody>
        </p:sp>
        <p:sp>
          <p:nvSpPr>
            <p:cNvPr id="85" name="tx82"/>
            <p:cNvSpPr/>
            <p:nvPr/>
          </p:nvSpPr>
          <p:spPr>
            <a:xfrm>
              <a:off x="6920182" y="6084280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86" name="tx83"/>
            <p:cNvSpPr/>
            <p:nvPr/>
          </p:nvSpPr>
          <p:spPr>
            <a:xfrm>
              <a:off x="8970855" y="6084280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2045</a:t>
              </a:r>
            </a:p>
          </p:txBody>
        </p:sp>
        <p:sp>
          <p:nvSpPr>
            <p:cNvPr id="87" name="tx84"/>
            <p:cNvSpPr/>
            <p:nvPr/>
          </p:nvSpPr>
          <p:spPr>
            <a:xfrm>
              <a:off x="11021528" y="6084280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8872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/>
  <cp:revision>261</cp:revision>
  <dcterms:created xsi:type="dcterms:W3CDTF">2022-05-20T01:54:03Z</dcterms:created>
  <dcterms:modified xsi:type="dcterms:W3CDTF">2025-02-06T11:49:54Z</dcterms:modified>
</cp:coreProperties>
</file>