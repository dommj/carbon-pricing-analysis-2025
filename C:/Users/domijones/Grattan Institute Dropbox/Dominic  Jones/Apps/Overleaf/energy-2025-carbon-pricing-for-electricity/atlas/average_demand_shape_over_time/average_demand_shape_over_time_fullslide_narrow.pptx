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4"/>
    <p:restoredTop sz="94694"/>
  </p:normalViewPr>
  <p:slideViewPr>
    <p:cSldViewPr snapToGrid="0" snapToObjects="1">
      <p:cViewPr varScale="1">
        <p:scale>
          <a:sx n="92" d="100"/>
          <a:sy n="92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7" Type="http://schemas.microsoft.com/office/2018/10/relationships/authors" Target="author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8" Type="http://schemas.openxmlformats.org/officeDocument/2006/relationships/slide" Target="slides/slide1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Jones/Apps/Overleaf/energy-2025-carbon-pricing-for-electricity/atlas/average_demand_shape_over_time/average_demand_shape_over_time_fullslide_narrow.pptx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E07EA18-F774-5352-DF7D-C871920DB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894800" y="1807200"/>
            <a:ext cx="8402400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4" name="Caption Placeholder 1">
            <a:extLst>
              <a:ext uri="{FF2B5EF4-FFF2-40B4-BE49-F238E27FC236}">
                <a16:creationId xmlns:a16="http://schemas.microsoft.com/office/drawing/2014/main" id="{532C8F0A-0D9B-4C4D-CC2B-EEF1FA341C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794EEF-8416-F4A3-9441-5437A54F0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Power (kilowatts)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1894800" y="1807200"/>
            <a:ext cx="8402400" cy="4284662"/>
            <a:chOff x="1894800" y="1807200"/>
            <a:chExt cx="8402400" cy="4284662"/>
          </a:xfrm>
        </p:grpSpPr>
        <p:sp>
          <p:nvSpPr>
            <p:cNvPr id="4" name="rc3"/>
            <p:cNvSpPr/>
            <p:nvPr/>
          </p:nvSpPr>
          <p:spPr>
            <a:xfrm>
              <a:off x="10297200" y="1807199"/>
              <a:ext cx="0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16899" y="2295372"/>
              <a:ext cx="3843846" cy="12898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316899" y="3585237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316899" y="3269315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316899" y="2953394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316899" y="2637473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316899" y="2321552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2316899" y="2536122"/>
              <a:ext cx="3787040" cy="1049115"/>
            </a:xfrm>
            <a:custGeom>
              <a:avLst/>
              <a:pathLst>
                <a:path w="3787040" h="1049115">
                  <a:moveTo>
                    <a:pt x="3779" y="612301"/>
                  </a:moveTo>
                  <a:lnTo>
                    <a:pt x="7558" y="613728"/>
                  </a:lnTo>
                  <a:lnTo>
                    <a:pt x="164325" y="672910"/>
                  </a:lnTo>
                  <a:lnTo>
                    <a:pt x="168104" y="674337"/>
                  </a:lnTo>
                  <a:lnTo>
                    <a:pt x="171884" y="675071"/>
                  </a:lnTo>
                  <a:lnTo>
                    <a:pt x="328650" y="705518"/>
                  </a:lnTo>
                  <a:lnTo>
                    <a:pt x="332430" y="706252"/>
                  </a:lnTo>
                  <a:lnTo>
                    <a:pt x="336209" y="706364"/>
                  </a:lnTo>
                  <a:lnTo>
                    <a:pt x="492975" y="711017"/>
                  </a:lnTo>
                  <a:lnTo>
                    <a:pt x="496755" y="711129"/>
                  </a:lnTo>
                  <a:lnTo>
                    <a:pt x="500534" y="711492"/>
                  </a:lnTo>
                  <a:lnTo>
                    <a:pt x="657301" y="726525"/>
                  </a:lnTo>
                  <a:lnTo>
                    <a:pt x="661080" y="726887"/>
                  </a:lnTo>
                  <a:lnTo>
                    <a:pt x="664860" y="726697"/>
                  </a:lnTo>
                  <a:lnTo>
                    <a:pt x="821626" y="718784"/>
                  </a:lnTo>
                  <a:lnTo>
                    <a:pt x="825405" y="718593"/>
                  </a:lnTo>
                  <a:lnTo>
                    <a:pt x="829185" y="716563"/>
                  </a:lnTo>
                  <a:lnTo>
                    <a:pt x="985951" y="632360"/>
                  </a:lnTo>
                  <a:lnTo>
                    <a:pt x="989731" y="630330"/>
                  </a:lnTo>
                  <a:lnTo>
                    <a:pt x="993510" y="627631"/>
                  </a:lnTo>
                  <a:lnTo>
                    <a:pt x="1150276" y="515670"/>
                  </a:lnTo>
                  <a:lnTo>
                    <a:pt x="1154056" y="512970"/>
                  </a:lnTo>
                  <a:lnTo>
                    <a:pt x="1157835" y="510476"/>
                  </a:lnTo>
                  <a:lnTo>
                    <a:pt x="1314602" y="407009"/>
                  </a:lnTo>
                  <a:lnTo>
                    <a:pt x="1318381" y="404514"/>
                  </a:lnTo>
                  <a:lnTo>
                    <a:pt x="1322161" y="402130"/>
                  </a:lnTo>
                  <a:lnTo>
                    <a:pt x="1478927" y="303244"/>
                  </a:lnTo>
                  <a:lnTo>
                    <a:pt x="1482707" y="300860"/>
                  </a:lnTo>
                  <a:lnTo>
                    <a:pt x="1486486" y="298075"/>
                  </a:lnTo>
                  <a:lnTo>
                    <a:pt x="1643252" y="182533"/>
                  </a:lnTo>
                  <a:lnTo>
                    <a:pt x="1647032" y="179748"/>
                  </a:lnTo>
                  <a:lnTo>
                    <a:pt x="1650811" y="178333"/>
                  </a:lnTo>
                  <a:lnTo>
                    <a:pt x="1807578" y="119645"/>
                  </a:lnTo>
                  <a:lnTo>
                    <a:pt x="1811357" y="118230"/>
                  </a:lnTo>
                  <a:lnTo>
                    <a:pt x="1815137" y="118060"/>
                  </a:lnTo>
                  <a:lnTo>
                    <a:pt x="1971903" y="110984"/>
                  </a:lnTo>
                  <a:lnTo>
                    <a:pt x="1975682" y="110813"/>
                  </a:lnTo>
                  <a:lnTo>
                    <a:pt x="1979462" y="111039"/>
                  </a:lnTo>
                  <a:lnTo>
                    <a:pt x="2136228" y="120404"/>
                  </a:lnTo>
                  <a:lnTo>
                    <a:pt x="2140008" y="120630"/>
                  </a:lnTo>
                  <a:lnTo>
                    <a:pt x="2143787" y="120812"/>
                  </a:lnTo>
                  <a:lnTo>
                    <a:pt x="2300553" y="128360"/>
                  </a:lnTo>
                  <a:lnTo>
                    <a:pt x="2304333" y="128541"/>
                  </a:lnTo>
                  <a:lnTo>
                    <a:pt x="2308112" y="128345"/>
                  </a:lnTo>
                  <a:lnTo>
                    <a:pt x="2464879" y="120186"/>
                  </a:lnTo>
                  <a:lnTo>
                    <a:pt x="2468658" y="119989"/>
                  </a:lnTo>
                  <a:lnTo>
                    <a:pt x="2472438" y="119945"/>
                  </a:lnTo>
                  <a:lnTo>
                    <a:pt x="2629204" y="118098"/>
                  </a:lnTo>
                  <a:lnTo>
                    <a:pt x="2632984" y="118054"/>
                  </a:lnTo>
                  <a:lnTo>
                    <a:pt x="2636763" y="117007"/>
                  </a:lnTo>
                  <a:lnTo>
                    <a:pt x="2793529" y="73591"/>
                  </a:lnTo>
                  <a:lnTo>
                    <a:pt x="2797309" y="72544"/>
                  </a:lnTo>
                  <a:lnTo>
                    <a:pt x="2801088" y="70876"/>
                  </a:lnTo>
                  <a:lnTo>
                    <a:pt x="2957855" y="1668"/>
                  </a:lnTo>
                  <a:lnTo>
                    <a:pt x="2961634" y="0"/>
                  </a:lnTo>
                  <a:lnTo>
                    <a:pt x="2965414" y="774"/>
                  </a:lnTo>
                  <a:lnTo>
                    <a:pt x="3122180" y="32892"/>
                  </a:lnTo>
                  <a:lnTo>
                    <a:pt x="3125959" y="33666"/>
                  </a:lnTo>
                  <a:lnTo>
                    <a:pt x="3129739" y="35928"/>
                  </a:lnTo>
                  <a:lnTo>
                    <a:pt x="3286505" y="129758"/>
                  </a:lnTo>
                  <a:lnTo>
                    <a:pt x="3290285" y="132020"/>
                  </a:lnTo>
                  <a:lnTo>
                    <a:pt x="3294064" y="135688"/>
                  </a:lnTo>
                  <a:lnTo>
                    <a:pt x="3450830" y="287830"/>
                  </a:lnTo>
                  <a:lnTo>
                    <a:pt x="3454610" y="291498"/>
                  </a:lnTo>
                  <a:lnTo>
                    <a:pt x="3458389" y="294072"/>
                  </a:lnTo>
                  <a:lnTo>
                    <a:pt x="3615156" y="400834"/>
                  </a:lnTo>
                  <a:lnTo>
                    <a:pt x="3618935" y="403408"/>
                  </a:lnTo>
                  <a:lnTo>
                    <a:pt x="3622715" y="405984"/>
                  </a:lnTo>
                  <a:lnTo>
                    <a:pt x="3779481" y="512807"/>
                  </a:lnTo>
                  <a:lnTo>
                    <a:pt x="3783261" y="515382"/>
                  </a:lnTo>
                  <a:lnTo>
                    <a:pt x="3787040" y="1049115"/>
                  </a:lnTo>
                  <a:lnTo>
                    <a:pt x="3783261" y="525370"/>
                  </a:lnTo>
                  <a:lnTo>
                    <a:pt x="3779481" y="522829"/>
                  </a:lnTo>
                  <a:lnTo>
                    <a:pt x="3622715" y="417420"/>
                  </a:lnTo>
                  <a:lnTo>
                    <a:pt x="3618935" y="414878"/>
                  </a:lnTo>
                  <a:lnTo>
                    <a:pt x="3615156" y="412340"/>
                  </a:lnTo>
                  <a:lnTo>
                    <a:pt x="3458389" y="307049"/>
                  </a:lnTo>
                  <a:lnTo>
                    <a:pt x="3454610" y="304511"/>
                  </a:lnTo>
                  <a:lnTo>
                    <a:pt x="3450830" y="300855"/>
                  </a:lnTo>
                  <a:lnTo>
                    <a:pt x="3294064" y="149228"/>
                  </a:lnTo>
                  <a:lnTo>
                    <a:pt x="3290285" y="145573"/>
                  </a:lnTo>
                  <a:lnTo>
                    <a:pt x="3286505" y="143292"/>
                  </a:lnTo>
                  <a:lnTo>
                    <a:pt x="3129739" y="48695"/>
                  </a:lnTo>
                  <a:lnTo>
                    <a:pt x="3125959" y="46415"/>
                  </a:lnTo>
                  <a:lnTo>
                    <a:pt x="3122180" y="45601"/>
                  </a:lnTo>
                  <a:lnTo>
                    <a:pt x="2965414" y="11877"/>
                  </a:lnTo>
                  <a:lnTo>
                    <a:pt x="2961634" y="11064"/>
                  </a:lnTo>
                  <a:lnTo>
                    <a:pt x="2957855" y="12700"/>
                  </a:lnTo>
                  <a:lnTo>
                    <a:pt x="2801088" y="80537"/>
                  </a:lnTo>
                  <a:lnTo>
                    <a:pt x="2797309" y="82173"/>
                  </a:lnTo>
                  <a:lnTo>
                    <a:pt x="2793529" y="83200"/>
                  </a:lnTo>
                  <a:lnTo>
                    <a:pt x="2636763" y="125781"/>
                  </a:lnTo>
                  <a:lnTo>
                    <a:pt x="2632984" y="126807"/>
                  </a:lnTo>
                  <a:lnTo>
                    <a:pt x="2629204" y="126849"/>
                  </a:lnTo>
                  <a:lnTo>
                    <a:pt x="2472438" y="128564"/>
                  </a:lnTo>
                  <a:lnTo>
                    <a:pt x="2468658" y="128605"/>
                  </a:lnTo>
                  <a:lnTo>
                    <a:pt x="2464879" y="128806"/>
                  </a:lnTo>
                  <a:lnTo>
                    <a:pt x="2308112" y="137119"/>
                  </a:lnTo>
                  <a:lnTo>
                    <a:pt x="2304333" y="137320"/>
                  </a:lnTo>
                  <a:lnTo>
                    <a:pt x="2300553" y="137148"/>
                  </a:lnTo>
                  <a:lnTo>
                    <a:pt x="2143787" y="130011"/>
                  </a:lnTo>
                  <a:lnTo>
                    <a:pt x="2140008" y="129839"/>
                  </a:lnTo>
                  <a:lnTo>
                    <a:pt x="2136228" y="129621"/>
                  </a:lnTo>
                  <a:lnTo>
                    <a:pt x="1979462" y="120568"/>
                  </a:lnTo>
                  <a:lnTo>
                    <a:pt x="1975682" y="120350"/>
                  </a:lnTo>
                  <a:lnTo>
                    <a:pt x="1971903" y="120521"/>
                  </a:lnTo>
                  <a:lnTo>
                    <a:pt x="1815137" y="127631"/>
                  </a:lnTo>
                  <a:lnTo>
                    <a:pt x="1811357" y="127802"/>
                  </a:lnTo>
                  <a:lnTo>
                    <a:pt x="1807578" y="129206"/>
                  </a:lnTo>
                  <a:lnTo>
                    <a:pt x="1650811" y="187403"/>
                  </a:lnTo>
                  <a:lnTo>
                    <a:pt x="1647032" y="188807"/>
                  </a:lnTo>
                  <a:lnTo>
                    <a:pt x="1643252" y="191562"/>
                  </a:lnTo>
                  <a:lnTo>
                    <a:pt x="1486486" y="305862"/>
                  </a:lnTo>
                  <a:lnTo>
                    <a:pt x="1482707" y="308618"/>
                  </a:lnTo>
                  <a:lnTo>
                    <a:pt x="1478927" y="310962"/>
                  </a:lnTo>
                  <a:lnTo>
                    <a:pt x="1322161" y="408210"/>
                  </a:lnTo>
                  <a:lnTo>
                    <a:pt x="1318381" y="410555"/>
                  </a:lnTo>
                  <a:lnTo>
                    <a:pt x="1314602" y="413009"/>
                  </a:lnTo>
                  <a:lnTo>
                    <a:pt x="1157835" y="514821"/>
                  </a:lnTo>
                  <a:lnTo>
                    <a:pt x="1154056" y="517276"/>
                  </a:lnTo>
                  <a:lnTo>
                    <a:pt x="1150276" y="519947"/>
                  </a:lnTo>
                  <a:lnTo>
                    <a:pt x="993510" y="630765"/>
                  </a:lnTo>
                  <a:lnTo>
                    <a:pt x="989731" y="633437"/>
                  </a:lnTo>
                  <a:lnTo>
                    <a:pt x="985951" y="635459"/>
                  </a:lnTo>
                  <a:lnTo>
                    <a:pt x="829185" y="719319"/>
                  </a:lnTo>
                  <a:lnTo>
                    <a:pt x="825405" y="721341"/>
                  </a:lnTo>
                  <a:lnTo>
                    <a:pt x="821626" y="721544"/>
                  </a:lnTo>
                  <a:lnTo>
                    <a:pt x="664860" y="729965"/>
                  </a:lnTo>
                  <a:lnTo>
                    <a:pt x="661080" y="730168"/>
                  </a:lnTo>
                  <a:lnTo>
                    <a:pt x="657301" y="729834"/>
                  </a:lnTo>
                  <a:lnTo>
                    <a:pt x="500534" y="715981"/>
                  </a:lnTo>
                  <a:lnTo>
                    <a:pt x="496755" y="715647"/>
                  </a:lnTo>
                  <a:lnTo>
                    <a:pt x="492975" y="715570"/>
                  </a:lnTo>
                  <a:lnTo>
                    <a:pt x="336209" y="712397"/>
                  </a:lnTo>
                  <a:lnTo>
                    <a:pt x="332430" y="712321"/>
                  </a:lnTo>
                  <a:lnTo>
                    <a:pt x="328650" y="711621"/>
                  </a:lnTo>
                  <a:lnTo>
                    <a:pt x="171884" y="682600"/>
                  </a:lnTo>
                  <a:lnTo>
                    <a:pt x="168104" y="681900"/>
                  </a:lnTo>
                  <a:lnTo>
                    <a:pt x="164325" y="680501"/>
                  </a:lnTo>
                  <a:lnTo>
                    <a:pt x="7558" y="622437"/>
                  </a:lnTo>
                  <a:lnTo>
                    <a:pt x="3779" y="621037"/>
                  </a:lnTo>
                  <a:lnTo>
                    <a:pt x="0" y="1049115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320679" y="2536122"/>
              <a:ext cx="3779481" cy="726887"/>
            </a:xfrm>
            <a:custGeom>
              <a:avLst/>
              <a:pathLst>
                <a:path w="3779481" h="726887">
                  <a:moveTo>
                    <a:pt x="0" y="612301"/>
                  </a:moveTo>
                  <a:lnTo>
                    <a:pt x="3779" y="613728"/>
                  </a:lnTo>
                  <a:lnTo>
                    <a:pt x="160545" y="672910"/>
                  </a:lnTo>
                  <a:lnTo>
                    <a:pt x="164325" y="674337"/>
                  </a:lnTo>
                  <a:lnTo>
                    <a:pt x="168104" y="675071"/>
                  </a:lnTo>
                  <a:lnTo>
                    <a:pt x="324871" y="705518"/>
                  </a:lnTo>
                  <a:lnTo>
                    <a:pt x="328650" y="706252"/>
                  </a:lnTo>
                  <a:lnTo>
                    <a:pt x="332430" y="706364"/>
                  </a:lnTo>
                  <a:lnTo>
                    <a:pt x="489196" y="711017"/>
                  </a:lnTo>
                  <a:lnTo>
                    <a:pt x="492975" y="711129"/>
                  </a:lnTo>
                  <a:lnTo>
                    <a:pt x="496755" y="711492"/>
                  </a:lnTo>
                  <a:lnTo>
                    <a:pt x="653521" y="726525"/>
                  </a:lnTo>
                  <a:lnTo>
                    <a:pt x="657301" y="726887"/>
                  </a:lnTo>
                  <a:lnTo>
                    <a:pt x="661080" y="726697"/>
                  </a:lnTo>
                  <a:lnTo>
                    <a:pt x="817846" y="718784"/>
                  </a:lnTo>
                  <a:lnTo>
                    <a:pt x="821626" y="718593"/>
                  </a:lnTo>
                  <a:lnTo>
                    <a:pt x="825405" y="716563"/>
                  </a:lnTo>
                  <a:lnTo>
                    <a:pt x="982172" y="632360"/>
                  </a:lnTo>
                  <a:lnTo>
                    <a:pt x="985951" y="630330"/>
                  </a:lnTo>
                  <a:lnTo>
                    <a:pt x="989731" y="627631"/>
                  </a:lnTo>
                  <a:lnTo>
                    <a:pt x="1146497" y="515670"/>
                  </a:lnTo>
                  <a:lnTo>
                    <a:pt x="1150276" y="512970"/>
                  </a:lnTo>
                  <a:lnTo>
                    <a:pt x="1154056" y="510476"/>
                  </a:lnTo>
                  <a:lnTo>
                    <a:pt x="1310822" y="407009"/>
                  </a:lnTo>
                  <a:lnTo>
                    <a:pt x="1314602" y="404514"/>
                  </a:lnTo>
                  <a:lnTo>
                    <a:pt x="1318381" y="402130"/>
                  </a:lnTo>
                  <a:lnTo>
                    <a:pt x="1475148" y="303244"/>
                  </a:lnTo>
                  <a:lnTo>
                    <a:pt x="1478927" y="300860"/>
                  </a:lnTo>
                  <a:lnTo>
                    <a:pt x="1482707" y="298075"/>
                  </a:lnTo>
                  <a:lnTo>
                    <a:pt x="1639473" y="182533"/>
                  </a:lnTo>
                  <a:lnTo>
                    <a:pt x="1643252" y="179748"/>
                  </a:lnTo>
                  <a:lnTo>
                    <a:pt x="1647032" y="178333"/>
                  </a:lnTo>
                  <a:lnTo>
                    <a:pt x="1803798" y="119645"/>
                  </a:lnTo>
                  <a:lnTo>
                    <a:pt x="1807578" y="118230"/>
                  </a:lnTo>
                  <a:lnTo>
                    <a:pt x="1811357" y="118060"/>
                  </a:lnTo>
                  <a:lnTo>
                    <a:pt x="1968123" y="110984"/>
                  </a:lnTo>
                  <a:lnTo>
                    <a:pt x="1971903" y="110813"/>
                  </a:lnTo>
                  <a:lnTo>
                    <a:pt x="1975682" y="111039"/>
                  </a:lnTo>
                  <a:lnTo>
                    <a:pt x="2132449" y="120404"/>
                  </a:lnTo>
                  <a:lnTo>
                    <a:pt x="2136228" y="120630"/>
                  </a:lnTo>
                  <a:lnTo>
                    <a:pt x="2140008" y="120812"/>
                  </a:lnTo>
                  <a:lnTo>
                    <a:pt x="2296774" y="128360"/>
                  </a:lnTo>
                  <a:lnTo>
                    <a:pt x="2300553" y="128541"/>
                  </a:lnTo>
                  <a:lnTo>
                    <a:pt x="2304333" y="128345"/>
                  </a:lnTo>
                  <a:lnTo>
                    <a:pt x="2461099" y="120186"/>
                  </a:lnTo>
                  <a:lnTo>
                    <a:pt x="2464879" y="119989"/>
                  </a:lnTo>
                  <a:lnTo>
                    <a:pt x="2468658" y="119945"/>
                  </a:lnTo>
                  <a:lnTo>
                    <a:pt x="2625425" y="118098"/>
                  </a:lnTo>
                  <a:lnTo>
                    <a:pt x="2629204" y="118054"/>
                  </a:lnTo>
                  <a:lnTo>
                    <a:pt x="2632984" y="117007"/>
                  </a:lnTo>
                  <a:lnTo>
                    <a:pt x="2789750" y="73591"/>
                  </a:lnTo>
                  <a:lnTo>
                    <a:pt x="2793529" y="72544"/>
                  </a:lnTo>
                  <a:lnTo>
                    <a:pt x="2797309" y="70876"/>
                  </a:lnTo>
                  <a:lnTo>
                    <a:pt x="2954075" y="1668"/>
                  </a:lnTo>
                  <a:lnTo>
                    <a:pt x="2957855" y="0"/>
                  </a:lnTo>
                  <a:lnTo>
                    <a:pt x="2961634" y="774"/>
                  </a:lnTo>
                  <a:lnTo>
                    <a:pt x="3118400" y="32892"/>
                  </a:lnTo>
                  <a:lnTo>
                    <a:pt x="3122180" y="33666"/>
                  </a:lnTo>
                  <a:lnTo>
                    <a:pt x="3125959" y="35928"/>
                  </a:lnTo>
                  <a:lnTo>
                    <a:pt x="3282726" y="129758"/>
                  </a:lnTo>
                  <a:lnTo>
                    <a:pt x="3286505" y="132020"/>
                  </a:lnTo>
                  <a:lnTo>
                    <a:pt x="3290285" y="135688"/>
                  </a:lnTo>
                  <a:lnTo>
                    <a:pt x="3447051" y="287830"/>
                  </a:lnTo>
                  <a:lnTo>
                    <a:pt x="3450830" y="291498"/>
                  </a:lnTo>
                  <a:lnTo>
                    <a:pt x="3454610" y="294072"/>
                  </a:lnTo>
                  <a:lnTo>
                    <a:pt x="3611376" y="400834"/>
                  </a:lnTo>
                  <a:lnTo>
                    <a:pt x="3615156" y="403408"/>
                  </a:lnTo>
                  <a:lnTo>
                    <a:pt x="3618935" y="405984"/>
                  </a:lnTo>
                  <a:lnTo>
                    <a:pt x="3775702" y="512807"/>
                  </a:lnTo>
                  <a:lnTo>
                    <a:pt x="3779481" y="515382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2316899" y="2547186"/>
              <a:ext cx="3787040" cy="1038050"/>
            </a:xfrm>
            <a:custGeom>
              <a:avLst/>
              <a:pathLst>
                <a:path w="3787040" h="1038050">
                  <a:moveTo>
                    <a:pt x="3779" y="609972"/>
                  </a:moveTo>
                  <a:lnTo>
                    <a:pt x="7558" y="611372"/>
                  </a:lnTo>
                  <a:lnTo>
                    <a:pt x="164325" y="669436"/>
                  </a:lnTo>
                  <a:lnTo>
                    <a:pt x="168104" y="670836"/>
                  </a:lnTo>
                  <a:lnTo>
                    <a:pt x="171884" y="671535"/>
                  </a:lnTo>
                  <a:lnTo>
                    <a:pt x="328650" y="700556"/>
                  </a:lnTo>
                  <a:lnTo>
                    <a:pt x="332430" y="701256"/>
                  </a:lnTo>
                  <a:lnTo>
                    <a:pt x="336209" y="701332"/>
                  </a:lnTo>
                  <a:lnTo>
                    <a:pt x="492975" y="704505"/>
                  </a:lnTo>
                  <a:lnTo>
                    <a:pt x="496755" y="704582"/>
                  </a:lnTo>
                  <a:lnTo>
                    <a:pt x="500534" y="704916"/>
                  </a:lnTo>
                  <a:lnTo>
                    <a:pt x="657301" y="718770"/>
                  </a:lnTo>
                  <a:lnTo>
                    <a:pt x="661080" y="719104"/>
                  </a:lnTo>
                  <a:lnTo>
                    <a:pt x="664860" y="718901"/>
                  </a:lnTo>
                  <a:lnTo>
                    <a:pt x="821626" y="710479"/>
                  </a:lnTo>
                  <a:lnTo>
                    <a:pt x="825405" y="710276"/>
                  </a:lnTo>
                  <a:lnTo>
                    <a:pt x="829185" y="708254"/>
                  </a:lnTo>
                  <a:lnTo>
                    <a:pt x="985951" y="624394"/>
                  </a:lnTo>
                  <a:lnTo>
                    <a:pt x="989731" y="622372"/>
                  </a:lnTo>
                  <a:lnTo>
                    <a:pt x="993510" y="619700"/>
                  </a:lnTo>
                  <a:lnTo>
                    <a:pt x="1150276" y="508883"/>
                  </a:lnTo>
                  <a:lnTo>
                    <a:pt x="1154056" y="506211"/>
                  </a:lnTo>
                  <a:lnTo>
                    <a:pt x="1157835" y="503756"/>
                  </a:lnTo>
                  <a:lnTo>
                    <a:pt x="1314602" y="401945"/>
                  </a:lnTo>
                  <a:lnTo>
                    <a:pt x="1318381" y="399490"/>
                  </a:lnTo>
                  <a:lnTo>
                    <a:pt x="1322161" y="397145"/>
                  </a:lnTo>
                  <a:lnTo>
                    <a:pt x="1478927" y="299897"/>
                  </a:lnTo>
                  <a:lnTo>
                    <a:pt x="1482707" y="297553"/>
                  </a:lnTo>
                  <a:lnTo>
                    <a:pt x="1486486" y="294797"/>
                  </a:lnTo>
                  <a:lnTo>
                    <a:pt x="1643252" y="180497"/>
                  </a:lnTo>
                  <a:lnTo>
                    <a:pt x="1647032" y="177742"/>
                  </a:lnTo>
                  <a:lnTo>
                    <a:pt x="1650811" y="176339"/>
                  </a:lnTo>
                  <a:lnTo>
                    <a:pt x="1807578" y="118141"/>
                  </a:lnTo>
                  <a:lnTo>
                    <a:pt x="1811357" y="116738"/>
                  </a:lnTo>
                  <a:lnTo>
                    <a:pt x="1815137" y="116566"/>
                  </a:lnTo>
                  <a:lnTo>
                    <a:pt x="1971903" y="109456"/>
                  </a:lnTo>
                  <a:lnTo>
                    <a:pt x="1975682" y="109285"/>
                  </a:lnTo>
                  <a:lnTo>
                    <a:pt x="1979462" y="109503"/>
                  </a:lnTo>
                  <a:lnTo>
                    <a:pt x="2136228" y="118556"/>
                  </a:lnTo>
                  <a:lnTo>
                    <a:pt x="2140008" y="118775"/>
                  </a:lnTo>
                  <a:lnTo>
                    <a:pt x="2143787" y="118947"/>
                  </a:lnTo>
                  <a:lnTo>
                    <a:pt x="2300553" y="126083"/>
                  </a:lnTo>
                  <a:lnTo>
                    <a:pt x="2304333" y="126255"/>
                  </a:lnTo>
                  <a:lnTo>
                    <a:pt x="2308112" y="126055"/>
                  </a:lnTo>
                  <a:lnTo>
                    <a:pt x="2464879" y="117741"/>
                  </a:lnTo>
                  <a:lnTo>
                    <a:pt x="2468658" y="117540"/>
                  </a:lnTo>
                  <a:lnTo>
                    <a:pt x="2472438" y="117499"/>
                  </a:lnTo>
                  <a:lnTo>
                    <a:pt x="2629204" y="115784"/>
                  </a:lnTo>
                  <a:lnTo>
                    <a:pt x="2632984" y="115742"/>
                  </a:lnTo>
                  <a:lnTo>
                    <a:pt x="2636763" y="114716"/>
                  </a:lnTo>
                  <a:lnTo>
                    <a:pt x="2793529" y="72135"/>
                  </a:lnTo>
                  <a:lnTo>
                    <a:pt x="2797309" y="71108"/>
                  </a:lnTo>
                  <a:lnTo>
                    <a:pt x="2801088" y="69473"/>
                  </a:lnTo>
                  <a:lnTo>
                    <a:pt x="2957855" y="1635"/>
                  </a:lnTo>
                  <a:lnTo>
                    <a:pt x="2961634" y="0"/>
                  </a:lnTo>
                  <a:lnTo>
                    <a:pt x="2965414" y="813"/>
                  </a:lnTo>
                  <a:lnTo>
                    <a:pt x="3122180" y="34537"/>
                  </a:lnTo>
                  <a:lnTo>
                    <a:pt x="3125959" y="35350"/>
                  </a:lnTo>
                  <a:lnTo>
                    <a:pt x="3129739" y="37630"/>
                  </a:lnTo>
                  <a:lnTo>
                    <a:pt x="3286505" y="132227"/>
                  </a:lnTo>
                  <a:lnTo>
                    <a:pt x="3290285" y="134508"/>
                  </a:lnTo>
                  <a:lnTo>
                    <a:pt x="3294064" y="138163"/>
                  </a:lnTo>
                  <a:lnTo>
                    <a:pt x="3450830" y="289791"/>
                  </a:lnTo>
                  <a:lnTo>
                    <a:pt x="3454610" y="293446"/>
                  </a:lnTo>
                  <a:lnTo>
                    <a:pt x="3458389" y="295985"/>
                  </a:lnTo>
                  <a:lnTo>
                    <a:pt x="3615156" y="401275"/>
                  </a:lnTo>
                  <a:lnTo>
                    <a:pt x="3618935" y="403813"/>
                  </a:lnTo>
                  <a:lnTo>
                    <a:pt x="3622715" y="406355"/>
                  </a:lnTo>
                  <a:lnTo>
                    <a:pt x="3779481" y="511764"/>
                  </a:lnTo>
                  <a:lnTo>
                    <a:pt x="3783261" y="514306"/>
                  </a:lnTo>
                  <a:lnTo>
                    <a:pt x="3787040" y="1038050"/>
                  </a:lnTo>
                  <a:lnTo>
                    <a:pt x="3783261" y="514338"/>
                  </a:lnTo>
                  <a:lnTo>
                    <a:pt x="3779481" y="511797"/>
                  </a:lnTo>
                  <a:lnTo>
                    <a:pt x="3622715" y="406396"/>
                  </a:lnTo>
                  <a:lnTo>
                    <a:pt x="3618935" y="403854"/>
                  </a:lnTo>
                  <a:lnTo>
                    <a:pt x="3615156" y="401316"/>
                  </a:lnTo>
                  <a:lnTo>
                    <a:pt x="3458389" y="296027"/>
                  </a:lnTo>
                  <a:lnTo>
                    <a:pt x="3454610" y="293488"/>
                  </a:lnTo>
                  <a:lnTo>
                    <a:pt x="3450830" y="289833"/>
                  </a:lnTo>
                  <a:lnTo>
                    <a:pt x="3294064" y="138227"/>
                  </a:lnTo>
                  <a:lnTo>
                    <a:pt x="3290285" y="134572"/>
                  </a:lnTo>
                  <a:lnTo>
                    <a:pt x="3286505" y="132291"/>
                  </a:lnTo>
                  <a:lnTo>
                    <a:pt x="3129739" y="37707"/>
                  </a:lnTo>
                  <a:lnTo>
                    <a:pt x="3125959" y="35427"/>
                  </a:lnTo>
                  <a:lnTo>
                    <a:pt x="3122180" y="34614"/>
                  </a:lnTo>
                  <a:lnTo>
                    <a:pt x="2965414" y="897"/>
                  </a:lnTo>
                  <a:lnTo>
                    <a:pt x="2961634" y="85"/>
                  </a:lnTo>
                  <a:lnTo>
                    <a:pt x="2957855" y="1719"/>
                  </a:lnTo>
                  <a:lnTo>
                    <a:pt x="2801088" y="69533"/>
                  </a:lnTo>
                  <a:lnTo>
                    <a:pt x="2797309" y="71168"/>
                  </a:lnTo>
                  <a:lnTo>
                    <a:pt x="2793529" y="72194"/>
                  </a:lnTo>
                  <a:lnTo>
                    <a:pt x="2636763" y="114758"/>
                  </a:lnTo>
                  <a:lnTo>
                    <a:pt x="2632984" y="115785"/>
                  </a:lnTo>
                  <a:lnTo>
                    <a:pt x="2629204" y="115826"/>
                  </a:lnTo>
                  <a:lnTo>
                    <a:pt x="2472438" y="117537"/>
                  </a:lnTo>
                  <a:lnTo>
                    <a:pt x="2468658" y="117579"/>
                  </a:lnTo>
                  <a:lnTo>
                    <a:pt x="2464879" y="117779"/>
                  </a:lnTo>
                  <a:lnTo>
                    <a:pt x="2308112" y="126092"/>
                  </a:lnTo>
                  <a:lnTo>
                    <a:pt x="2304333" y="126293"/>
                  </a:lnTo>
                  <a:lnTo>
                    <a:pt x="2300553" y="126121"/>
                  </a:lnTo>
                  <a:lnTo>
                    <a:pt x="2143787" y="118993"/>
                  </a:lnTo>
                  <a:lnTo>
                    <a:pt x="2140008" y="118821"/>
                  </a:lnTo>
                  <a:lnTo>
                    <a:pt x="2136228" y="118603"/>
                  </a:lnTo>
                  <a:lnTo>
                    <a:pt x="1979462" y="109567"/>
                  </a:lnTo>
                  <a:lnTo>
                    <a:pt x="1975682" y="109349"/>
                  </a:lnTo>
                  <a:lnTo>
                    <a:pt x="1971903" y="109521"/>
                  </a:lnTo>
                  <a:lnTo>
                    <a:pt x="1815137" y="116644"/>
                  </a:lnTo>
                  <a:lnTo>
                    <a:pt x="1811357" y="116816"/>
                  </a:lnTo>
                  <a:lnTo>
                    <a:pt x="1807578" y="118219"/>
                  </a:lnTo>
                  <a:lnTo>
                    <a:pt x="1650811" y="176411"/>
                  </a:lnTo>
                  <a:lnTo>
                    <a:pt x="1647032" y="177814"/>
                  </a:lnTo>
                  <a:lnTo>
                    <a:pt x="1643252" y="180569"/>
                  </a:lnTo>
                  <a:lnTo>
                    <a:pt x="1486486" y="294857"/>
                  </a:lnTo>
                  <a:lnTo>
                    <a:pt x="1482707" y="297612"/>
                  </a:lnTo>
                  <a:lnTo>
                    <a:pt x="1478927" y="299956"/>
                  </a:lnTo>
                  <a:lnTo>
                    <a:pt x="1322161" y="397200"/>
                  </a:lnTo>
                  <a:lnTo>
                    <a:pt x="1318381" y="399545"/>
                  </a:lnTo>
                  <a:lnTo>
                    <a:pt x="1314602" y="401999"/>
                  </a:lnTo>
                  <a:lnTo>
                    <a:pt x="1157835" y="503803"/>
                  </a:lnTo>
                  <a:lnTo>
                    <a:pt x="1154056" y="506257"/>
                  </a:lnTo>
                  <a:lnTo>
                    <a:pt x="1150276" y="508929"/>
                  </a:lnTo>
                  <a:lnTo>
                    <a:pt x="993510" y="619730"/>
                  </a:lnTo>
                  <a:lnTo>
                    <a:pt x="989731" y="622401"/>
                  </a:lnTo>
                  <a:lnTo>
                    <a:pt x="985951" y="624423"/>
                  </a:lnTo>
                  <a:lnTo>
                    <a:pt x="829185" y="708272"/>
                  </a:lnTo>
                  <a:lnTo>
                    <a:pt x="825405" y="710294"/>
                  </a:lnTo>
                  <a:lnTo>
                    <a:pt x="821626" y="710497"/>
                  </a:lnTo>
                  <a:lnTo>
                    <a:pt x="664860" y="718916"/>
                  </a:lnTo>
                  <a:lnTo>
                    <a:pt x="661080" y="719119"/>
                  </a:lnTo>
                  <a:lnTo>
                    <a:pt x="657301" y="718785"/>
                  </a:lnTo>
                  <a:lnTo>
                    <a:pt x="500534" y="704934"/>
                  </a:lnTo>
                  <a:lnTo>
                    <a:pt x="496755" y="704600"/>
                  </a:lnTo>
                  <a:lnTo>
                    <a:pt x="492975" y="704523"/>
                  </a:lnTo>
                  <a:lnTo>
                    <a:pt x="336209" y="701348"/>
                  </a:lnTo>
                  <a:lnTo>
                    <a:pt x="332430" y="701271"/>
                  </a:lnTo>
                  <a:lnTo>
                    <a:pt x="328650" y="700572"/>
                  </a:lnTo>
                  <a:lnTo>
                    <a:pt x="171884" y="671555"/>
                  </a:lnTo>
                  <a:lnTo>
                    <a:pt x="168104" y="670855"/>
                  </a:lnTo>
                  <a:lnTo>
                    <a:pt x="164325" y="669456"/>
                  </a:lnTo>
                  <a:lnTo>
                    <a:pt x="7558" y="611397"/>
                  </a:lnTo>
                  <a:lnTo>
                    <a:pt x="3779" y="609998"/>
                  </a:lnTo>
                  <a:lnTo>
                    <a:pt x="0" y="1038050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320679" y="2547186"/>
              <a:ext cx="3779481" cy="719104"/>
            </a:xfrm>
            <a:custGeom>
              <a:avLst/>
              <a:pathLst>
                <a:path w="3779481" h="719104">
                  <a:moveTo>
                    <a:pt x="0" y="609972"/>
                  </a:moveTo>
                  <a:lnTo>
                    <a:pt x="3779" y="611372"/>
                  </a:lnTo>
                  <a:lnTo>
                    <a:pt x="160545" y="669436"/>
                  </a:lnTo>
                  <a:lnTo>
                    <a:pt x="164325" y="670836"/>
                  </a:lnTo>
                  <a:lnTo>
                    <a:pt x="168104" y="671535"/>
                  </a:lnTo>
                  <a:lnTo>
                    <a:pt x="324871" y="700556"/>
                  </a:lnTo>
                  <a:lnTo>
                    <a:pt x="328650" y="701256"/>
                  </a:lnTo>
                  <a:lnTo>
                    <a:pt x="332430" y="701332"/>
                  </a:lnTo>
                  <a:lnTo>
                    <a:pt x="489196" y="704505"/>
                  </a:lnTo>
                  <a:lnTo>
                    <a:pt x="492975" y="704582"/>
                  </a:lnTo>
                  <a:lnTo>
                    <a:pt x="496755" y="704916"/>
                  </a:lnTo>
                  <a:lnTo>
                    <a:pt x="653521" y="718770"/>
                  </a:lnTo>
                  <a:lnTo>
                    <a:pt x="657301" y="719104"/>
                  </a:lnTo>
                  <a:lnTo>
                    <a:pt x="661080" y="718901"/>
                  </a:lnTo>
                  <a:lnTo>
                    <a:pt x="817846" y="710479"/>
                  </a:lnTo>
                  <a:lnTo>
                    <a:pt x="821626" y="710276"/>
                  </a:lnTo>
                  <a:lnTo>
                    <a:pt x="825405" y="708254"/>
                  </a:lnTo>
                  <a:lnTo>
                    <a:pt x="982172" y="624394"/>
                  </a:lnTo>
                  <a:lnTo>
                    <a:pt x="985951" y="622372"/>
                  </a:lnTo>
                  <a:lnTo>
                    <a:pt x="989731" y="619700"/>
                  </a:lnTo>
                  <a:lnTo>
                    <a:pt x="1146497" y="508883"/>
                  </a:lnTo>
                  <a:lnTo>
                    <a:pt x="1150276" y="506211"/>
                  </a:lnTo>
                  <a:lnTo>
                    <a:pt x="1154056" y="503756"/>
                  </a:lnTo>
                  <a:lnTo>
                    <a:pt x="1310822" y="401945"/>
                  </a:lnTo>
                  <a:lnTo>
                    <a:pt x="1314602" y="399490"/>
                  </a:lnTo>
                  <a:lnTo>
                    <a:pt x="1318381" y="397145"/>
                  </a:lnTo>
                  <a:lnTo>
                    <a:pt x="1475148" y="299897"/>
                  </a:lnTo>
                  <a:lnTo>
                    <a:pt x="1478927" y="297553"/>
                  </a:lnTo>
                  <a:lnTo>
                    <a:pt x="1482707" y="294797"/>
                  </a:lnTo>
                  <a:lnTo>
                    <a:pt x="1639473" y="180497"/>
                  </a:lnTo>
                  <a:lnTo>
                    <a:pt x="1643252" y="177742"/>
                  </a:lnTo>
                  <a:lnTo>
                    <a:pt x="1647032" y="176339"/>
                  </a:lnTo>
                  <a:lnTo>
                    <a:pt x="1803798" y="118141"/>
                  </a:lnTo>
                  <a:lnTo>
                    <a:pt x="1807578" y="116738"/>
                  </a:lnTo>
                  <a:lnTo>
                    <a:pt x="1811357" y="116566"/>
                  </a:lnTo>
                  <a:lnTo>
                    <a:pt x="1968123" y="109456"/>
                  </a:lnTo>
                  <a:lnTo>
                    <a:pt x="1971903" y="109285"/>
                  </a:lnTo>
                  <a:lnTo>
                    <a:pt x="1975682" y="109503"/>
                  </a:lnTo>
                  <a:lnTo>
                    <a:pt x="2132449" y="118556"/>
                  </a:lnTo>
                  <a:lnTo>
                    <a:pt x="2136228" y="118775"/>
                  </a:lnTo>
                  <a:lnTo>
                    <a:pt x="2140008" y="118947"/>
                  </a:lnTo>
                  <a:lnTo>
                    <a:pt x="2296774" y="126083"/>
                  </a:lnTo>
                  <a:lnTo>
                    <a:pt x="2300553" y="126255"/>
                  </a:lnTo>
                  <a:lnTo>
                    <a:pt x="2304333" y="126055"/>
                  </a:lnTo>
                  <a:lnTo>
                    <a:pt x="2461099" y="117741"/>
                  </a:lnTo>
                  <a:lnTo>
                    <a:pt x="2464879" y="117540"/>
                  </a:lnTo>
                  <a:lnTo>
                    <a:pt x="2468658" y="117499"/>
                  </a:lnTo>
                  <a:lnTo>
                    <a:pt x="2625425" y="115784"/>
                  </a:lnTo>
                  <a:lnTo>
                    <a:pt x="2629204" y="115742"/>
                  </a:lnTo>
                  <a:lnTo>
                    <a:pt x="2632984" y="114716"/>
                  </a:lnTo>
                  <a:lnTo>
                    <a:pt x="2789750" y="72135"/>
                  </a:lnTo>
                  <a:lnTo>
                    <a:pt x="2793529" y="71108"/>
                  </a:lnTo>
                  <a:lnTo>
                    <a:pt x="2797309" y="69473"/>
                  </a:lnTo>
                  <a:lnTo>
                    <a:pt x="2954075" y="1635"/>
                  </a:lnTo>
                  <a:lnTo>
                    <a:pt x="2957855" y="0"/>
                  </a:lnTo>
                  <a:lnTo>
                    <a:pt x="2961634" y="813"/>
                  </a:lnTo>
                  <a:lnTo>
                    <a:pt x="3118400" y="34537"/>
                  </a:lnTo>
                  <a:lnTo>
                    <a:pt x="3122180" y="35350"/>
                  </a:lnTo>
                  <a:lnTo>
                    <a:pt x="3125959" y="37630"/>
                  </a:lnTo>
                  <a:lnTo>
                    <a:pt x="3282726" y="132227"/>
                  </a:lnTo>
                  <a:lnTo>
                    <a:pt x="3286505" y="134508"/>
                  </a:lnTo>
                  <a:lnTo>
                    <a:pt x="3290285" y="138163"/>
                  </a:lnTo>
                  <a:lnTo>
                    <a:pt x="3447051" y="289791"/>
                  </a:lnTo>
                  <a:lnTo>
                    <a:pt x="3450830" y="293446"/>
                  </a:lnTo>
                  <a:lnTo>
                    <a:pt x="3454610" y="295985"/>
                  </a:lnTo>
                  <a:lnTo>
                    <a:pt x="3611376" y="401275"/>
                  </a:lnTo>
                  <a:lnTo>
                    <a:pt x="3615156" y="403813"/>
                  </a:lnTo>
                  <a:lnTo>
                    <a:pt x="3618935" y="406355"/>
                  </a:lnTo>
                  <a:lnTo>
                    <a:pt x="3775702" y="511764"/>
                  </a:lnTo>
                  <a:lnTo>
                    <a:pt x="3779481" y="514306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2316899" y="2547271"/>
              <a:ext cx="3787040" cy="1037965"/>
            </a:xfrm>
            <a:custGeom>
              <a:avLst/>
              <a:pathLst>
                <a:path w="3787040" h="1037965">
                  <a:moveTo>
                    <a:pt x="3779" y="609913"/>
                  </a:moveTo>
                  <a:lnTo>
                    <a:pt x="7558" y="611312"/>
                  </a:lnTo>
                  <a:lnTo>
                    <a:pt x="164325" y="669371"/>
                  </a:lnTo>
                  <a:lnTo>
                    <a:pt x="168104" y="670770"/>
                  </a:lnTo>
                  <a:lnTo>
                    <a:pt x="171884" y="671470"/>
                  </a:lnTo>
                  <a:lnTo>
                    <a:pt x="328650" y="700487"/>
                  </a:lnTo>
                  <a:lnTo>
                    <a:pt x="332430" y="701186"/>
                  </a:lnTo>
                  <a:lnTo>
                    <a:pt x="336209" y="701263"/>
                  </a:lnTo>
                  <a:lnTo>
                    <a:pt x="492975" y="704438"/>
                  </a:lnTo>
                  <a:lnTo>
                    <a:pt x="496755" y="704515"/>
                  </a:lnTo>
                  <a:lnTo>
                    <a:pt x="500534" y="704849"/>
                  </a:lnTo>
                  <a:lnTo>
                    <a:pt x="657301" y="718700"/>
                  </a:lnTo>
                  <a:lnTo>
                    <a:pt x="661080" y="719034"/>
                  </a:lnTo>
                  <a:lnTo>
                    <a:pt x="664860" y="718831"/>
                  </a:lnTo>
                  <a:lnTo>
                    <a:pt x="821626" y="710412"/>
                  </a:lnTo>
                  <a:lnTo>
                    <a:pt x="825405" y="710209"/>
                  </a:lnTo>
                  <a:lnTo>
                    <a:pt x="829185" y="708187"/>
                  </a:lnTo>
                  <a:lnTo>
                    <a:pt x="985951" y="624338"/>
                  </a:lnTo>
                  <a:lnTo>
                    <a:pt x="989731" y="622316"/>
                  </a:lnTo>
                  <a:lnTo>
                    <a:pt x="993510" y="619645"/>
                  </a:lnTo>
                  <a:lnTo>
                    <a:pt x="1150276" y="508844"/>
                  </a:lnTo>
                  <a:lnTo>
                    <a:pt x="1154056" y="506172"/>
                  </a:lnTo>
                  <a:lnTo>
                    <a:pt x="1157835" y="503718"/>
                  </a:lnTo>
                  <a:lnTo>
                    <a:pt x="1314602" y="401914"/>
                  </a:lnTo>
                  <a:lnTo>
                    <a:pt x="1318381" y="399459"/>
                  </a:lnTo>
                  <a:lnTo>
                    <a:pt x="1322161" y="397115"/>
                  </a:lnTo>
                  <a:lnTo>
                    <a:pt x="1478927" y="299871"/>
                  </a:lnTo>
                  <a:lnTo>
                    <a:pt x="1482707" y="297527"/>
                  </a:lnTo>
                  <a:lnTo>
                    <a:pt x="1486486" y="294771"/>
                  </a:lnTo>
                  <a:lnTo>
                    <a:pt x="1643252" y="180484"/>
                  </a:lnTo>
                  <a:lnTo>
                    <a:pt x="1647032" y="177729"/>
                  </a:lnTo>
                  <a:lnTo>
                    <a:pt x="1650811" y="176326"/>
                  </a:lnTo>
                  <a:lnTo>
                    <a:pt x="1807578" y="118134"/>
                  </a:lnTo>
                  <a:lnTo>
                    <a:pt x="1811357" y="116731"/>
                  </a:lnTo>
                  <a:lnTo>
                    <a:pt x="1815137" y="116559"/>
                  </a:lnTo>
                  <a:lnTo>
                    <a:pt x="1971903" y="109436"/>
                  </a:lnTo>
                  <a:lnTo>
                    <a:pt x="1975682" y="109264"/>
                  </a:lnTo>
                  <a:lnTo>
                    <a:pt x="1979462" y="109482"/>
                  </a:lnTo>
                  <a:lnTo>
                    <a:pt x="2136228" y="118518"/>
                  </a:lnTo>
                  <a:lnTo>
                    <a:pt x="2140008" y="118736"/>
                  </a:lnTo>
                  <a:lnTo>
                    <a:pt x="2143787" y="118908"/>
                  </a:lnTo>
                  <a:lnTo>
                    <a:pt x="2300553" y="126036"/>
                  </a:lnTo>
                  <a:lnTo>
                    <a:pt x="2304333" y="126208"/>
                  </a:lnTo>
                  <a:lnTo>
                    <a:pt x="2308112" y="126007"/>
                  </a:lnTo>
                  <a:lnTo>
                    <a:pt x="2464879" y="117694"/>
                  </a:lnTo>
                  <a:lnTo>
                    <a:pt x="2468658" y="117494"/>
                  </a:lnTo>
                  <a:lnTo>
                    <a:pt x="2472438" y="117452"/>
                  </a:lnTo>
                  <a:lnTo>
                    <a:pt x="2629204" y="115741"/>
                  </a:lnTo>
                  <a:lnTo>
                    <a:pt x="2632984" y="115700"/>
                  </a:lnTo>
                  <a:lnTo>
                    <a:pt x="2636763" y="114673"/>
                  </a:lnTo>
                  <a:lnTo>
                    <a:pt x="2793529" y="72109"/>
                  </a:lnTo>
                  <a:lnTo>
                    <a:pt x="2797309" y="71083"/>
                  </a:lnTo>
                  <a:lnTo>
                    <a:pt x="2801088" y="69448"/>
                  </a:lnTo>
                  <a:lnTo>
                    <a:pt x="2957855" y="1634"/>
                  </a:lnTo>
                  <a:lnTo>
                    <a:pt x="2961634" y="0"/>
                  </a:lnTo>
                  <a:lnTo>
                    <a:pt x="2965414" y="812"/>
                  </a:lnTo>
                  <a:lnTo>
                    <a:pt x="3122180" y="34529"/>
                  </a:lnTo>
                  <a:lnTo>
                    <a:pt x="3125959" y="35342"/>
                  </a:lnTo>
                  <a:lnTo>
                    <a:pt x="3129739" y="37622"/>
                  </a:lnTo>
                  <a:lnTo>
                    <a:pt x="3286505" y="132206"/>
                  </a:lnTo>
                  <a:lnTo>
                    <a:pt x="3290285" y="134487"/>
                  </a:lnTo>
                  <a:lnTo>
                    <a:pt x="3294064" y="138142"/>
                  </a:lnTo>
                  <a:lnTo>
                    <a:pt x="3450830" y="289748"/>
                  </a:lnTo>
                  <a:lnTo>
                    <a:pt x="3454610" y="293403"/>
                  </a:lnTo>
                  <a:lnTo>
                    <a:pt x="3458389" y="295942"/>
                  </a:lnTo>
                  <a:lnTo>
                    <a:pt x="3615156" y="401231"/>
                  </a:lnTo>
                  <a:lnTo>
                    <a:pt x="3618935" y="403769"/>
                  </a:lnTo>
                  <a:lnTo>
                    <a:pt x="3622715" y="406310"/>
                  </a:lnTo>
                  <a:lnTo>
                    <a:pt x="3779481" y="511712"/>
                  </a:lnTo>
                  <a:lnTo>
                    <a:pt x="3783261" y="514253"/>
                  </a:lnTo>
                  <a:lnTo>
                    <a:pt x="3787040" y="1037965"/>
                  </a:lnTo>
                  <a:lnTo>
                    <a:pt x="3783261" y="1037965"/>
                  </a:lnTo>
                  <a:lnTo>
                    <a:pt x="3779481" y="1037965"/>
                  </a:lnTo>
                  <a:lnTo>
                    <a:pt x="3622715" y="1037965"/>
                  </a:lnTo>
                  <a:lnTo>
                    <a:pt x="3618935" y="1037965"/>
                  </a:lnTo>
                  <a:lnTo>
                    <a:pt x="3615156" y="1037965"/>
                  </a:lnTo>
                  <a:lnTo>
                    <a:pt x="3458389" y="1037965"/>
                  </a:lnTo>
                  <a:lnTo>
                    <a:pt x="3454610" y="1037965"/>
                  </a:lnTo>
                  <a:lnTo>
                    <a:pt x="3450830" y="1037965"/>
                  </a:lnTo>
                  <a:lnTo>
                    <a:pt x="3294064" y="1037965"/>
                  </a:lnTo>
                  <a:lnTo>
                    <a:pt x="3290285" y="1037965"/>
                  </a:lnTo>
                  <a:lnTo>
                    <a:pt x="3286505" y="1037965"/>
                  </a:lnTo>
                  <a:lnTo>
                    <a:pt x="3129739" y="1037965"/>
                  </a:lnTo>
                  <a:lnTo>
                    <a:pt x="3125959" y="1037965"/>
                  </a:lnTo>
                  <a:lnTo>
                    <a:pt x="3122180" y="1037965"/>
                  </a:lnTo>
                  <a:lnTo>
                    <a:pt x="2965414" y="1037965"/>
                  </a:lnTo>
                  <a:lnTo>
                    <a:pt x="2961634" y="1037965"/>
                  </a:lnTo>
                  <a:lnTo>
                    <a:pt x="2957855" y="1037965"/>
                  </a:lnTo>
                  <a:lnTo>
                    <a:pt x="2801088" y="1037965"/>
                  </a:lnTo>
                  <a:lnTo>
                    <a:pt x="2797309" y="1037965"/>
                  </a:lnTo>
                  <a:lnTo>
                    <a:pt x="2793529" y="1037965"/>
                  </a:lnTo>
                  <a:lnTo>
                    <a:pt x="2636763" y="1037965"/>
                  </a:lnTo>
                  <a:lnTo>
                    <a:pt x="2632984" y="1037965"/>
                  </a:lnTo>
                  <a:lnTo>
                    <a:pt x="2629204" y="1037965"/>
                  </a:lnTo>
                  <a:lnTo>
                    <a:pt x="2472438" y="1037965"/>
                  </a:lnTo>
                  <a:lnTo>
                    <a:pt x="2468658" y="1037965"/>
                  </a:lnTo>
                  <a:lnTo>
                    <a:pt x="2464879" y="1037965"/>
                  </a:lnTo>
                  <a:lnTo>
                    <a:pt x="2308112" y="1037965"/>
                  </a:lnTo>
                  <a:lnTo>
                    <a:pt x="2304333" y="1037965"/>
                  </a:lnTo>
                  <a:lnTo>
                    <a:pt x="2300553" y="1037965"/>
                  </a:lnTo>
                  <a:lnTo>
                    <a:pt x="2143787" y="1037965"/>
                  </a:lnTo>
                  <a:lnTo>
                    <a:pt x="2140008" y="1037965"/>
                  </a:lnTo>
                  <a:lnTo>
                    <a:pt x="2136228" y="1037965"/>
                  </a:lnTo>
                  <a:lnTo>
                    <a:pt x="1979462" y="1037965"/>
                  </a:lnTo>
                  <a:lnTo>
                    <a:pt x="1975682" y="1037965"/>
                  </a:lnTo>
                  <a:lnTo>
                    <a:pt x="1971903" y="1037965"/>
                  </a:lnTo>
                  <a:lnTo>
                    <a:pt x="1815137" y="1037965"/>
                  </a:lnTo>
                  <a:lnTo>
                    <a:pt x="1811357" y="1037965"/>
                  </a:lnTo>
                  <a:lnTo>
                    <a:pt x="1807578" y="1037965"/>
                  </a:lnTo>
                  <a:lnTo>
                    <a:pt x="1650811" y="1037965"/>
                  </a:lnTo>
                  <a:lnTo>
                    <a:pt x="1647032" y="1037965"/>
                  </a:lnTo>
                  <a:lnTo>
                    <a:pt x="1643252" y="1037965"/>
                  </a:lnTo>
                  <a:lnTo>
                    <a:pt x="1486486" y="1037965"/>
                  </a:lnTo>
                  <a:lnTo>
                    <a:pt x="1482707" y="1037965"/>
                  </a:lnTo>
                  <a:lnTo>
                    <a:pt x="1478927" y="1037965"/>
                  </a:lnTo>
                  <a:lnTo>
                    <a:pt x="1322161" y="1037965"/>
                  </a:lnTo>
                  <a:lnTo>
                    <a:pt x="1318381" y="1037965"/>
                  </a:lnTo>
                  <a:lnTo>
                    <a:pt x="1314602" y="1037965"/>
                  </a:lnTo>
                  <a:lnTo>
                    <a:pt x="1157835" y="1037965"/>
                  </a:lnTo>
                  <a:lnTo>
                    <a:pt x="1154056" y="1037965"/>
                  </a:lnTo>
                  <a:lnTo>
                    <a:pt x="1150276" y="1037965"/>
                  </a:lnTo>
                  <a:lnTo>
                    <a:pt x="993510" y="1037965"/>
                  </a:lnTo>
                  <a:lnTo>
                    <a:pt x="989731" y="1037965"/>
                  </a:lnTo>
                  <a:lnTo>
                    <a:pt x="985951" y="1037965"/>
                  </a:lnTo>
                  <a:lnTo>
                    <a:pt x="829185" y="1037965"/>
                  </a:lnTo>
                  <a:lnTo>
                    <a:pt x="825405" y="1037965"/>
                  </a:lnTo>
                  <a:lnTo>
                    <a:pt x="821626" y="1037965"/>
                  </a:lnTo>
                  <a:lnTo>
                    <a:pt x="664860" y="1037965"/>
                  </a:lnTo>
                  <a:lnTo>
                    <a:pt x="661080" y="1037965"/>
                  </a:lnTo>
                  <a:lnTo>
                    <a:pt x="657301" y="1037965"/>
                  </a:lnTo>
                  <a:lnTo>
                    <a:pt x="500534" y="1037965"/>
                  </a:lnTo>
                  <a:lnTo>
                    <a:pt x="496755" y="1037965"/>
                  </a:lnTo>
                  <a:lnTo>
                    <a:pt x="492975" y="1037965"/>
                  </a:lnTo>
                  <a:lnTo>
                    <a:pt x="336209" y="1037965"/>
                  </a:lnTo>
                  <a:lnTo>
                    <a:pt x="332430" y="1037965"/>
                  </a:lnTo>
                  <a:lnTo>
                    <a:pt x="328650" y="1037965"/>
                  </a:lnTo>
                  <a:lnTo>
                    <a:pt x="171884" y="1037965"/>
                  </a:lnTo>
                  <a:lnTo>
                    <a:pt x="168104" y="1037965"/>
                  </a:lnTo>
                  <a:lnTo>
                    <a:pt x="164325" y="1037965"/>
                  </a:lnTo>
                  <a:lnTo>
                    <a:pt x="7558" y="1037965"/>
                  </a:lnTo>
                  <a:lnTo>
                    <a:pt x="3779" y="1037965"/>
                  </a:lnTo>
                  <a:lnTo>
                    <a:pt x="0" y="1037965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320679" y="2547271"/>
              <a:ext cx="3779481" cy="719034"/>
            </a:xfrm>
            <a:custGeom>
              <a:avLst/>
              <a:pathLst>
                <a:path w="3779481" h="719034">
                  <a:moveTo>
                    <a:pt x="0" y="609913"/>
                  </a:moveTo>
                  <a:lnTo>
                    <a:pt x="3779" y="611312"/>
                  </a:lnTo>
                  <a:lnTo>
                    <a:pt x="160545" y="669371"/>
                  </a:lnTo>
                  <a:lnTo>
                    <a:pt x="164325" y="670770"/>
                  </a:lnTo>
                  <a:lnTo>
                    <a:pt x="168104" y="671470"/>
                  </a:lnTo>
                  <a:lnTo>
                    <a:pt x="324871" y="700487"/>
                  </a:lnTo>
                  <a:lnTo>
                    <a:pt x="328650" y="701186"/>
                  </a:lnTo>
                  <a:lnTo>
                    <a:pt x="332430" y="701263"/>
                  </a:lnTo>
                  <a:lnTo>
                    <a:pt x="489196" y="704438"/>
                  </a:lnTo>
                  <a:lnTo>
                    <a:pt x="492975" y="704515"/>
                  </a:lnTo>
                  <a:lnTo>
                    <a:pt x="496755" y="704849"/>
                  </a:lnTo>
                  <a:lnTo>
                    <a:pt x="653521" y="718700"/>
                  </a:lnTo>
                  <a:lnTo>
                    <a:pt x="657301" y="719034"/>
                  </a:lnTo>
                  <a:lnTo>
                    <a:pt x="661080" y="718831"/>
                  </a:lnTo>
                  <a:lnTo>
                    <a:pt x="817846" y="710412"/>
                  </a:lnTo>
                  <a:lnTo>
                    <a:pt x="821626" y="710209"/>
                  </a:lnTo>
                  <a:lnTo>
                    <a:pt x="825405" y="708187"/>
                  </a:lnTo>
                  <a:lnTo>
                    <a:pt x="982172" y="624338"/>
                  </a:lnTo>
                  <a:lnTo>
                    <a:pt x="985951" y="622316"/>
                  </a:lnTo>
                  <a:lnTo>
                    <a:pt x="989731" y="619645"/>
                  </a:lnTo>
                  <a:lnTo>
                    <a:pt x="1146497" y="508844"/>
                  </a:lnTo>
                  <a:lnTo>
                    <a:pt x="1150276" y="506172"/>
                  </a:lnTo>
                  <a:lnTo>
                    <a:pt x="1154056" y="503718"/>
                  </a:lnTo>
                  <a:lnTo>
                    <a:pt x="1310822" y="401914"/>
                  </a:lnTo>
                  <a:lnTo>
                    <a:pt x="1314602" y="399459"/>
                  </a:lnTo>
                  <a:lnTo>
                    <a:pt x="1318381" y="397115"/>
                  </a:lnTo>
                  <a:lnTo>
                    <a:pt x="1475148" y="299871"/>
                  </a:lnTo>
                  <a:lnTo>
                    <a:pt x="1478927" y="297527"/>
                  </a:lnTo>
                  <a:lnTo>
                    <a:pt x="1482707" y="294771"/>
                  </a:lnTo>
                  <a:lnTo>
                    <a:pt x="1639473" y="180484"/>
                  </a:lnTo>
                  <a:lnTo>
                    <a:pt x="1643252" y="177729"/>
                  </a:lnTo>
                  <a:lnTo>
                    <a:pt x="1647032" y="176326"/>
                  </a:lnTo>
                  <a:lnTo>
                    <a:pt x="1803798" y="118134"/>
                  </a:lnTo>
                  <a:lnTo>
                    <a:pt x="1807578" y="116731"/>
                  </a:lnTo>
                  <a:lnTo>
                    <a:pt x="1811357" y="116559"/>
                  </a:lnTo>
                  <a:lnTo>
                    <a:pt x="1968123" y="109436"/>
                  </a:lnTo>
                  <a:lnTo>
                    <a:pt x="1971903" y="109264"/>
                  </a:lnTo>
                  <a:lnTo>
                    <a:pt x="1975682" y="109482"/>
                  </a:lnTo>
                  <a:lnTo>
                    <a:pt x="2132449" y="118518"/>
                  </a:lnTo>
                  <a:lnTo>
                    <a:pt x="2136228" y="118736"/>
                  </a:lnTo>
                  <a:lnTo>
                    <a:pt x="2140008" y="118908"/>
                  </a:lnTo>
                  <a:lnTo>
                    <a:pt x="2296774" y="126036"/>
                  </a:lnTo>
                  <a:lnTo>
                    <a:pt x="2300553" y="126208"/>
                  </a:lnTo>
                  <a:lnTo>
                    <a:pt x="2304333" y="126007"/>
                  </a:lnTo>
                  <a:lnTo>
                    <a:pt x="2461099" y="117694"/>
                  </a:lnTo>
                  <a:lnTo>
                    <a:pt x="2464879" y="117494"/>
                  </a:lnTo>
                  <a:lnTo>
                    <a:pt x="2468658" y="117452"/>
                  </a:lnTo>
                  <a:lnTo>
                    <a:pt x="2625425" y="115741"/>
                  </a:lnTo>
                  <a:lnTo>
                    <a:pt x="2629204" y="115700"/>
                  </a:lnTo>
                  <a:lnTo>
                    <a:pt x="2632984" y="114673"/>
                  </a:lnTo>
                  <a:lnTo>
                    <a:pt x="2789750" y="72109"/>
                  </a:lnTo>
                  <a:lnTo>
                    <a:pt x="2793529" y="71083"/>
                  </a:lnTo>
                  <a:lnTo>
                    <a:pt x="2797309" y="69448"/>
                  </a:lnTo>
                  <a:lnTo>
                    <a:pt x="2954075" y="1634"/>
                  </a:lnTo>
                  <a:lnTo>
                    <a:pt x="2957855" y="0"/>
                  </a:lnTo>
                  <a:lnTo>
                    <a:pt x="2961634" y="812"/>
                  </a:lnTo>
                  <a:lnTo>
                    <a:pt x="3118400" y="34529"/>
                  </a:lnTo>
                  <a:lnTo>
                    <a:pt x="3122180" y="35342"/>
                  </a:lnTo>
                  <a:lnTo>
                    <a:pt x="3125959" y="37622"/>
                  </a:lnTo>
                  <a:lnTo>
                    <a:pt x="3282726" y="132206"/>
                  </a:lnTo>
                  <a:lnTo>
                    <a:pt x="3286505" y="134487"/>
                  </a:lnTo>
                  <a:lnTo>
                    <a:pt x="3290285" y="138142"/>
                  </a:lnTo>
                  <a:lnTo>
                    <a:pt x="3447051" y="289748"/>
                  </a:lnTo>
                  <a:lnTo>
                    <a:pt x="3450830" y="293403"/>
                  </a:lnTo>
                  <a:lnTo>
                    <a:pt x="3454610" y="295942"/>
                  </a:lnTo>
                  <a:lnTo>
                    <a:pt x="3611376" y="401231"/>
                  </a:lnTo>
                  <a:lnTo>
                    <a:pt x="3615156" y="403769"/>
                  </a:lnTo>
                  <a:lnTo>
                    <a:pt x="3618935" y="406310"/>
                  </a:lnTo>
                  <a:lnTo>
                    <a:pt x="3775702" y="511712"/>
                  </a:lnTo>
                  <a:lnTo>
                    <a:pt x="3779481" y="514253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2316899" y="4164849"/>
              <a:ext cx="3843846" cy="12898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316899" y="5454714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316899" y="5138792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316899" y="4822871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316899" y="4506950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316899" y="4191029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2316899" y="4557208"/>
              <a:ext cx="3787040" cy="897505"/>
            </a:xfrm>
            <a:custGeom>
              <a:avLst/>
              <a:pathLst>
                <a:path w="3787040" h="897505">
                  <a:moveTo>
                    <a:pt x="3779" y="490433"/>
                  </a:moveTo>
                  <a:lnTo>
                    <a:pt x="7558" y="490598"/>
                  </a:lnTo>
                  <a:lnTo>
                    <a:pt x="164325" y="497473"/>
                  </a:lnTo>
                  <a:lnTo>
                    <a:pt x="168104" y="497639"/>
                  </a:lnTo>
                  <a:lnTo>
                    <a:pt x="171884" y="499797"/>
                  </a:lnTo>
                  <a:lnTo>
                    <a:pt x="328650" y="589311"/>
                  </a:lnTo>
                  <a:lnTo>
                    <a:pt x="332430" y="591469"/>
                  </a:lnTo>
                  <a:lnTo>
                    <a:pt x="336209" y="592558"/>
                  </a:lnTo>
                  <a:lnTo>
                    <a:pt x="492975" y="637742"/>
                  </a:lnTo>
                  <a:lnTo>
                    <a:pt x="496755" y="638832"/>
                  </a:lnTo>
                  <a:lnTo>
                    <a:pt x="500534" y="639261"/>
                  </a:lnTo>
                  <a:lnTo>
                    <a:pt x="657301" y="657074"/>
                  </a:lnTo>
                  <a:lnTo>
                    <a:pt x="661080" y="657504"/>
                  </a:lnTo>
                  <a:lnTo>
                    <a:pt x="664860" y="656841"/>
                  </a:lnTo>
                  <a:lnTo>
                    <a:pt x="821626" y="629349"/>
                  </a:lnTo>
                  <a:lnTo>
                    <a:pt x="825405" y="628686"/>
                  </a:lnTo>
                  <a:lnTo>
                    <a:pt x="829185" y="626115"/>
                  </a:lnTo>
                  <a:lnTo>
                    <a:pt x="985951" y="519450"/>
                  </a:lnTo>
                  <a:lnTo>
                    <a:pt x="989731" y="516879"/>
                  </a:lnTo>
                  <a:lnTo>
                    <a:pt x="993510" y="513521"/>
                  </a:lnTo>
                  <a:lnTo>
                    <a:pt x="1150276" y="374241"/>
                  </a:lnTo>
                  <a:lnTo>
                    <a:pt x="1154056" y="370883"/>
                  </a:lnTo>
                  <a:lnTo>
                    <a:pt x="1157835" y="370242"/>
                  </a:lnTo>
                  <a:lnTo>
                    <a:pt x="1314602" y="343640"/>
                  </a:lnTo>
                  <a:lnTo>
                    <a:pt x="1318381" y="342998"/>
                  </a:lnTo>
                  <a:lnTo>
                    <a:pt x="1322161" y="343825"/>
                  </a:lnTo>
                  <a:lnTo>
                    <a:pt x="1478927" y="378102"/>
                  </a:lnTo>
                  <a:lnTo>
                    <a:pt x="1482707" y="378928"/>
                  </a:lnTo>
                  <a:lnTo>
                    <a:pt x="1486486" y="379568"/>
                  </a:lnTo>
                  <a:lnTo>
                    <a:pt x="1643252" y="406116"/>
                  </a:lnTo>
                  <a:lnTo>
                    <a:pt x="1647032" y="406756"/>
                  </a:lnTo>
                  <a:lnTo>
                    <a:pt x="1650811" y="406808"/>
                  </a:lnTo>
                  <a:lnTo>
                    <a:pt x="1807578" y="408991"/>
                  </a:lnTo>
                  <a:lnTo>
                    <a:pt x="1811357" y="409043"/>
                  </a:lnTo>
                  <a:lnTo>
                    <a:pt x="1815137" y="408972"/>
                  </a:lnTo>
                  <a:lnTo>
                    <a:pt x="1971903" y="406002"/>
                  </a:lnTo>
                  <a:lnTo>
                    <a:pt x="1975682" y="405931"/>
                  </a:lnTo>
                  <a:lnTo>
                    <a:pt x="1979462" y="406097"/>
                  </a:lnTo>
                  <a:lnTo>
                    <a:pt x="2136228" y="412984"/>
                  </a:lnTo>
                  <a:lnTo>
                    <a:pt x="2140008" y="413150"/>
                  </a:lnTo>
                  <a:lnTo>
                    <a:pt x="2143787" y="413946"/>
                  </a:lnTo>
                  <a:lnTo>
                    <a:pt x="2300553" y="446953"/>
                  </a:lnTo>
                  <a:lnTo>
                    <a:pt x="2304333" y="447748"/>
                  </a:lnTo>
                  <a:lnTo>
                    <a:pt x="2308112" y="447411"/>
                  </a:lnTo>
                  <a:lnTo>
                    <a:pt x="2464879" y="433433"/>
                  </a:lnTo>
                  <a:lnTo>
                    <a:pt x="2468658" y="433096"/>
                  </a:lnTo>
                  <a:lnTo>
                    <a:pt x="2472438" y="431646"/>
                  </a:lnTo>
                  <a:lnTo>
                    <a:pt x="2629204" y="371498"/>
                  </a:lnTo>
                  <a:lnTo>
                    <a:pt x="2632984" y="370048"/>
                  </a:lnTo>
                  <a:lnTo>
                    <a:pt x="2636763" y="365476"/>
                  </a:lnTo>
                  <a:lnTo>
                    <a:pt x="2793529" y="175806"/>
                  </a:lnTo>
                  <a:lnTo>
                    <a:pt x="2797309" y="171234"/>
                  </a:lnTo>
                  <a:lnTo>
                    <a:pt x="2801088" y="167295"/>
                  </a:lnTo>
                  <a:lnTo>
                    <a:pt x="2957855" y="3938"/>
                  </a:lnTo>
                  <a:lnTo>
                    <a:pt x="2961634" y="0"/>
                  </a:lnTo>
                  <a:lnTo>
                    <a:pt x="2965414" y="648"/>
                  </a:lnTo>
                  <a:lnTo>
                    <a:pt x="3122180" y="27546"/>
                  </a:lnTo>
                  <a:lnTo>
                    <a:pt x="3125959" y="28195"/>
                  </a:lnTo>
                  <a:lnTo>
                    <a:pt x="3129739" y="30139"/>
                  </a:lnTo>
                  <a:lnTo>
                    <a:pt x="3286505" y="110765"/>
                  </a:lnTo>
                  <a:lnTo>
                    <a:pt x="3290285" y="112709"/>
                  </a:lnTo>
                  <a:lnTo>
                    <a:pt x="3294064" y="115358"/>
                  </a:lnTo>
                  <a:lnTo>
                    <a:pt x="3450830" y="225221"/>
                  </a:lnTo>
                  <a:lnTo>
                    <a:pt x="3454610" y="227869"/>
                  </a:lnTo>
                  <a:lnTo>
                    <a:pt x="3458389" y="230789"/>
                  </a:lnTo>
                  <a:lnTo>
                    <a:pt x="3615156" y="351899"/>
                  </a:lnTo>
                  <a:lnTo>
                    <a:pt x="3618935" y="354819"/>
                  </a:lnTo>
                  <a:lnTo>
                    <a:pt x="3622715" y="357831"/>
                  </a:lnTo>
                  <a:lnTo>
                    <a:pt x="3779481" y="482772"/>
                  </a:lnTo>
                  <a:lnTo>
                    <a:pt x="3783261" y="485785"/>
                  </a:lnTo>
                  <a:lnTo>
                    <a:pt x="3787040" y="897505"/>
                  </a:lnTo>
                  <a:lnTo>
                    <a:pt x="3783261" y="494607"/>
                  </a:lnTo>
                  <a:lnTo>
                    <a:pt x="3779481" y="491624"/>
                  </a:lnTo>
                  <a:lnTo>
                    <a:pt x="3622715" y="367885"/>
                  </a:lnTo>
                  <a:lnTo>
                    <a:pt x="3618935" y="364902"/>
                  </a:lnTo>
                  <a:lnTo>
                    <a:pt x="3615156" y="362017"/>
                  </a:lnTo>
                  <a:lnTo>
                    <a:pt x="3458389" y="242331"/>
                  </a:lnTo>
                  <a:lnTo>
                    <a:pt x="3454610" y="239445"/>
                  </a:lnTo>
                  <a:lnTo>
                    <a:pt x="3450830" y="236832"/>
                  </a:lnTo>
                  <a:lnTo>
                    <a:pt x="3294064" y="128451"/>
                  </a:lnTo>
                  <a:lnTo>
                    <a:pt x="3290285" y="125838"/>
                  </a:lnTo>
                  <a:lnTo>
                    <a:pt x="3286505" y="123907"/>
                  </a:lnTo>
                  <a:lnTo>
                    <a:pt x="3129739" y="43804"/>
                  </a:lnTo>
                  <a:lnTo>
                    <a:pt x="3125959" y="41873"/>
                  </a:lnTo>
                  <a:lnTo>
                    <a:pt x="3122180" y="41206"/>
                  </a:lnTo>
                  <a:lnTo>
                    <a:pt x="2965414" y="13540"/>
                  </a:lnTo>
                  <a:lnTo>
                    <a:pt x="2961634" y="12873"/>
                  </a:lnTo>
                  <a:lnTo>
                    <a:pt x="2957855" y="16772"/>
                  </a:lnTo>
                  <a:lnTo>
                    <a:pt x="2801088" y="178528"/>
                  </a:lnTo>
                  <a:lnTo>
                    <a:pt x="2797309" y="182428"/>
                  </a:lnTo>
                  <a:lnTo>
                    <a:pt x="2793529" y="186968"/>
                  </a:lnTo>
                  <a:lnTo>
                    <a:pt x="2636763" y="375290"/>
                  </a:lnTo>
                  <a:lnTo>
                    <a:pt x="2632984" y="379830"/>
                  </a:lnTo>
                  <a:lnTo>
                    <a:pt x="2629204" y="381261"/>
                  </a:lnTo>
                  <a:lnTo>
                    <a:pt x="2472438" y="440596"/>
                  </a:lnTo>
                  <a:lnTo>
                    <a:pt x="2468658" y="442026"/>
                  </a:lnTo>
                  <a:lnTo>
                    <a:pt x="2464879" y="442361"/>
                  </a:lnTo>
                  <a:lnTo>
                    <a:pt x="2308112" y="456232"/>
                  </a:lnTo>
                  <a:lnTo>
                    <a:pt x="2304333" y="456566"/>
                  </a:lnTo>
                  <a:lnTo>
                    <a:pt x="2300553" y="455775"/>
                  </a:lnTo>
                  <a:lnTo>
                    <a:pt x="2143787" y="422941"/>
                  </a:lnTo>
                  <a:lnTo>
                    <a:pt x="2140008" y="422149"/>
                  </a:lnTo>
                  <a:lnTo>
                    <a:pt x="2136228" y="421993"/>
                  </a:lnTo>
                  <a:lnTo>
                    <a:pt x="1979462" y="415535"/>
                  </a:lnTo>
                  <a:lnTo>
                    <a:pt x="1975682" y="415379"/>
                  </a:lnTo>
                  <a:lnTo>
                    <a:pt x="1971903" y="415459"/>
                  </a:lnTo>
                  <a:lnTo>
                    <a:pt x="1815137" y="418756"/>
                  </a:lnTo>
                  <a:lnTo>
                    <a:pt x="1811357" y="418835"/>
                  </a:lnTo>
                  <a:lnTo>
                    <a:pt x="1807578" y="418783"/>
                  </a:lnTo>
                  <a:lnTo>
                    <a:pt x="1650811" y="416639"/>
                  </a:lnTo>
                  <a:lnTo>
                    <a:pt x="1647032" y="416587"/>
                  </a:lnTo>
                  <a:lnTo>
                    <a:pt x="1643252" y="415935"/>
                  </a:lnTo>
                  <a:lnTo>
                    <a:pt x="1486486" y="388886"/>
                  </a:lnTo>
                  <a:lnTo>
                    <a:pt x="1482707" y="388234"/>
                  </a:lnTo>
                  <a:lnTo>
                    <a:pt x="1478927" y="387377"/>
                  </a:lnTo>
                  <a:lnTo>
                    <a:pt x="1322161" y="351832"/>
                  </a:lnTo>
                  <a:lnTo>
                    <a:pt x="1318381" y="350975"/>
                  </a:lnTo>
                  <a:lnTo>
                    <a:pt x="1314602" y="351576"/>
                  </a:lnTo>
                  <a:lnTo>
                    <a:pt x="1157835" y="376498"/>
                  </a:lnTo>
                  <a:lnTo>
                    <a:pt x="1154056" y="377098"/>
                  </a:lnTo>
                  <a:lnTo>
                    <a:pt x="1150276" y="380415"/>
                  </a:lnTo>
                  <a:lnTo>
                    <a:pt x="993510" y="517996"/>
                  </a:lnTo>
                  <a:lnTo>
                    <a:pt x="989731" y="521313"/>
                  </a:lnTo>
                  <a:lnTo>
                    <a:pt x="985951" y="523856"/>
                  </a:lnTo>
                  <a:lnTo>
                    <a:pt x="829185" y="629333"/>
                  </a:lnTo>
                  <a:lnTo>
                    <a:pt x="825405" y="631876"/>
                  </a:lnTo>
                  <a:lnTo>
                    <a:pt x="821626" y="632530"/>
                  </a:lnTo>
                  <a:lnTo>
                    <a:pt x="664860" y="659652"/>
                  </a:lnTo>
                  <a:lnTo>
                    <a:pt x="661080" y="660306"/>
                  </a:lnTo>
                  <a:lnTo>
                    <a:pt x="657301" y="659889"/>
                  </a:lnTo>
                  <a:lnTo>
                    <a:pt x="500534" y="642581"/>
                  </a:lnTo>
                  <a:lnTo>
                    <a:pt x="496755" y="642164"/>
                  </a:lnTo>
                  <a:lnTo>
                    <a:pt x="492975" y="641103"/>
                  </a:lnTo>
                  <a:lnTo>
                    <a:pt x="336209" y="597104"/>
                  </a:lnTo>
                  <a:lnTo>
                    <a:pt x="332430" y="596044"/>
                  </a:lnTo>
                  <a:lnTo>
                    <a:pt x="328650" y="593921"/>
                  </a:lnTo>
                  <a:lnTo>
                    <a:pt x="171884" y="505896"/>
                  </a:lnTo>
                  <a:lnTo>
                    <a:pt x="168104" y="503773"/>
                  </a:lnTo>
                  <a:lnTo>
                    <a:pt x="164325" y="503642"/>
                  </a:lnTo>
                  <a:lnTo>
                    <a:pt x="7558" y="498204"/>
                  </a:lnTo>
                  <a:lnTo>
                    <a:pt x="3779" y="498073"/>
                  </a:lnTo>
                  <a:lnTo>
                    <a:pt x="0" y="897505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320679" y="4557208"/>
              <a:ext cx="3779481" cy="657504"/>
            </a:xfrm>
            <a:custGeom>
              <a:avLst/>
              <a:pathLst>
                <a:path w="3779481" h="657504">
                  <a:moveTo>
                    <a:pt x="0" y="490433"/>
                  </a:moveTo>
                  <a:lnTo>
                    <a:pt x="3779" y="490598"/>
                  </a:lnTo>
                  <a:lnTo>
                    <a:pt x="160545" y="497473"/>
                  </a:lnTo>
                  <a:lnTo>
                    <a:pt x="164325" y="497639"/>
                  </a:lnTo>
                  <a:lnTo>
                    <a:pt x="168104" y="499797"/>
                  </a:lnTo>
                  <a:lnTo>
                    <a:pt x="324871" y="589311"/>
                  </a:lnTo>
                  <a:lnTo>
                    <a:pt x="328650" y="591469"/>
                  </a:lnTo>
                  <a:lnTo>
                    <a:pt x="332430" y="592558"/>
                  </a:lnTo>
                  <a:lnTo>
                    <a:pt x="489196" y="637742"/>
                  </a:lnTo>
                  <a:lnTo>
                    <a:pt x="492975" y="638832"/>
                  </a:lnTo>
                  <a:lnTo>
                    <a:pt x="496755" y="639261"/>
                  </a:lnTo>
                  <a:lnTo>
                    <a:pt x="653521" y="657074"/>
                  </a:lnTo>
                  <a:lnTo>
                    <a:pt x="657301" y="657504"/>
                  </a:lnTo>
                  <a:lnTo>
                    <a:pt x="661080" y="656841"/>
                  </a:lnTo>
                  <a:lnTo>
                    <a:pt x="817846" y="629349"/>
                  </a:lnTo>
                  <a:lnTo>
                    <a:pt x="821626" y="628686"/>
                  </a:lnTo>
                  <a:lnTo>
                    <a:pt x="825405" y="626115"/>
                  </a:lnTo>
                  <a:lnTo>
                    <a:pt x="982172" y="519450"/>
                  </a:lnTo>
                  <a:lnTo>
                    <a:pt x="985951" y="516879"/>
                  </a:lnTo>
                  <a:lnTo>
                    <a:pt x="989731" y="513521"/>
                  </a:lnTo>
                  <a:lnTo>
                    <a:pt x="1146497" y="374241"/>
                  </a:lnTo>
                  <a:lnTo>
                    <a:pt x="1150276" y="370883"/>
                  </a:lnTo>
                  <a:lnTo>
                    <a:pt x="1154056" y="370242"/>
                  </a:lnTo>
                  <a:lnTo>
                    <a:pt x="1310822" y="343640"/>
                  </a:lnTo>
                  <a:lnTo>
                    <a:pt x="1314602" y="342998"/>
                  </a:lnTo>
                  <a:lnTo>
                    <a:pt x="1318381" y="343825"/>
                  </a:lnTo>
                  <a:lnTo>
                    <a:pt x="1475148" y="378102"/>
                  </a:lnTo>
                  <a:lnTo>
                    <a:pt x="1478927" y="378928"/>
                  </a:lnTo>
                  <a:lnTo>
                    <a:pt x="1482707" y="379568"/>
                  </a:lnTo>
                  <a:lnTo>
                    <a:pt x="1639473" y="406116"/>
                  </a:lnTo>
                  <a:lnTo>
                    <a:pt x="1643252" y="406756"/>
                  </a:lnTo>
                  <a:lnTo>
                    <a:pt x="1647032" y="406808"/>
                  </a:lnTo>
                  <a:lnTo>
                    <a:pt x="1803798" y="408991"/>
                  </a:lnTo>
                  <a:lnTo>
                    <a:pt x="1807578" y="409043"/>
                  </a:lnTo>
                  <a:lnTo>
                    <a:pt x="1811357" y="408972"/>
                  </a:lnTo>
                  <a:lnTo>
                    <a:pt x="1968123" y="406002"/>
                  </a:lnTo>
                  <a:lnTo>
                    <a:pt x="1971903" y="405931"/>
                  </a:lnTo>
                  <a:lnTo>
                    <a:pt x="1975682" y="406097"/>
                  </a:lnTo>
                  <a:lnTo>
                    <a:pt x="2132449" y="412984"/>
                  </a:lnTo>
                  <a:lnTo>
                    <a:pt x="2136228" y="413150"/>
                  </a:lnTo>
                  <a:lnTo>
                    <a:pt x="2140008" y="413946"/>
                  </a:lnTo>
                  <a:lnTo>
                    <a:pt x="2296774" y="446953"/>
                  </a:lnTo>
                  <a:lnTo>
                    <a:pt x="2300553" y="447748"/>
                  </a:lnTo>
                  <a:lnTo>
                    <a:pt x="2304333" y="447411"/>
                  </a:lnTo>
                  <a:lnTo>
                    <a:pt x="2461099" y="433433"/>
                  </a:lnTo>
                  <a:lnTo>
                    <a:pt x="2464879" y="433096"/>
                  </a:lnTo>
                  <a:lnTo>
                    <a:pt x="2468658" y="431646"/>
                  </a:lnTo>
                  <a:lnTo>
                    <a:pt x="2625425" y="371498"/>
                  </a:lnTo>
                  <a:lnTo>
                    <a:pt x="2629204" y="370048"/>
                  </a:lnTo>
                  <a:lnTo>
                    <a:pt x="2632984" y="365476"/>
                  </a:lnTo>
                  <a:lnTo>
                    <a:pt x="2789750" y="175806"/>
                  </a:lnTo>
                  <a:lnTo>
                    <a:pt x="2793529" y="171234"/>
                  </a:lnTo>
                  <a:lnTo>
                    <a:pt x="2797309" y="167295"/>
                  </a:lnTo>
                  <a:lnTo>
                    <a:pt x="2954075" y="3938"/>
                  </a:lnTo>
                  <a:lnTo>
                    <a:pt x="2957855" y="0"/>
                  </a:lnTo>
                  <a:lnTo>
                    <a:pt x="2961634" y="648"/>
                  </a:lnTo>
                  <a:lnTo>
                    <a:pt x="3118400" y="27546"/>
                  </a:lnTo>
                  <a:lnTo>
                    <a:pt x="3122180" y="28195"/>
                  </a:lnTo>
                  <a:lnTo>
                    <a:pt x="3125959" y="30139"/>
                  </a:lnTo>
                  <a:lnTo>
                    <a:pt x="3282726" y="110765"/>
                  </a:lnTo>
                  <a:lnTo>
                    <a:pt x="3286505" y="112709"/>
                  </a:lnTo>
                  <a:lnTo>
                    <a:pt x="3290285" y="115358"/>
                  </a:lnTo>
                  <a:lnTo>
                    <a:pt x="3447051" y="225221"/>
                  </a:lnTo>
                  <a:lnTo>
                    <a:pt x="3450830" y="227869"/>
                  </a:lnTo>
                  <a:lnTo>
                    <a:pt x="3454610" y="230789"/>
                  </a:lnTo>
                  <a:lnTo>
                    <a:pt x="3611376" y="351899"/>
                  </a:lnTo>
                  <a:lnTo>
                    <a:pt x="3615156" y="354819"/>
                  </a:lnTo>
                  <a:lnTo>
                    <a:pt x="3618935" y="357831"/>
                  </a:lnTo>
                  <a:lnTo>
                    <a:pt x="3775702" y="482772"/>
                  </a:lnTo>
                  <a:lnTo>
                    <a:pt x="3779481" y="485785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316899" y="4570082"/>
              <a:ext cx="3787040" cy="884632"/>
            </a:xfrm>
            <a:custGeom>
              <a:avLst/>
              <a:pathLst>
                <a:path w="3787040" h="884632">
                  <a:moveTo>
                    <a:pt x="3779" y="485200"/>
                  </a:moveTo>
                  <a:lnTo>
                    <a:pt x="7558" y="485331"/>
                  </a:lnTo>
                  <a:lnTo>
                    <a:pt x="164325" y="490769"/>
                  </a:lnTo>
                  <a:lnTo>
                    <a:pt x="168104" y="490900"/>
                  </a:lnTo>
                  <a:lnTo>
                    <a:pt x="171884" y="493022"/>
                  </a:lnTo>
                  <a:lnTo>
                    <a:pt x="328650" y="581048"/>
                  </a:lnTo>
                  <a:lnTo>
                    <a:pt x="332430" y="583170"/>
                  </a:lnTo>
                  <a:lnTo>
                    <a:pt x="336209" y="584231"/>
                  </a:lnTo>
                  <a:lnTo>
                    <a:pt x="492975" y="628230"/>
                  </a:lnTo>
                  <a:lnTo>
                    <a:pt x="496755" y="629290"/>
                  </a:lnTo>
                  <a:lnTo>
                    <a:pt x="500534" y="629708"/>
                  </a:lnTo>
                  <a:lnTo>
                    <a:pt x="657301" y="647016"/>
                  </a:lnTo>
                  <a:lnTo>
                    <a:pt x="661080" y="647433"/>
                  </a:lnTo>
                  <a:lnTo>
                    <a:pt x="664860" y="646779"/>
                  </a:lnTo>
                  <a:lnTo>
                    <a:pt x="821626" y="619657"/>
                  </a:lnTo>
                  <a:lnTo>
                    <a:pt x="825405" y="619003"/>
                  </a:lnTo>
                  <a:lnTo>
                    <a:pt x="829185" y="616460"/>
                  </a:lnTo>
                  <a:lnTo>
                    <a:pt x="985951" y="510983"/>
                  </a:lnTo>
                  <a:lnTo>
                    <a:pt x="989731" y="508440"/>
                  </a:lnTo>
                  <a:lnTo>
                    <a:pt x="993510" y="505123"/>
                  </a:lnTo>
                  <a:lnTo>
                    <a:pt x="1150276" y="367542"/>
                  </a:lnTo>
                  <a:lnTo>
                    <a:pt x="1154056" y="364225"/>
                  </a:lnTo>
                  <a:lnTo>
                    <a:pt x="1157835" y="363624"/>
                  </a:lnTo>
                  <a:lnTo>
                    <a:pt x="1314602" y="338703"/>
                  </a:lnTo>
                  <a:lnTo>
                    <a:pt x="1318381" y="338102"/>
                  </a:lnTo>
                  <a:lnTo>
                    <a:pt x="1322161" y="338959"/>
                  </a:lnTo>
                  <a:lnTo>
                    <a:pt x="1478927" y="374504"/>
                  </a:lnTo>
                  <a:lnTo>
                    <a:pt x="1482707" y="375361"/>
                  </a:lnTo>
                  <a:lnTo>
                    <a:pt x="1486486" y="376013"/>
                  </a:lnTo>
                  <a:lnTo>
                    <a:pt x="1643252" y="403062"/>
                  </a:lnTo>
                  <a:lnTo>
                    <a:pt x="1647032" y="403714"/>
                  </a:lnTo>
                  <a:lnTo>
                    <a:pt x="1650811" y="403766"/>
                  </a:lnTo>
                  <a:lnTo>
                    <a:pt x="1807578" y="405910"/>
                  </a:lnTo>
                  <a:lnTo>
                    <a:pt x="1811357" y="405962"/>
                  </a:lnTo>
                  <a:lnTo>
                    <a:pt x="1815137" y="405882"/>
                  </a:lnTo>
                  <a:lnTo>
                    <a:pt x="1971903" y="402586"/>
                  </a:lnTo>
                  <a:lnTo>
                    <a:pt x="1975682" y="402506"/>
                  </a:lnTo>
                  <a:lnTo>
                    <a:pt x="1979462" y="402662"/>
                  </a:lnTo>
                  <a:lnTo>
                    <a:pt x="2136228" y="409120"/>
                  </a:lnTo>
                  <a:lnTo>
                    <a:pt x="2140008" y="409276"/>
                  </a:lnTo>
                  <a:lnTo>
                    <a:pt x="2143787" y="410067"/>
                  </a:lnTo>
                  <a:lnTo>
                    <a:pt x="2300553" y="442902"/>
                  </a:lnTo>
                  <a:lnTo>
                    <a:pt x="2304333" y="443693"/>
                  </a:lnTo>
                  <a:lnTo>
                    <a:pt x="2308112" y="443359"/>
                  </a:lnTo>
                  <a:lnTo>
                    <a:pt x="2464879" y="429488"/>
                  </a:lnTo>
                  <a:lnTo>
                    <a:pt x="2468658" y="429153"/>
                  </a:lnTo>
                  <a:lnTo>
                    <a:pt x="2472438" y="427723"/>
                  </a:lnTo>
                  <a:lnTo>
                    <a:pt x="2629204" y="368387"/>
                  </a:lnTo>
                  <a:lnTo>
                    <a:pt x="2632984" y="366957"/>
                  </a:lnTo>
                  <a:lnTo>
                    <a:pt x="2636763" y="362417"/>
                  </a:lnTo>
                  <a:lnTo>
                    <a:pt x="2793529" y="174095"/>
                  </a:lnTo>
                  <a:lnTo>
                    <a:pt x="2797309" y="169555"/>
                  </a:lnTo>
                  <a:lnTo>
                    <a:pt x="2801088" y="165655"/>
                  </a:lnTo>
                  <a:lnTo>
                    <a:pt x="2957855" y="3899"/>
                  </a:lnTo>
                  <a:lnTo>
                    <a:pt x="2961634" y="0"/>
                  </a:lnTo>
                  <a:lnTo>
                    <a:pt x="2965414" y="666"/>
                  </a:lnTo>
                  <a:lnTo>
                    <a:pt x="3122180" y="28332"/>
                  </a:lnTo>
                  <a:lnTo>
                    <a:pt x="3125959" y="28999"/>
                  </a:lnTo>
                  <a:lnTo>
                    <a:pt x="3129739" y="30931"/>
                  </a:lnTo>
                  <a:lnTo>
                    <a:pt x="3286505" y="111033"/>
                  </a:lnTo>
                  <a:lnTo>
                    <a:pt x="3290285" y="112965"/>
                  </a:lnTo>
                  <a:lnTo>
                    <a:pt x="3294064" y="115578"/>
                  </a:lnTo>
                  <a:lnTo>
                    <a:pt x="3450830" y="223959"/>
                  </a:lnTo>
                  <a:lnTo>
                    <a:pt x="3454610" y="226572"/>
                  </a:lnTo>
                  <a:lnTo>
                    <a:pt x="3458389" y="229458"/>
                  </a:lnTo>
                  <a:lnTo>
                    <a:pt x="3615156" y="349144"/>
                  </a:lnTo>
                  <a:lnTo>
                    <a:pt x="3618935" y="352029"/>
                  </a:lnTo>
                  <a:lnTo>
                    <a:pt x="3622715" y="355012"/>
                  </a:lnTo>
                  <a:lnTo>
                    <a:pt x="3779481" y="478750"/>
                  </a:lnTo>
                  <a:lnTo>
                    <a:pt x="3783261" y="481734"/>
                  </a:lnTo>
                  <a:lnTo>
                    <a:pt x="3787040" y="884632"/>
                  </a:lnTo>
                  <a:lnTo>
                    <a:pt x="3783261" y="482848"/>
                  </a:lnTo>
                  <a:lnTo>
                    <a:pt x="3779481" y="479875"/>
                  </a:lnTo>
                  <a:lnTo>
                    <a:pt x="3622715" y="356564"/>
                  </a:lnTo>
                  <a:lnTo>
                    <a:pt x="3618935" y="353591"/>
                  </a:lnTo>
                  <a:lnTo>
                    <a:pt x="3615156" y="350711"/>
                  </a:lnTo>
                  <a:lnTo>
                    <a:pt x="3458389" y="231242"/>
                  </a:lnTo>
                  <a:lnTo>
                    <a:pt x="3454610" y="228362"/>
                  </a:lnTo>
                  <a:lnTo>
                    <a:pt x="3450830" y="225755"/>
                  </a:lnTo>
                  <a:lnTo>
                    <a:pt x="3294064" y="117650"/>
                  </a:lnTo>
                  <a:lnTo>
                    <a:pt x="3290285" y="115044"/>
                  </a:lnTo>
                  <a:lnTo>
                    <a:pt x="3286505" y="113116"/>
                  </a:lnTo>
                  <a:lnTo>
                    <a:pt x="3129739" y="33164"/>
                  </a:lnTo>
                  <a:lnTo>
                    <a:pt x="3125959" y="31236"/>
                  </a:lnTo>
                  <a:lnTo>
                    <a:pt x="3122180" y="30569"/>
                  </a:lnTo>
                  <a:lnTo>
                    <a:pt x="2965414" y="2881"/>
                  </a:lnTo>
                  <a:lnTo>
                    <a:pt x="2961634" y="2214"/>
                  </a:lnTo>
                  <a:lnTo>
                    <a:pt x="2957855" y="6105"/>
                  </a:lnTo>
                  <a:lnTo>
                    <a:pt x="2801088" y="167512"/>
                  </a:lnTo>
                  <a:lnTo>
                    <a:pt x="2797309" y="171403"/>
                  </a:lnTo>
                  <a:lnTo>
                    <a:pt x="2793529" y="175931"/>
                  </a:lnTo>
                  <a:lnTo>
                    <a:pt x="2636763" y="363739"/>
                  </a:lnTo>
                  <a:lnTo>
                    <a:pt x="2632984" y="368266"/>
                  </a:lnTo>
                  <a:lnTo>
                    <a:pt x="2629204" y="369692"/>
                  </a:lnTo>
                  <a:lnTo>
                    <a:pt x="2472438" y="428816"/>
                  </a:lnTo>
                  <a:lnTo>
                    <a:pt x="2468658" y="430241"/>
                  </a:lnTo>
                  <a:lnTo>
                    <a:pt x="2464879" y="430571"/>
                  </a:lnTo>
                  <a:lnTo>
                    <a:pt x="2308112" y="444279"/>
                  </a:lnTo>
                  <a:lnTo>
                    <a:pt x="2304333" y="444609"/>
                  </a:lnTo>
                  <a:lnTo>
                    <a:pt x="2300553" y="443824"/>
                  </a:lnTo>
                  <a:lnTo>
                    <a:pt x="2143787" y="411247"/>
                  </a:lnTo>
                  <a:lnTo>
                    <a:pt x="2140008" y="410462"/>
                  </a:lnTo>
                  <a:lnTo>
                    <a:pt x="2136228" y="410304"/>
                  </a:lnTo>
                  <a:lnTo>
                    <a:pt x="1979462" y="403777"/>
                  </a:lnTo>
                  <a:lnTo>
                    <a:pt x="1975682" y="403619"/>
                  </a:lnTo>
                  <a:lnTo>
                    <a:pt x="1971903" y="403701"/>
                  </a:lnTo>
                  <a:lnTo>
                    <a:pt x="1815137" y="407106"/>
                  </a:lnTo>
                  <a:lnTo>
                    <a:pt x="1811357" y="407188"/>
                  </a:lnTo>
                  <a:lnTo>
                    <a:pt x="1807578" y="407136"/>
                  </a:lnTo>
                  <a:lnTo>
                    <a:pt x="1650811" y="404957"/>
                  </a:lnTo>
                  <a:lnTo>
                    <a:pt x="1647032" y="404904"/>
                  </a:lnTo>
                  <a:lnTo>
                    <a:pt x="1643252" y="404256"/>
                  </a:lnTo>
                  <a:lnTo>
                    <a:pt x="1486486" y="377354"/>
                  </a:lnTo>
                  <a:lnTo>
                    <a:pt x="1482707" y="376705"/>
                  </a:lnTo>
                  <a:lnTo>
                    <a:pt x="1478927" y="375855"/>
                  </a:lnTo>
                  <a:lnTo>
                    <a:pt x="1322161" y="340594"/>
                  </a:lnTo>
                  <a:lnTo>
                    <a:pt x="1318381" y="339744"/>
                  </a:lnTo>
                  <a:lnTo>
                    <a:pt x="1314602" y="340347"/>
                  </a:lnTo>
                  <a:lnTo>
                    <a:pt x="1157835" y="365372"/>
                  </a:lnTo>
                  <a:lnTo>
                    <a:pt x="1154056" y="365976"/>
                  </a:lnTo>
                  <a:lnTo>
                    <a:pt x="1150276" y="369279"/>
                  </a:lnTo>
                  <a:lnTo>
                    <a:pt x="993510" y="506291"/>
                  </a:lnTo>
                  <a:lnTo>
                    <a:pt x="989731" y="509594"/>
                  </a:lnTo>
                  <a:lnTo>
                    <a:pt x="985951" y="512126"/>
                  </a:lnTo>
                  <a:lnTo>
                    <a:pt x="829185" y="617120"/>
                  </a:lnTo>
                  <a:lnTo>
                    <a:pt x="825405" y="619651"/>
                  </a:lnTo>
                  <a:lnTo>
                    <a:pt x="821626" y="620303"/>
                  </a:lnTo>
                  <a:lnTo>
                    <a:pt x="664860" y="647342"/>
                  </a:lnTo>
                  <a:lnTo>
                    <a:pt x="661080" y="647994"/>
                  </a:lnTo>
                  <a:lnTo>
                    <a:pt x="657301" y="647582"/>
                  </a:lnTo>
                  <a:lnTo>
                    <a:pt x="500534" y="630463"/>
                  </a:lnTo>
                  <a:lnTo>
                    <a:pt x="496755" y="630050"/>
                  </a:lnTo>
                  <a:lnTo>
                    <a:pt x="492975" y="628999"/>
                  </a:lnTo>
                  <a:lnTo>
                    <a:pt x="336209" y="585399"/>
                  </a:lnTo>
                  <a:lnTo>
                    <a:pt x="332430" y="584348"/>
                  </a:lnTo>
                  <a:lnTo>
                    <a:pt x="328650" y="582243"/>
                  </a:lnTo>
                  <a:lnTo>
                    <a:pt x="171884" y="494937"/>
                  </a:lnTo>
                  <a:lnTo>
                    <a:pt x="168104" y="492833"/>
                  </a:lnTo>
                  <a:lnTo>
                    <a:pt x="164325" y="492696"/>
                  </a:lnTo>
                  <a:lnTo>
                    <a:pt x="7558" y="487046"/>
                  </a:lnTo>
                  <a:lnTo>
                    <a:pt x="3779" y="486910"/>
                  </a:lnTo>
                  <a:lnTo>
                    <a:pt x="0" y="884632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2320679" y="4570082"/>
              <a:ext cx="3779481" cy="647433"/>
            </a:xfrm>
            <a:custGeom>
              <a:avLst/>
              <a:pathLst>
                <a:path w="3779481" h="647433">
                  <a:moveTo>
                    <a:pt x="0" y="485200"/>
                  </a:moveTo>
                  <a:lnTo>
                    <a:pt x="3779" y="485331"/>
                  </a:lnTo>
                  <a:lnTo>
                    <a:pt x="160545" y="490769"/>
                  </a:lnTo>
                  <a:lnTo>
                    <a:pt x="164325" y="490900"/>
                  </a:lnTo>
                  <a:lnTo>
                    <a:pt x="168104" y="493022"/>
                  </a:lnTo>
                  <a:lnTo>
                    <a:pt x="324871" y="581048"/>
                  </a:lnTo>
                  <a:lnTo>
                    <a:pt x="328650" y="583170"/>
                  </a:lnTo>
                  <a:lnTo>
                    <a:pt x="332430" y="584231"/>
                  </a:lnTo>
                  <a:lnTo>
                    <a:pt x="489196" y="628230"/>
                  </a:lnTo>
                  <a:lnTo>
                    <a:pt x="492975" y="629290"/>
                  </a:lnTo>
                  <a:lnTo>
                    <a:pt x="496755" y="629708"/>
                  </a:lnTo>
                  <a:lnTo>
                    <a:pt x="653521" y="647016"/>
                  </a:lnTo>
                  <a:lnTo>
                    <a:pt x="657301" y="647433"/>
                  </a:lnTo>
                  <a:lnTo>
                    <a:pt x="661080" y="646779"/>
                  </a:lnTo>
                  <a:lnTo>
                    <a:pt x="817846" y="619657"/>
                  </a:lnTo>
                  <a:lnTo>
                    <a:pt x="821626" y="619003"/>
                  </a:lnTo>
                  <a:lnTo>
                    <a:pt x="825405" y="616460"/>
                  </a:lnTo>
                  <a:lnTo>
                    <a:pt x="982172" y="510983"/>
                  </a:lnTo>
                  <a:lnTo>
                    <a:pt x="985951" y="508440"/>
                  </a:lnTo>
                  <a:lnTo>
                    <a:pt x="989731" y="505123"/>
                  </a:lnTo>
                  <a:lnTo>
                    <a:pt x="1146497" y="367542"/>
                  </a:lnTo>
                  <a:lnTo>
                    <a:pt x="1150276" y="364225"/>
                  </a:lnTo>
                  <a:lnTo>
                    <a:pt x="1154056" y="363624"/>
                  </a:lnTo>
                  <a:lnTo>
                    <a:pt x="1310822" y="338703"/>
                  </a:lnTo>
                  <a:lnTo>
                    <a:pt x="1314602" y="338102"/>
                  </a:lnTo>
                  <a:lnTo>
                    <a:pt x="1318381" y="338959"/>
                  </a:lnTo>
                  <a:lnTo>
                    <a:pt x="1475148" y="374504"/>
                  </a:lnTo>
                  <a:lnTo>
                    <a:pt x="1478927" y="375361"/>
                  </a:lnTo>
                  <a:lnTo>
                    <a:pt x="1482707" y="376013"/>
                  </a:lnTo>
                  <a:lnTo>
                    <a:pt x="1639473" y="403062"/>
                  </a:lnTo>
                  <a:lnTo>
                    <a:pt x="1643252" y="403714"/>
                  </a:lnTo>
                  <a:lnTo>
                    <a:pt x="1647032" y="403766"/>
                  </a:lnTo>
                  <a:lnTo>
                    <a:pt x="1803798" y="405910"/>
                  </a:lnTo>
                  <a:lnTo>
                    <a:pt x="1807578" y="405962"/>
                  </a:lnTo>
                  <a:lnTo>
                    <a:pt x="1811357" y="405882"/>
                  </a:lnTo>
                  <a:lnTo>
                    <a:pt x="1968123" y="402586"/>
                  </a:lnTo>
                  <a:lnTo>
                    <a:pt x="1971903" y="402506"/>
                  </a:lnTo>
                  <a:lnTo>
                    <a:pt x="1975682" y="402662"/>
                  </a:lnTo>
                  <a:lnTo>
                    <a:pt x="2132449" y="409120"/>
                  </a:lnTo>
                  <a:lnTo>
                    <a:pt x="2136228" y="409276"/>
                  </a:lnTo>
                  <a:lnTo>
                    <a:pt x="2140008" y="410067"/>
                  </a:lnTo>
                  <a:lnTo>
                    <a:pt x="2296774" y="442902"/>
                  </a:lnTo>
                  <a:lnTo>
                    <a:pt x="2300553" y="443693"/>
                  </a:lnTo>
                  <a:lnTo>
                    <a:pt x="2304333" y="443359"/>
                  </a:lnTo>
                  <a:lnTo>
                    <a:pt x="2461099" y="429488"/>
                  </a:lnTo>
                  <a:lnTo>
                    <a:pt x="2464879" y="429153"/>
                  </a:lnTo>
                  <a:lnTo>
                    <a:pt x="2468658" y="427723"/>
                  </a:lnTo>
                  <a:lnTo>
                    <a:pt x="2625425" y="368387"/>
                  </a:lnTo>
                  <a:lnTo>
                    <a:pt x="2629204" y="366957"/>
                  </a:lnTo>
                  <a:lnTo>
                    <a:pt x="2632984" y="362417"/>
                  </a:lnTo>
                  <a:lnTo>
                    <a:pt x="2789750" y="174095"/>
                  </a:lnTo>
                  <a:lnTo>
                    <a:pt x="2793529" y="169555"/>
                  </a:lnTo>
                  <a:lnTo>
                    <a:pt x="2797309" y="165655"/>
                  </a:lnTo>
                  <a:lnTo>
                    <a:pt x="2954075" y="3899"/>
                  </a:lnTo>
                  <a:lnTo>
                    <a:pt x="2957855" y="0"/>
                  </a:lnTo>
                  <a:lnTo>
                    <a:pt x="2961634" y="666"/>
                  </a:lnTo>
                  <a:lnTo>
                    <a:pt x="3118400" y="28332"/>
                  </a:lnTo>
                  <a:lnTo>
                    <a:pt x="3122180" y="28999"/>
                  </a:lnTo>
                  <a:lnTo>
                    <a:pt x="3125959" y="30931"/>
                  </a:lnTo>
                  <a:lnTo>
                    <a:pt x="3282726" y="111033"/>
                  </a:lnTo>
                  <a:lnTo>
                    <a:pt x="3286505" y="112965"/>
                  </a:lnTo>
                  <a:lnTo>
                    <a:pt x="3290285" y="115578"/>
                  </a:lnTo>
                  <a:lnTo>
                    <a:pt x="3447051" y="223959"/>
                  </a:lnTo>
                  <a:lnTo>
                    <a:pt x="3450830" y="226572"/>
                  </a:lnTo>
                  <a:lnTo>
                    <a:pt x="3454610" y="229458"/>
                  </a:lnTo>
                  <a:lnTo>
                    <a:pt x="3611376" y="349144"/>
                  </a:lnTo>
                  <a:lnTo>
                    <a:pt x="3615156" y="352029"/>
                  </a:lnTo>
                  <a:lnTo>
                    <a:pt x="3618935" y="355012"/>
                  </a:lnTo>
                  <a:lnTo>
                    <a:pt x="3775702" y="478750"/>
                  </a:lnTo>
                  <a:lnTo>
                    <a:pt x="3779481" y="48173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2316899" y="4572296"/>
              <a:ext cx="3787040" cy="882417"/>
            </a:xfrm>
            <a:custGeom>
              <a:avLst/>
              <a:pathLst>
                <a:path w="3787040" h="882417">
                  <a:moveTo>
                    <a:pt x="3779" y="484696"/>
                  </a:moveTo>
                  <a:lnTo>
                    <a:pt x="7558" y="484832"/>
                  </a:lnTo>
                  <a:lnTo>
                    <a:pt x="164325" y="490482"/>
                  </a:lnTo>
                  <a:lnTo>
                    <a:pt x="168104" y="490618"/>
                  </a:lnTo>
                  <a:lnTo>
                    <a:pt x="171884" y="492723"/>
                  </a:lnTo>
                  <a:lnTo>
                    <a:pt x="328650" y="580029"/>
                  </a:lnTo>
                  <a:lnTo>
                    <a:pt x="332430" y="582134"/>
                  </a:lnTo>
                  <a:lnTo>
                    <a:pt x="336209" y="583185"/>
                  </a:lnTo>
                  <a:lnTo>
                    <a:pt x="492975" y="626785"/>
                  </a:lnTo>
                  <a:lnTo>
                    <a:pt x="496755" y="627836"/>
                  </a:lnTo>
                  <a:lnTo>
                    <a:pt x="500534" y="628248"/>
                  </a:lnTo>
                  <a:lnTo>
                    <a:pt x="657301" y="645367"/>
                  </a:lnTo>
                  <a:lnTo>
                    <a:pt x="661080" y="645780"/>
                  </a:lnTo>
                  <a:lnTo>
                    <a:pt x="664860" y="645128"/>
                  </a:lnTo>
                  <a:lnTo>
                    <a:pt x="821626" y="618089"/>
                  </a:lnTo>
                  <a:lnTo>
                    <a:pt x="825405" y="617437"/>
                  </a:lnTo>
                  <a:lnTo>
                    <a:pt x="829185" y="614905"/>
                  </a:lnTo>
                  <a:lnTo>
                    <a:pt x="985951" y="509911"/>
                  </a:lnTo>
                  <a:lnTo>
                    <a:pt x="989731" y="507380"/>
                  </a:lnTo>
                  <a:lnTo>
                    <a:pt x="993510" y="504077"/>
                  </a:lnTo>
                  <a:lnTo>
                    <a:pt x="1150276" y="367065"/>
                  </a:lnTo>
                  <a:lnTo>
                    <a:pt x="1154056" y="363761"/>
                  </a:lnTo>
                  <a:lnTo>
                    <a:pt x="1157835" y="363158"/>
                  </a:lnTo>
                  <a:lnTo>
                    <a:pt x="1314602" y="338133"/>
                  </a:lnTo>
                  <a:lnTo>
                    <a:pt x="1318381" y="337529"/>
                  </a:lnTo>
                  <a:lnTo>
                    <a:pt x="1322161" y="338379"/>
                  </a:lnTo>
                  <a:lnTo>
                    <a:pt x="1478927" y="373641"/>
                  </a:lnTo>
                  <a:lnTo>
                    <a:pt x="1482707" y="374491"/>
                  </a:lnTo>
                  <a:lnTo>
                    <a:pt x="1486486" y="375140"/>
                  </a:lnTo>
                  <a:lnTo>
                    <a:pt x="1643252" y="402041"/>
                  </a:lnTo>
                  <a:lnTo>
                    <a:pt x="1647032" y="402690"/>
                  </a:lnTo>
                  <a:lnTo>
                    <a:pt x="1650811" y="402742"/>
                  </a:lnTo>
                  <a:lnTo>
                    <a:pt x="1807578" y="404921"/>
                  </a:lnTo>
                  <a:lnTo>
                    <a:pt x="1811357" y="404974"/>
                  </a:lnTo>
                  <a:lnTo>
                    <a:pt x="1815137" y="404892"/>
                  </a:lnTo>
                  <a:lnTo>
                    <a:pt x="1971903" y="401487"/>
                  </a:lnTo>
                  <a:lnTo>
                    <a:pt x="1975682" y="401405"/>
                  </a:lnTo>
                  <a:lnTo>
                    <a:pt x="1979462" y="401563"/>
                  </a:lnTo>
                  <a:lnTo>
                    <a:pt x="2136228" y="408090"/>
                  </a:lnTo>
                  <a:lnTo>
                    <a:pt x="2140008" y="408247"/>
                  </a:lnTo>
                  <a:lnTo>
                    <a:pt x="2143787" y="409033"/>
                  </a:lnTo>
                  <a:lnTo>
                    <a:pt x="2300553" y="441610"/>
                  </a:lnTo>
                  <a:lnTo>
                    <a:pt x="2304333" y="442395"/>
                  </a:lnTo>
                  <a:lnTo>
                    <a:pt x="2308112" y="442065"/>
                  </a:lnTo>
                  <a:lnTo>
                    <a:pt x="2464879" y="428357"/>
                  </a:lnTo>
                  <a:lnTo>
                    <a:pt x="2468658" y="428027"/>
                  </a:lnTo>
                  <a:lnTo>
                    <a:pt x="2472438" y="426601"/>
                  </a:lnTo>
                  <a:lnTo>
                    <a:pt x="2629204" y="367478"/>
                  </a:lnTo>
                  <a:lnTo>
                    <a:pt x="2632984" y="366052"/>
                  </a:lnTo>
                  <a:lnTo>
                    <a:pt x="2636763" y="361524"/>
                  </a:lnTo>
                  <a:lnTo>
                    <a:pt x="2793529" y="173717"/>
                  </a:lnTo>
                  <a:lnTo>
                    <a:pt x="2797309" y="169189"/>
                  </a:lnTo>
                  <a:lnTo>
                    <a:pt x="2801088" y="165297"/>
                  </a:lnTo>
                  <a:lnTo>
                    <a:pt x="2957855" y="3891"/>
                  </a:lnTo>
                  <a:lnTo>
                    <a:pt x="2961634" y="0"/>
                  </a:lnTo>
                  <a:lnTo>
                    <a:pt x="2965414" y="667"/>
                  </a:lnTo>
                  <a:lnTo>
                    <a:pt x="3122180" y="28354"/>
                  </a:lnTo>
                  <a:lnTo>
                    <a:pt x="3125959" y="29022"/>
                  </a:lnTo>
                  <a:lnTo>
                    <a:pt x="3129739" y="30950"/>
                  </a:lnTo>
                  <a:lnTo>
                    <a:pt x="3286505" y="110902"/>
                  </a:lnTo>
                  <a:lnTo>
                    <a:pt x="3290285" y="112830"/>
                  </a:lnTo>
                  <a:lnTo>
                    <a:pt x="3294064" y="115436"/>
                  </a:lnTo>
                  <a:lnTo>
                    <a:pt x="3450830" y="223541"/>
                  </a:lnTo>
                  <a:lnTo>
                    <a:pt x="3454610" y="226148"/>
                  </a:lnTo>
                  <a:lnTo>
                    <a:pt x="3458389" y="229028"/>
                  </a:lnTo>
                  <a:lnTo>
                    <a:pt x="3615156" y="348497"/>
                  </a:lnTo>
                  <a:lnTo>
                    <a:pt x="3618935" y="351377"/>
                  </a:lnTo>
                  <a:lnTo>
                    <a:pt x="3622715" y="354350"/>
                  </a:lnTo>
                  <a:lnTo>
                    <a:pt x="3779481" y="477660"/>
                  </a:lnTo>
                  <a:lnTo>
                    <a:pt x="3783261" y="480633"/>
                  </a:lnTo>
                  <a:lnTo>
                    <a:pt x="3787040" y="882417"/>
                  </a:lnTo>
                  <a:lnTo>
                    <a:pt x="3783261" y="882417"/>
                  </a:lnTo>
                  <a:lnTo>
                    <a:pt x="3779481" y="882417"/>
                  </a:lnTo>
                  <a:lnTo>
                    <a:pt x="3622715" y="882417"/>
                  </a:lnTo>
                  <a:lnTo>
                    <a:pt x="3618935" y="882417"/>
                  </a:lnTo>
                  <a:lnTo>
                    <a:pt x="3615156" y="882417"/>
                  </a:lnTo>
                  <a:lnTo>
                    <a:pt x="3458389" y="882417"/>
                  </a:lnTo>
                  <a:lnTo>
                    <a:pt x="3454610" y="882417"/>
                  </a:lnTo>
                  <a:lnTo>
                    <a:pt x="3450830" y="882417"/>
                  </a:lnTo>
                  <a:lnTo>
                    <a:pt x="3294064" y="882417"/>
                  </a:lnTo>
                  <a:lnTo>
                    <a:pt x="3290285" y="882417"/>
                  </a:lnTo>
                  <a:lnTo>
                    <a:pt x="3286505" y="882417"/>
                  </a:lnTo>
                  <a:lnTo>
                    <a:pt x="3129739" y="882417"/>
                  </a:lnTo>
                  <a:lnTo>
                    <a:pt x="3125959" y="882417"/>
                  </a:lnTo>
                  <a:lnTo>
                    <a:pt x="3122180" y="882417"/>
                  </a:lnTo>
                  <a:lnTo>
                    <a:pt x="2965414" y="882417"/>
                  </a:lnTo>
                  <a:lnTo>
                    <a:pt x="2961634" y="882417"/>
                  </a:lnTo>
                  <a:lnTo>
                    <a:pt x="2957855" y="882417"/>
                  </a:lnTo>
                  <a:lnTo>
                    <a:pt x="2801088" y="882417"/>
                  </a:lnTo>
                  <a:lnTo>
                    <a:pt x="2797309" y="882417"/>
                  </a:lnTo>
                  <a:lnTo>
                    <a:pt x="2793529" y="882417"/>
                  </a:lnTo>
                  <a:lnTo>
                    <a:pt x="2636763" y="882417"/>
                  </a:lnTo>
                  <a:lnTo>
                    <a:pt x="2632984" y="882417"/>
                  </a:lnTo>
                  <a:lnTo>
                    <a:pt x="2629204" y="882417"/>
                  </a:lnTo>
                  <a:lnTo>
                    <a:pt x="2472438" y="882417"/>
                  </a:lnTo>
                  <a:lnTo>
                    <a:pt x="2468658" y="882417"/>
                  </a:lnTo>
                  <a:lnTo>
                    <a:pt x="2464879" y="882417"/>
                  </a:lnTo>
                  <a:lnTo>
                    <a:pt x="2308112" y="882417"/>
                  </a:lnTo>
                  <a:lnTo>
                    <a:pt x="2304333" y="882417"/>
                  </a:lnTo>
                  <a:lnTo>
                    <a:pt x="2300553" y="882417"/>
                  </a:lnTo>
                  <a:lnTo>
                    <a:pt x="2143787" y="882417"/>
                  </a:lnTo>
                  <a:lnTo>
                    <a:pt x="2140008" y="882417"/>
                  </a:lnTo>
                  <a:lnTo>
                    <a:pt x="2136228" y="882417"/>
                  </a:lnTo>
                  <a:lnTo>
                    <a:pt x="1979462" y="882417"/>
                  </a:lnTo>
                  <a:lnTo>
                    <a:pt x="1975682" y="882417"/>
                  </a:lnTo>
                  <a:lnTo>
                    <a:pt x="1971903" y="882417"/>
                  </a:lnTo>
                  <a:lnTo>
                    <a:pt x="1815137" y="882417"/>
                  </a:lnTo>
                  <a:lnTo>
                    <a:pt x="1811357" y="882417"/>
                  </a:lnTo>
                  <a:lnTo>
                    <a:pt x="1807578" y="882417"/>
                  </a:lnTo>
                  <a:lnTo>
                    <a:pt x="1650811" y="882417"/>
                  </a:lnTo>
                  <a:lnTo>
                    <a:pt x="1647032" y="882417"/>
                  </a:lnTo>
                  <a:lnTo>
                    <a:pt x="1643252" y="882417"/>
                  </a:lnTo>
                  <a:lnTo>
                    <a:pt x="1486486" y="882417"/>
                  </a:lnTo>
                  <a:lnTo>
                    <a:pt x="1482707" y="882417"/>
                  </a:lnTo>
                  <a:lnTo>
                    <a:pt x="1478927" y="882417"/>
                  </a:lnTo>
                  <a:lnTo>
                    <a:pt x="1322161" y="882417"/>
                  </a:lnTo>
                  <a:lnTo>
                    <a:pt x="1318381" y="882417"/>
                  </a:lnTo>
                  <a:lnTo>
                    <a:pt x="1314602" y="882417"/>
                  </a:lnTo>
                  <a:lnTo>
                    <a:pt x="1157835" y="882417"/>
                  </a:lnTo>
                  <a:lnTo>
                    <a:pt x="1154056" y="882417"/>
                  </a:lnTo>
                  <a:lnTo>
                    <a:pt x="1150276" y="882417"/>
                  </a:lnTo>
                  <a:lnTo>
                    <a:pt x="993510" y="882417"/>
                  </a:lnTo>
                  <a:lnTo>
                    <a:pt x="989731" y="882417"/>
                  </a:lnTo>
                  <a:lnTo>
                    <a:pt x="985951" y="882417"/>
                  </a:lnTo>
                  <a:lnTo>
                    <a:pt x="829185" y="882417"/>
                  </a:lnTo>
                  <a:lnTo>
                    <a:pt x="825405" y="882417"/>
                  </a:lnTo>
                  <a:lnTo>
                    <a:pt x="821626" y="882417"/>
                  </a:lnTo>
                  <a:lnTo>
                    <a:pt x="664860" y="882417"/>
                  </a:lnTo>
                  <a:lnTo>
                    <a:pt x="661080" y="882417"/>
                  </a:lnTo>
                  <a:lnTo>
                    <a:pt x="657301" y="882417"/>
                  </a:lnTo>
                  <a:lnTo>
                    <a:pt x="500534" y="882417"/>
                  </a:lnTo>
                  <a:lnTo>
                    <a:pt x="496755" y="882417"/>
                  </a:lnTo>
                  <a:lnTo>
                    <a:pt x="492975" y="882417"/>
                  </a:lnTo>
                  <a:lnTo>
                    <a:pt x="336209" y="882417"/>
                  </a:lnTo>
                  <a:lnTo>
                    <a:pt x="332430" y="882417"/>
                  </a:lnTo>
                  <a:lnTo>
                    <a:pt x="328650" y="882417"/>
                  </a:lnTo>
                  <a:lnTo>
                    <a:pt x="171884" y="882417"/>
                  </a:lnTo>
                  <a:lnTo>
                    <a:pt x="168104" y="882417"/>
                  </a:lnTo>
                  <a:lnTo>
                    <a:pt x="164325" y="882417"/>
                  </a:lnTo>
                  <a:lnTo>
                    <a:pt x="7558" y="882417"/>
                  </a:lnTo>
                  <a:lnTo>
                    <a:pt x="3779" y="882417"/>
                  </a:lnTo>
                  <a:lnTo>
                    <a:pt x="0" y="882417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320679" y="4572296"/>
              <a:ext cx="3779481" cy="645780"/>
            </a:xfrm>
            <a:custGeom>
              <a:avLst/>
              <a:pathLst>
                <a:path w="3779481" h="645780">
                  <a:moveTo>
                    <a:pt x="0" y="484696"/>
                  </a:moveTo>
                  <a:lnTo>
                    <a:pt x="3779" y="484832"/>
                  </a:lnTo>
                  <a:lnTo>
                    <a:pt x="160545" y="490482"/>
                  </a:lnTo>
                  <a:lnTo>
                    <a:pt x="164325" y="490618"/>
                  </a:lnTo>
                  <a:lnTo>
                    <a:pt x="168104" y="492723"/>
                  </a:lnTo>
                  <a:lnTo>
                    <a:pt x="324871" y="580029"/>
                  </a:lnTo>
                  <a:lnTo>
                    <a:pt x="328650" y="582134"/>
                  </a:lnTo>
                  <a:lnTo>
                    <a:pt x="332430" y="583185"/>
                  </a:lnTo>
                  <a:lnTo>
                    <a:pt x="489196" y="626785"/>
                  </a:lnTo>
                  <a:lnTo>
                    <a:pt x="492975" y="627836"/>
                  </a:lnTo>
                  <a:lnTo>
                    <a:pt x="496755" y="628248"/>
                  </a:lnTo>
                  <a:lnTo>
                    <a:pt x="653521" y="645367"/>
                  </a:lnTo>
                  <a:lnTo>
                    <a:pt x="657301" y="645780"/>
                  </a:lnTo>
                  <a:lnTo>
                    <a:pt x="661080" y="645128"/>
                  </a:lnTo>
                  <a:lnTo>
                    <a:pt x="817846" y="618089"/>
                  </a:lnTo>
                  <a:lnTo>
                    <a:pt x="821626" y="617437"/>
                  </a:lnTo>
                  <a:lnTo>
                    <a:pt x="825405" y="614905"/>
                  </a:lnTo>
                  <a:lnTo>
                    <a:pt x="982172" y="509911"/>
                  </a:lnTo>
                  <a:lnTo>
                    <a:pt x="985951" y="507380"/>
                  </a:lnTo>
                  <a:lnTo>
                    <a:pt x="989731" y="504077"/>
                  </a:lnTo>
                  <a:lnTo>
                    <a:pt x="1146497" y="367065"/>
                  </a:lnTo>
                  <a:lnTo>
                    <a:pt x="1150276" y="363761"/>
                  </a:lnTo>
                  <a:lnTo>
                    <a:pt x="1154056" y="363158"/>
                  </a:lnTo>
                  <a:lnTo>
                    <a:pt x="1310822" y="338133"/>
                  </a:lnTo>
                  <a:lnTo>
                    <a:pt x="1314602" y="337529"/>
                  </a:lnTo>
                  <a:lnTo>
                    <a:pt x="1318381" y="338379"/>
                  </a:lnTo>
                  <a:lnTo>
                    <a:pt x="1475148" y="373641"/>
                  </a:lnTo>
                  <a:lnTo>
                    <a:pt x="1478927" y="374491"/>
                  </a:lnTo>
                  <a:lnTo>
                    <a:pt x="1482707" y="375140"/>
                  </a:lnTo>
                  <a:lnTo>
                    <a:pt x="1639473" y="402041"/>
                  </a:lnTo>
                  <a:lnTo>
                    <a:pt x="1643252" y="402690"/>
                  </a:lnTo>
                  <a:lnTo>
                    <a:pt x="1647032" y="402742"/>
                  </a:lnTo>
                  <a:lnTo>
                    <a:pt x="1803798" y="404921"/>
                  </a:lnTo>
                  <a:lnTo>
                    <a:pt x="1807578" y="404974"/>
                  </a:lnTo>
                  <a:lnTo>
                    <a:pt x="1811357" y="404892"/>
                  </a:lnTo>
                  <a:lnTo>
                    <a:pt x="1968123" y="401487"/>
                  </a:lnTo>
                  <a:lnTo>
                    <a:pt x="1971903" y="401405"/>
                  </a:lnTo>
                  <a:lnTo>
                    <a:pt x="1975682" y="401563"/>
                  </a:lnTo>
                  <a:lnTo>
                    <a:pt x="2132449" y="408090"/>
                  </a:lnTo>
                  <a:lnTo>
                    <a:pt x="2136228" y="408247"/>
                  </a:lnTo>
                  <a:lnTo>
                    <a:pt x="2140008" y="409033"/>
                  </a:lnTo>
                  <a:lnTo>
                    <a:pt x="2296774" y="441610"/>
                  </a:lnTo>
                  <a:lnTo>
                    <a:pt x="2300553" y="442395"/>
                  </a:lnTo>
                  <a:lnTo>
                    <a:pt x="2304333" y="442065"/>
                  </a:lnTo>
                  <a:lnTo>
                    <a:pt x="2461099" y="428357"/>
                  </a:lnTo>
                  <a:lnTo>
                    <a:pt x="2464879" y="428027"/>
                  </a:lnTo>
                  <a:lnTo>
                    <a:pt x="2468658" y="426601"/>
                  </a:lnTo>
                  <a:lnTo>
                    <a:pt x="2625425" y="367478"/>
                  </a:lnTo>
                  <a:lnTo>
                    <a:pt x="2629204" y="366052"/>
                  </a:lnTo>
                  <a:lnTo>
                    <a:pt x="2632984" y="361524"/>
                  </a:lnTo>
                  <a:lnTo>
                    <a:pt x="2789750" y="173717"/>
                  </a:lnTo>
                  <a:lnTo>
                    <a:pt x="2793529" y="169189"/>
                  </a:lnTo>
                  <a:lnTo>
                    <a:pt x="2797309" y="165297"/>
                  </a:lnTo>
                  <a:lnTo>
                    <a:pt x="2954075" y="3891"/>
                  </a:lnTo>
                  <a:lnTo>
                    <a:pt x="2957855" y="0"/>
                  </a:lnTo>
                  <a:lnTo>
                    <a:pt x="2961634" y="667"/>
                  </a:lnTo>
                  <a:lnTo>
                    <a:pt x="3118400" y="28354"/>
                  </a:lnTo>
                  <a:lnTo>
                    <a:pt x="3122180" y="29022"/>
                  </a:lnTo>
                  <a:lnTo>
                    <a:pt x="3125959" y="30950"/>
                  </a:lnTo>
                  <a:lnTo>
                    <a:pt x="3282726" y="110902"/>
                  </a:lnTo>
                  <a:lnTo>
                    <a:pt x="3286505" y="112830"/>
                  </a:lnTo>
                  <a:lnTo>
                    <a:pt x="3290285" y="115436"/>
                  </a:lnTo>
                  <a:lnTo>
                    <a:pt x="3447051" y="223541"/>
                  </a:lnTo>
                  <a:lnTo>
                    <a:pt x="3450830" y="226148"/>
                  </a:lnTo>
                  <a:lnTo>
                    <a:pt x="3454610" y="229028"/>
                  </a:lnTo>
                  <a:lnTo>
                    <a:pt x="3611376" y="348497"/>
                  </a:lnTo>
                  <a:lnTo>
                    <a:pt x="3615156" y="351377"/>
                  </a:lnTo>
                  <a:lnTo>
                    <a:pt x="3618935" y="354350"/>
                  </a:lnTo>
                  <a:lnTo>
                    <a:pt x="3775702" y="477660"/>
                  </a:lnTo>
                  <a:lnTo>
                    <a:pt x="3779481" y="480633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6343625" y="2295372"/>
              <a:ext cx="3843846" cy="12898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6343625" y="3585237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6343625" y="3269315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6343625" y="2953394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6343625" y="2637473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6343625" y="2321552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6343625" y="2417017"/>
              <a:ext cx="3787040" cy="1168219"/>
            </a:xfrm>
            <a:custGeom>
              <a:avLst/>
              <a:pathLst>
                <a:path w="3787040" h="1168219">
                  <a:moveTo>
                    <a:pt x="3779" y="623545"/>
                  </a:moveTo>
                  <a:lnTo>
                    <a:pt x="7558" y="625299"/>
                  </a:lnTo>
                  <a:lnTo>
                    <a:pt x="164325" y="698076"/>
                  </a:lnTo>
                  <a:lnTo>
                    <a:pt x="168104" y="699831"/>
                  </a:lnTo>
                  <a:lnTo>
                    <a:pt x="171884" y="701037"/>
                  </a:lnTo>
                  <a:lnTo>
                    <a:pt x="328650" y="751088"/>
                  </a:lnTo>
                  <a:lnTo>
                    <a:pt x="332430" y="752294"/>
                  </a:lnTo>
                  <a:lnTo>
                    <a:pt x="336209" y="752902"/>
                  </a:lnTo>
                  <a:lnTo>
                    <a:pt x="492975" y="778125"/>
                  </a:lnTo>
                  <a:lnTo>
                    <a:pt x="496755" y="778733"/>
                  </a:lnTo>
                  <a:lnTo>
                    <a:pt x="500534" y="779488"/>
                  </a:lnTo>
                  <a:lnTo>
                    <a:pt x="657301" y="810822"/>
                  </a:lnTo>
                  <a:lnTo>
                    <a:pt x="661080" y="811578"/>
                  </a:lnTo>
                  <a:lnTo>
                    <a:pt x="664860" y="811527"/>
                  </a:lnTo>
                  <a:lnTo>
                    <a:pt x="821626" y="809425"/>
                  </a:lnTo>
                  <a:lnTo>
                    <a:pt x="825405" y="809374"/>
                  </a:lnTo>
                  <a:lnTo>
                    <a:pt x="829185" y="807196"/>
                  </a:lnTo>
                  <a:lnTo>
                    <a:pt x="985951" y="716853"/>
                  </a:lnTo>
                  <a:lnTo>
                    <a:pt x="989731" y="714675"/>
                  </a:lnTo>
                  <a:lnTo>
                    <a:pt x="993510" y="711528"/>
                  </a:lnTo>
                  <a:lnTo>
                    <a:pt x="1150276" y="581005"/>
                  </a:lnTo>
                  <a:lnTo>
                    <a:pt x="1154056" y="577858"/>
                  </a:lnTo>
                  <a:lnTo>
                    <a:pt x="1157835" y="574772"/>
                  </a:lnTo>
                  <a:lnTo>
                    <a:pt x="1314602" y="446798"/>
                  </a:lnTo>
                  <a:lnTo>
                    <a:pt x="1318381" y="443712"/>
                  </a:lnTo>
                  <a:lnTo>
                    <a:pt x="1322161" y="440780"/>
                  </a:lnTo>
                  <a:lnTo>
                    <a:pt x="1478927" y="319140"/>
                  </a:lnTo>
                  <a:lnTo>
                    <a:pt x="1482707" y="316207"/>
                  </a:lnTo>
                  <a:lnTo>
                    <a:pt x="1486486" y="313056"/>
                  </a:lnTo>
                  <a:lnTo>
                    <a:pt x="1643252" y="182372"/>
                  </a:lnTo>
                  <a:lnTo>
                    <a:pt x="1647032" y="179221"/>
                  </a:lnTo>
                  <a:lnTo>
                    <a:pt x="1650811" y="177675"/>
                  </a:lnTo>
                  <a:lnTo>
                    <a:pt x="1807578" y="113533"/>
                  </a:lnTo>
                  <a:lnTo>
                    <a:pt x="1811357" y="111987"/>
                  </a:lnTo>
                  <a:lnTo>
                    <a:pt x="1815137" y="111921"/>
                  </a:lnTo>
                  <a:lnTo>
                    <a:pt x="1971903" y="109192"/>
                  </a:lnTo>
                  <a:lnTo>
                    <a:pt x="1975682" y="109126"/>
                  </a:lnTo>
                  <a:lnTo>
                    <a:pt x="1979462" y="109570"/>
                  </a:lnTo>
                  <a:lnTo>
                    <a:pt x="2136228" y="127977"/>
                  </a:lnTo>
                  <a:lnTo>
                    <a:pt x="2140008" y="128421"/>
                  </a:lnTo>
                  <a:lnTo>
                    <a:pt x="2143787" y="128825"/>
                  </a:lnTo>
                  <a:lnTo>
                    <a:pt x="2300553" y="145570"/>
                  </a:lnTo>
                  <a:lnTo>
                    <a:pt x="2304333" y="145974"/>
                  </a:lnTo>
                  <a:lnTo>
                    <a:pt x="2308112" y="145896"/>
                  </a:lnTo>
                  <a:lnTo>
                    <a:pt x="2464879" y="142675"/>
                  </a:lnTo>
                  <a:lnTo>
                    <a:pt x="2468658" y="142597"/>
                  </a:lnTo>
                  <a:lnTo>
                    <a:pt x="2472438" y="142572"/>
                  </a:lnTo>
                  <a:lnTo>
                    <a:pt x="2629204" y="141545"/>
                  </a:lnTo>
                  <a:lnTo>
                    <a:pt x="2632984" y="141520"/>
                  </a:lnTo>
                  <a:lnTo>
                    <a:pt x="2636763" y="140284"/>
                  </a:lnTo>
                  <a:lnTo>
                    <a:pt x="2793529" y="88999"/>
                  </a:lnTo>
                  <a:lnTo>
                    <a:pt x="2797309" y="87762"/>
                  </a:lnTo>
                  <a:lnTo>
                    <a:pt x="2801088" y="85744"/>
                  </a:lnTo>
                  <a:lnTo>
                    <a:pt x="2957855" y="2018"/>
                  </a:lnTo>
                  <a:lnTo>
                    <a:pt x="2961634" y="0"/>
                  </a:lnTo>
                  <a:lnTo>
                    <a:pt x="2965414" y="257"/>
                  </a:lnTo>
                  <a:lnTo>
                    <a:pt x="3122180" y="10918"/>
                  </a:lnTo>
                  <a:lnTo>
                    <a:pt x="3125959" y="11176"/>
                  </a:lnTo>
                  <a:lnTo>
                    <a:pt x="3129739" y="13108"/>
                  </a:lnTo>
                  <a:lnTo>
                    <a:pt x="3286505" y="93248"/>
                  </a:lnTo>
                  <a:lnTo>
                    <a:pt x="3290285" y="95180"/>
                  </a:lnTo>
                  <a:lnTo>
                    <a:pt x="3294064" y="98928"/>
                  </a:lnTo>
                  <a:lnTo>
                    <a:pt x="3450830" y="254405"/>
                  </a:lnTo>
                  <a:lnTo>
                    <a:pt x="3454610" y="258153"/>
                  </a:lnTo>
                  <a:lnTo>
                    <a:pt x="3458389" y="261085"/>
                  </a:lnTo>
                  <a:lnTo>
                    <a:pt x="3615156" y="382696"/>
                  </a:lnTo>
                  <a:lnTo>
                    <a:pt x="3618935" y="385628"/>
                  </a:lnTo>
                  <a:lnTo>
                    <a:pt x="3622715" y="388574"/>
                  </a:lnTo>
                  <a:lnTo>
                    <a:pt x="3779481" y="510769"/>
                  </a:lnTo>
                  <a:lnTo>
                    <a:pt x="3783261" y="513715"/>
                  </a:lnTo>
                  <a:lnTo>
                    <a:pt x="3787040" y="1168219"/>
                  </a:lnTo>
                  <a:lnTo>
                    <a:pt x="3783261" y="675045"/>
                  </a:lnTo>
                  <a:lnTo>
                    <a:pt x="3779481" y="672642"/>
                  </a:lnTo>
                  <a:lnTo>
                    <a:pt x="3622715" y="572962"/>
                  </a:lnTo>
                  <a:lnTo>
                    <a:pt x="3618935" y="570559"/>
                  </a:lnTo>
                  <a:lnTo>
                    <a:pt x="3615156" y="568197"/>
                  </a:lnTo>
                  <a:lnTo>
                    <a:pt x="3458389" y="470228"/>
                  </a:lnTo>
                  <a:lnTo>
                    <a:pt x="3454610" y="467866"/>
                  </a:lnTo>
                  <a:lnTo>
                    <a:pt x="3450830" y="464364"/>
                  </a:lnTo>
                  <a:lnTo>
                    <a:pt x="3294064" y="319104"/>
                  </a:lnTo>
                  <a:lnTo>
                    <a:pt x="3290285" y="315602"/>
                  </a:lnTo>
                  <a:lnTo>
                    <a:pt x="3286505" y="313418"/>
                  </a:lnTo>
                  <a:lnTo>
                    <a:pt x="3129739" y="222831"/>
                  </a:lnTo>
                  <a:lnTo>
                    <a:pt x="3125959" y="220647"/>
                  </a:lnTo>
                  <a:lnTo>
                    <a:pt x="3122180" y="219852"/>
                  </a:lnTo>
                  <a:lnTo>
                    <a:pt x="2965414" y="186877"/>
                  </a:lnTo>
                  <a:lnTo>
                    <a:pt x="2961634" y="186082"/>
                  </a:lnTo>
                  <a:lnTo>
                    <a:pt x="2957855" y="187728"/>
                  </a:lnTo>
                  <a:lnTo>
                    <a:pt x="2801088" y="255986"/>
                  </a:lnTo>
                  <a:lnTo>
                    <a:pt x="2797309" y="257632"/>
                  </a:lnTo>
                  <a:lnTo>
                    <a:pt x="2793529" y="258673"/>
                  </a:lnTo>
                  <a:lnTo>
                    <a:pt x="2636763" y="301856"/>
                  </a:lnTo>
                  <a:lnTo>
                    <a:pt x="2632984" y="302897"/>
                  </a:lnTo>
                  <a:lnTo>
                    <a:pt x="2629204" y="302955"/>
                  </a:lnTo>
                  <a:lnTo>
                    <a:pt x="2472438" y="305365"/>
                  </a:lnTo>
                  <a:lnTo>
                    <a:pt x="2468658" y="305423"/>
                  </a:lnTo>
                  <a:lnTo>
                    <a:pt x="2464879" y="305612"/>
                  </a:lnTo>
                  <a:lnTo>
                    <a:pt x="2308112" y="313448"/>
                  </a:lnTo>
                  <a:lnTo>
                    <a:pt x="2304333" y="313637"/>
                  </a:lnTo>
                  <a:lnTo>
                    <a:pt x="2300553" y="313433"/>
                  </a:lnTo>
                  <a:lnTo>
                    <a:pt x="2143787" y="304962"/>
                  </a:lnTo>
                  <a:lnTo>
                    <a:pt x="2140008" y="304758"/>
                  </a:lnTo>
                  <a:lnTo>
                    <a:pt x="2136228" y="304468"/>
                  </a:lnTo>
                  <a:lnTo>
                    <a:pt x="1979462" y="292450"/>
                  </a:lnTo>
                  <a:lnTo>
                    <a:pt x="1975682" y="292161"/>
                  </a:lnTo>
                  <a:lnTo>
                    <a:pt x="1971903" y="292246"/>
                  </a:lnTo>
                  <a:lnTo>
                    <a:pt x="1815137" y="295788"/>
                  </a:lnTo>
                  <a:lnTo>
                    <a:pt x="1811357" y="295873"/>
                  </a:lnTo>
                  <a:lnTo>
                    <a:pt x="1807578" y="297207"/>
                  </a:lnTo>
                  <a:lnTo>
                    <a:pt x="1650811" y="352509"/>
                  </a:lnTo>
                  <a:lnTo>
                    <a:pt x="1647032" y="353843"/>
                  </a:lnTo>
                  <a:lnTo>
                    <a:pt x="1643252" y="356468"/>
                  </a:lnTo>
                  <a:lnTo>
                    <a:pt x="1486486" y="465357"/>
                  </a:lnTo>
                  <a:lnTo>
                    <a:pt x="1482707" y="467982"/>
                  </a:lnTo>
                  <a:lnTo>
                    <a:pt x="1478927" y="470180"/>
                  </a:lnTo>
                  <a:lnTo>
                    <a:pt x="1322161" y="561354"/>
                  </a:lnTo>
                  <a:lnTo>
                    <a:pt x="1318381" y="563552"/>
                  </a:lnTo>
                  <a:lnTo>
                    <a:pt x="1314602" y="565871"/>
                  </a:lnTo>
                  <a:lnTo>
                    <a:pt x="1157835" y="662085"/>
                  </a:lnTo>
                  <a:lnTo>
                    <a:pt x="1154056" y="664404"/>
                  </a:lnTo>
                  <a:lnTo>
                    <a:pt x="1150276" y="666970"/>
                  </a:lnTo>
                  <a:lnTo>
                    <a:pt x="993510" y="773371"/>
                  </a:lnTo>
                  <a:lnTo>
                    <a:pt x="989731" y="775936"/>
                  </a:lnTo>
                  <a:lnTo>
                    <a:pt x="985951" y="777871"/>
                  </a:lnTo>
                  <a:lnTo>
                    <a:pt x="829185" y="858147"/>
                  </a:lnTo>
                  <a:lnTo>
                    <a:pt x="825405" y="860083"/>
                  </a:lnTo>
                  <a:lnTo>
                    <a:pt x="821626" y="860284"/>
                  </a:lnTo>
                  <a:lnTo>
                    <a:pt x="664860" y="868655"/>
                  </a:lnTo>
                  <a:lnTo>
                    <a:pt x="661080" y="868857"/>
                  </a:lnTo>
                  <a:lnTo>
                    <a:pt x="657301" y="868533"/>
                  </a:lnTo>
                  <a:lnTo>
                    <a:pt x="500534" y="855064"/>
                  </a:lnTo>
                  <a:lnTo>
                    <a:pt x="496755" y="854739"/>
                  </a:lnTo>
                  <a:lnTo>
                    <a:pt x="492975" y="854680"/>
                  </a:lnTo>
                  <a:lnTo>
                    <a:pt x="336209" y="852248"/>
                  </a:lnTo>
                  <a:lnTo>
                    <a:pt x="332430" y="852190"/>
                  </a:lnTo>
                  <a:lnTo>
                    <a:pt x="328650" y="851519"/>
                  </a:lnTo>
                  <a:lnTo>
                    <a:pt x="171884" y="823703"/>
                  </a:lnTo>
                  <a:lnTo>
                    <a:pt x="168104" y="823032"/>
                  </a:lnTo>
                  <a:lnTo>
                    <a:pt x="164325" y="821702"/>
                  </a:lnTo>
                  <a:lnTo>
                    <a:pt x="7558" y="766556"/>
                  </a:lnTo>
                  <a:lnTo>
                    <a:pt x="3779" y="765226"/>
                  </a:lnTo>
                  <a:lnTo>
                    <a:pt x="0" y="1168219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6347405" y="2417017"/>
              <a:ext cx="3779481" cy="811578"/>
            </a:xfrm>
            <a:custGeom>
              <a:avLst/>
              <a:pathLst>
                <a:path w="3779481" h="811578">
                  <a:moveTo>
                    <a:pt x="0" y="623545"/>
                  </a:moveTo>
                  <a:lnTo>
                    <a:pt x="3779" y="625299"/>
                  </a:lnTo>
                  <a:lnTo>
                    <a:pt x="160545" y="698076"/>
                  </a:lnTo>
                  <a:lnTo>
                    <a:pt x="164325" y="699831"/>
                  </a:lnTo>
                  <a:lnTo>
                    <a:pt x="168104" y="701037"/>
                  </a:lnTo>
                  <a:lnTo>
                    <a:pt x="324871" y="751088"/>
                  </a:lnTo>
                  <a:lnTo>
                    <a:pt x="328650" y="752294"/>
                  </a:lnTo>
                  <a:lnTo>
                    <a:pt x="332430" y="752902"/>
                  </a:lnTo>
                  <a:lnTo>
                    <a:pt x="489196" y="778125"/>
                  </a:lnTo>
                  <a:lnTo>
                    <a:pt x="492975" y="778733"/>
                  </a:lnTo>
                  <a:lnTo>
                    <a:pt x="496755" y="779488"/>
                  </a:lnTo>
                  <a:lnTo>
                    <a:pt x="653521" y="810822"/>
                  </a:lnTo>
                  <a:lnTo>
                    <a:pt x="657301" y="811578"/>
                  </a:lnTo>
                  <a:lnTo>
                    <a:pt x="661080" y="811527"/>
                  </a:lnTo>
                  <a:lnTo>
                    <a:pt x="817846" y="809425"/>
                  </a:lnTo>
                  <a:lnTo>
                    <a:pt x="821626" y="809374"/>
                  </a:lnTo>
                  <a:lnTo>
                    <a:pt x="825405" y="807196"/>
                  </a:lnTo>
                  <a:lnTo>
                    <a:pt x="982172" y="716853"/>
                  </a:lnTo>
                  <a:lnTo>
                    <a:pt x="985951" y="714675"/>
                  </a:lnTo>
                  <a:lnTo>
                    <a:pt x="989731" y="711528"/>
                  </a:lnTo>
                  <a:lnTo>
                    <a:pt x="1146497" y="581005"/>
                  </a:lnTo>
                  <a:lnTo>
                    <a:pt x="1150276" y="577858"/>
                  </a:lnTo>
                  <a:lnTo>
                    <a:pt x="1154056" y="574772"/>
                  </a:lnTo>
                  <a:lnTo>
                    <a:pt x="1310822" y="446798"/>
                  </a:lnTo>
                  <a:lnTo>
                    <a:pt x="1314602" y="443712"/>
                  </a:lnTo>
                  <a:lnTo>
                    <a:pt x="1318381" y="440780"/>
                  </a:lnTo>
                  <a:lnTo>
                    <a:pt x="1475148" y="319140"/>
                  </a:lnTo>
                  <a:lnTo>
                    <a:pt x="1478927" y="316207"/>
                  </a:lnTo>
                  <a:lnTo>
                    <a:pt x="1482707" y="313056"/>
                  </a:lnTo>
                  <a:lnTo>
                    <a:pt x="1639473" y="182372"/>
                  </a:lnTo>
                  <a:lnTo>
                    <a:pt x="1643252" y="179221"/>
                  </a:lnTo>
                  <a:lnTo>
                    <a:pt x="1647032" y="177675"/>
                  </a:lnTo>
                  <a:lnTo>
                    <a:pt x="1803798" y="113533"/>
                  </a:lnTo>
                  <a:lnTo>
                    <a:pt x="1807578" y="111987"/>
                  </a:lnTo>
                  <a:lnTo>
                    <a:pt x="1811357" y="111921"/>
                  </a:lnTo>
                  <a:lnTo>
                    <a:pt x="1968123" y="109192"/>
                  </a:lnTo>
                  <a:lnTo>
                    <a:pt x="1971903" y="109126"/>
                  </a:lnTo>
                  <a:lnTo>
                    <a:pt x="1975682" y="109570"/>
                  </a:lnTo>
                  <a:lnTo>
                    <a:pt x="2132449" y="127977"/>
                  </a:lnTo>
                  <a:lnTo>
                    <a:pt x="2136228" y="128421"/>
                  </a:lnTo>
                  <a:lnTo>
                    <a:pt x="2140008" y="128825"/>
                  </a:lnTo>
                  <a:lnTo>
                    <a:pt x="2296774" y="145570"/>
                  </a:lnTo>
                  <a:lnTo>
                    <a:pt x="2300553" y="145974"/>
                  </a:lnTo>
                  <a:lnTo>
                    <a:pt x="2304333" y="145896"/>
                  </a:lnTo>
                  <a:lnTo>
                    <a:pt x="2461099" y="142675"/>
                  </a:lnTo>
                  <a:lnTo>
                    <a:pt x="2464879" y="142597"/>
                  </a:lnTo>
                  <a:lnTo>
                    <a:pt x="2468658" y="142572"/>
                  </a:lnTo>
                  <a:lnTo>
                    <a:pt x="2625425" y="141545"/>
                  </a:lnTo>
                  <a:lnTo>
                    <a:pt x="2629204" y="141520"/>
                  </a:lnTo>
                  <a:lnTo>
                    <a:pt x="2632984" y="140284"/>
                  </a:lnTo>
                  <a:lnTo>
                    <a:pt x="2789750" y="88999"/>
                  </a:lnTo>
                  <a:lnTo>
                    <a:pt x="2793529" y="87762"/>
                  </a:lnTo>
                  <a:lnTo>
                    <a:pt x="2797309" y="85744"/>
                  </a:lnTo>
                  <a:lnTo>
                    <a:pt x="2954075" y="2018"/>
                  </a:lnTo>
                  <a:lnTo>
                    <a:pt x="2957855" y="0"/>
                  </a:lnTo>
                  <a:lnTo>
                    <a:pt x="2961634" y="257"/>
                  </a:lnTo>
                  <a:lnTo>
                    <a:pt x="3118400" y="10918"/>
                  </a:lnTo>
                  <a:lnTo>
                    <a:pt x="3122180" y="11176"/>
                  </a:lnTo>
                  <a:lnTo>
                    <a:pt x="3125959" y="13108"/>
                  </a:lnTo>
                  <a:lnTo>
                    <a:pt x="3282726" y="93248"/>
                  </a:lnTo>
                  <a:lnTo>
                    <a:pt x="3286505" y="95180"/>
                  </a:lnTo>
                  <a:lnTo>
                    <a:pt x="3290285" y="98928"/>
                  </a:lnTo>
                  <a:lnTo>
                    <a:pt x="3447051" y="254405"/>
                  </a:lnTo>
                  <a:lnTo>
                    <a:pt x="3450830" y="258153"/>
                  </a:lnTo>
                  <a:lnTo>
                    <a:pt x="3454610" y="261085"/>
                  </a:lnTo>
                  <a:lnTo>
                    <a:pt x="3611376" y="382696"/>
                  </a:lnTo>
                  <a:lnTo>
                    <a:pt x="3615156" y="385628"/>
                  </a:lnTo>
                  <a:lnTo>
                    <a:pt x="3618935" y="388574"/>
                  </a:lnTo>
                  <a:lnTo>
                    <a:pt x="3775702" y="510769"/>
                  </a:lnTo>
                  <a:lnTo>
                    <a:pt x="3779481" y="513715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6343625" y="2603100"/>
              <a:ext cx="3787040" cy="982136"/>
            </a:xfrm>
            <a:custGeom>
              <a:avLst/>
              <a:pathLst>
                <a:path w="3787040" h="982136">
                  <a:moveTo>
                    <a:pt x="3779" y="579144"/>
                  </a:moveTo>
                  <a:lnTo>
                    <a:pt x="7558" y="580473"/>
                  </a:lnTo>
                  <a:lnTo>
                    <a:pt x="164325" y="635620"/>
                  </a:lnTo>
                  <a:lnTo>
                    <a:pt x="168104" y="636949"/>
                  </a:lnTo>
                  <a:lnTo>
                    <a:pt x="171884" y="637620"/>
                  </a:lnTo>
                  <a:lnTo>
                    <a:pt x="328650" y="665436"/>
                  </a:lnTo>
                  <a:lnTo>
                    <a:pt x="332430" y="666107"/>
                  </a:lnTo>
                  <a:lnTo>
                    <a:pt x="336209" y="666166"/>
                  </a:lnTo>
                  <a:lnTo>
                    <a:pt x="492975" y="668598"/>
                  </a:lnTo>
                  <a:lnTo>
                    <a:pt x="496755" y="668657"/>
                  </a:lnTo>
                  <a:lnTo>
                    <a:pt x="500534" y="668981"/>
                  </a:lnTo>
                  <a:lnTo>
                    <a:pt x="657301" y="682450"/>
                  </a:lnTo>
                  <a:lnTo>
                    <a:pt x="661080" y="682775"/>
                  </a:lnTo>
                  <a:lnTo>
                    <a:pt x="664860" y="682573"/>
                  </a:lnTo>
                  <a:lnTo>
                    <a:pt x="821626" y="674202"/>
                  </a:lnTo>
                  <a:lnTo>
                    <a:pt x="825405" y="674000"/>
                  </a:lnTo>
                  <a:lnTo>
                    <a:pt x="829185" y="672065"/>
                  </a:lnTo>
                  <a:lnTo>
                    <a:pt x="985951" y="591789"/>
                  </a:lnTo>
                  <a:lnTo>
                    <a:pt x="989731" y="589853"/>
                  </a:lnTo>
                  <a:lnTo>
                    <a:pt x="993510" y="587288"/>
                  </a:lnTo>
                  <a:lnTo>
                    <a:pt x="1150276" y="480887"/>
                  </a:lnTo>
                  <a:lnTo>
                    <a:pt x="1154056" y="478322"/>
                  </a:lnTo>
                  <a:lnTo>
                    <a:pt x="1157835" y="476002"/>
                  </a:lnTo>
                  <a:lnTo>
                    <a:pt x="1314602" y="379789"/>
                  </a:lnTo>
                  <a:lnTo>
                    <a:pt x="1318381" y="377469"/>
                  </a:lnTo>
                  <a:lnTo>
                    <a:pt x="1322161" y="375271"/>
                  </a:lnTo>
                  <a:lnTo>
                    <a:pt x="1478927" y="284098"/>
                  </a:lnTo>
                  <a:lnTo>
                    <a:pt x="1482707" y="281900"/>
                  </a:lnTo>
                  <a:lnTo>
                    <a:pt x="1486486" y="279275"/>
                  </a:lnTo>
                  <a:lnTo>
                    <a:pt x="1643252" y="170385"/>
                  </a:lnTo>
                  <a:lnTo>
                    <a:pt x="1647032" y="167760"/>
                  </a:lnTo>
                  <a:lnTo>
                    <a:pt x="1650811" y="166427"/>
                  </a:lnTo>
                  <a:lnTo>
                    <a:pt x="1807578" y="111124"/>
                  </a:lnTo>
                  <a:lnTo>
                    <a:pt x="1811357" y="109791"/>
                  </a:lnTo>
                  <a:lnTo>
                    <a:pt x="1815137" y="109705"/>
                  </a:lnTo>
                  <a:lnTo>
                    <a:pt x="1971903" y="106164"/>
                  </a:lnTo>
                  <a:lnTo>
                    <a:pt x="1975682" y="106078"/>
                  </a:lnTo>
                  <a:lnTo>
                    <a:pt x="1979462" y="106368"/>
                  </a:lnTo>
                  <a:lnTo>
                    <a:pt x="2136228" y="118386"/>
                  </a:lnTo>
                  <a:lnTo>
                    <a:pt x="2140008" y="118676"/>
                  </a:lnTo>
                  <a:lnTo>
                    <a:pt x="2143787" y="118880"/>
                  </a:lnTo>
                  <a:lnTo>
                    <a:pt x="2300553" y="127350"/>
                  </a:lnTo>
                  <a:lnTo>
                    <a:pt x="2304333" y="127554"/>
                  </a:lnTo>
                  <a:lnTo>
                    <a:pt x="2308112" y="127366"/>
                  </a:lnTo>
                  <a:lnTo>
                    <a:pt x="2464879" y="119529"/>
                  </a:lnTo>
                  <a:lnTo>
                    <a:pt x="2468658" y="119340"/>
                  </a:lnTo>
                  <a:lnTo>
                    <a:pt x="2472438" y="119282"/>
                  </a:lnTo>
                  <a:lnTo>
                    <a:pt x="2629204" y="116873"/>
                  </a:lnTo>
                  <a:lnTo>
                    <a:pt x="2632984" y="116815"/>
                  </a:lnTo>
                  <a:lnTo>
                    <a:pt x="2636763" y="115774"/>
                  </a:lnTo>
                  <a:lnTo>
                    <a:pt x="2793529" y="72590"/>
                  </a:lnTo>
                  <a:lnTo>
                    <a:pt x="2797309" y="71549"/>
                  </a:lnTo>
                  <a:lnTo>
                    <a:pt x="2801088" y="69904"/>
                  </a:lnTo>
                  <a:lnTo>
                    <a:pt x="2957855" y="1645"/>
                  </a:lnTo>
                  <a:lnTo>
                    <a:pt x="2961634" y="0"/>
                  </a:lnTo>
                  <a:lnTo>
                    <a:pt x="2965414" y="794"/>
                  </a:lnTo>
                  <a:lnTo>
                    <a:pt x="3122180" y="33770"/>
                  </a:lnTo>
                  <a:lnTo>
                    <a:pt x="3125959" y="34565"/>
                  </a:lnTo>
                  <a:lnTo>
                    <a:pt x="3129739" y="36749"/>
                  </a:lnTo>
                  <a:lnTo>
                    <a:pt x="3286505" y="127336"/>
                  </a:lnTo>
                  <a:lnTo>
                    <a:pt x="3290285" y="129520"/>
                  </a:lnTo>
                  <a:lnTo>
                    <a:pt x="3294064" y="133022"/>
                  </a:lnTo>
                  <a:lnTo>
                    <a:pt x="3450830" y="278282"/>
                  </a:lnTo>
                  <a:lnTo>
                    <a:pt x="3454610" y="281784"/>
                  </a:lnTo>
                  <a:lnTo>
                    <a:pt x="3458389" y="284146"/>
                  </a:lnTo>
                  <a:lnTo>
                    <a:pt x="3615156" y="382114"/>
                  </a:lnTo>
                  <a:lnTo>
                    <a:pt x="3618935" y="384476"/>
                  </a:lnTo>
                  <a:lnTo>
                    <a:pt x="3622715" y="386880"/>
                  </a:lnTo>
                  <a:lnTo>
                    <a:pt x="3779481" y="486560"/>
                  </a:lnTo>
                  <a:lnTo>
                    <a:pt x="3783261" y="488963"/>
                  </a:lnTo>
                  <a:lnTo>
                    <a:pt x="3787040" y="982136"/>
                  </a:lnTo>
                  <a:lnTo>
                    <a:pt x="3783261" y="496017"/>
                  </a:lnTo>
                  <a:lnTo>
                    <a:pt x="3779481" y="493658"/>
                  </a:lnTo>
                  <a:lnTo>
                    <a:pt x="3622715" y="395823"/>
                  </a:lnTo>
                  <a:lnTo>
                    <a:pt x="3618935" y="393464"/>
                  </a:lnTo>
                  <a:lnTo>
                    <a:pt x="3615156" y="391108"/>
                  </a:lnTo>
                  <a:lnTo>
                    <a:pt x="3458389" y="293377"/>
                  </a:lnTo>
                  <a:lnTo>
                    <a:pt x="3454610" y="291020"/>
                  </a:lnTo>
                  <a:lnTo>
                    <a:pt x="3450830" y="287628"/>
                  </a:lnTo>
                  <a:lnTo>
                    <a:pt x="3294064" y="146904"/>
                  </a:lnTo>
                  <a:lnTo>
                    <a:pt x="3290285" y="143511"/>
                  </a:lnTo>
                  <a:lnTo>
                    <a:pt x="3286505" y="141394"/>
                  </a:lnTo>
                  <a:lnTo>
                    <a:pt x="3129739" y="53600"/>
                  </a:lnTo>
                  <a:lnTo>
                    <a:pt x="3125959" y="51483"/>
                  </a:lnTo>
                  <a:lnTo>
                    <a:pt x="3122180" y="50728"/>
                  </a:lnTo>
                  <a:lnTo>
                    <a:pt x="2965414" y="19432"/>
                  </a:lnTo>
                  <a:lnTo>
                    <a:pt x="2961634" y="18678"/>
                  </a:lnTo>
                  <a:lnTo>
                    <a:pt x="2957855" y="20195"/>
                  </a:lnTo>
                  <a:lnTo>
                    <a:pt x="2801088" y="83141"/>
                  </a:lnTo>
                  <a:lnTo>
                    <a:pt x="2797309" y="84659"/>
                  </a:lnTo>
                  <a:lnTo>
                    <a:pt x="2793529" y="85611"/>
                  </a:lnTo>
                  <a:lnTo>
                    <a:pt x="2636763" y="125120"/>
                  </a:lnTo>
                  <a:lnTo>
                    <a:pt x="2632984" y="126073"/>
                  </a:lnTo>
                  <a:lnTo>
                    <a:pt x="2629204" y="126111"/>
                  </a:lnTo>
                  <a:lnTo>
                    <a:pt x="2472438" y="127700"/>
                  </a:lnTo>
                  <a:lnTo>
                    <a:pt x="2468658" y="127738"/>
                  </a:lnTo>
                  <a:lnTo>
                    <a:pt x="2464879" y="127924"/>
                  </a:lnTo>
                  <a:lnTo>
                    <a:pt x="2308112" y="135640"/>
                  </a:lnTo>
                  <a:lnTo>
                    <a:pt x="2304333" y="135826"/>
                  </a:lnTo>
                  <a:lnTo>
                    <a:pt x="2300553" y="135667"/>
                  </a:lnTo>
                  <a:lnTo>
                    <a:pt x="2143787" y="129051"/>
                  </a:lnTo>
                  <a:lnTo>
                    <a:pt x="2140008" y="128891"/>
                  </a:lnTo>
                  <a:lnTo>
                    <a:pt x="2136228" y="128689"/>
                  </a:lnTo>
                  <a:lnTo>
                    <a:pt x="1979462" y="120301"/>
                  </a:lnTo>
                  <a:lnTo>
                    <a:pt x="1975682" y="120099"/>
                  </a:lnTo>
                  <a:lnTo>
                    <a:pt x="1971903" y="120258"/>
                  </a:lnTo>
                  <a:lnTo>
                    <a:pt x="1815137" y="126871"/>
                  </a:lnTo>
                  <a:lnTo>
                    <a:pt x="1811357" y="127030"/>
                  </a:lnTo>
                  <a:lnTo>
                    <a:pt x="1807578" y="128332"/>
                  </a:lnTo>
                  <a:lnTo>
                    <a:pt x="1650811" y="182347"/>
                  </a:lnTo>
                  <a:lnTo>
                    <a:pt x="1647032" y="183650"/>
                  </a:lnTo>
                  <a:lnTo>
                    <a:pt x="1643252" y="186207"/>
                  </a:lnTo>
                  <a:lnTo>
                    <a:pt x="1486486" y="292291"/>
                  </a:lnTo>
                  <a:lnTo>
                    <a:pt x="1482707" y="294848"/>
                  </a:lnTo>
                  <a:lnTo>
                    <a:pt x="1478927" y="297024"/>
                  </a:lnTo>
                  <a:lnTo>
                    <a:pt x="1322161" y="387288"/>
                  </a:lnTo>
                  <a:lnTo>
                    <a:pt x="1318381" y="389464"/>
                  </a:lnTo>
                  <a:lnTo>
                    <a:pt x="1314602" y="391742"/>
                  </a:lnTo>
                  <a:lnTo>
                    <a:pt x="1157835" y="486239"/>
                  </a:lnTo>
                  <a:lnTo>
                    <a:pt x="1154056" y="488517"/>
                  </a:lnTo>
                  <a:lnTo>
                    <a:pt x="1150276" y="490996"/>
                  </a:lnTo>
                  <a:lnTo>
                    <a:pt x="993510" y="593844"/>
                  </a:lnTo>
                  <a:lnTo>
                    <a:pt x="989731" y="596324"/>
                  </a:lnTo>
                  <a:lnTo>
                    <a:pt x="985951" y="598200"/>
                  </a:lnTo>
                  <a:lnTo>
                    <a:pt x="829185" y="676031"/>
                  </a:lnTo>
                  <a:lnTo>
                    <a:pt x="825405" y="677907"/>
                  </a:lnTo>
                  <a:lnTo>
                    <a:pt x="821626" y="678096"/>
                  </a:lnTo>
                  <a:lnTo>
                    <a:pt x="664860" y="685910"/>
                  </a:lnTo>
                  <a:lnTo>
                    <a:pt x="661080" y="686099"/>
                  </a:lnTo>
                  <a:lnTo>
                    <a:pt x="657301" y="685789"/>
                  </a:lnTo>
                  <a:lnTo>
                    <a:pt x="500534" y="672932"/>
                  </a:lnTo>
                  <a:lnTo>
                    <a:pt x="496755" y="672622"/>
                  </a:lnTo>
                  <a:lnTo>
                    <a:pt x="492975" y="672551"/>
                  </a:lnTo>
                  <a:lnTo>
                    <a:pt x="336209" y="669604"/>
                  </a:lnTo>
                  <a:lnTo>
                    <a:pt x="332430" y="669532"/>
                  </a:lnTo>
                  <a:lnTo>
                    <a:pt x="328650" y="668883"/>
                  </a:lnTo>
                  <a:lnTo>
                    <a:pt x="171884" y="641949"/>
                  </a:lnTo>
                  <a:lnTo>
                    <a:pt x="168104" y="641300"/>
                  </a:lnTo>
                  <a:lnTo>
                    <a:pt x="164325" y="640001"/>
                  </a:lnTo>
                  <a:lnTo>
                    <a:pt x="7558" y="586110"/>
                  </a:lnTo>
                  <a:lnTo>
                    <a:pt x="3779" y="584810"/>
                  </a:lnTo>
                  <a:lnTo>
                    <a:pt x="0" y="982136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6347405" y="2603100"/>
              <a:ext cx="3779481" cy="682775"/>
            </a:xfrm>
            <a:custGeom>
              <a:avLst/>
              <a:pathLst>
                <a:path w="3779481" h="682775">
                  <a:moveTo>
                    <a:pt x="0" y="579144"/>
                  </a:moveTo>
                  <a:lnTo>
                    <a:pt x="3779" y="580473"/>
                  </a:lnTo>
                  <a:lnTo>
                    <a:pt x="160545" y="635620"/>
                  </a:lnTo>
                  <a:lnTo>
                    <a:pt x="164325" y="636949"/>
                  </a:lnTo>
                  <a:lnTo>
                    <a:pt x="168104" y="637620"/>
                  </a:lnTo>
                  <a:lnTo>
                    <a:pt x="324871" y="665436"/>
                  </a:lnTo>
                  <a:lnTo>
                    <a:pt x="328650" y="666107"/>
                  </a:lnTo>
                  <a:lnTo>
                    <a:pt x="332430" y="666166"/>
                  </a:lnTo>
                  <a:lnTo>
                    <a:pt x="489196" y="668598"/>
                  </a:lnTo>
                  <a:lnTo>
                    <a:pt x="492975" y="668657"/>
                  </a:lnTo>
                  <a:lnTo>
                    <a:pt x="496755" y="668981"/>
                  </a:lnTo>
                  <a:lnTo>
                    <a:pt x="653521" y="682450"/>
                  </a:lnTo>
                  <a:lnTo>
                    <a:pt x="657301" y="682775"/>
                  </a:lnTo>
                  <a:lnTo>
                    <a:pt x="661080" y="682573"/>
                  </a:lnTo>
                  <a:lnTo>
                    <a:pt x="817846" y="674202"/>
                  </a:lnTo>
                  <a:lnTo>
                    <a:pt x="821626" y="674000"/>
                  </a:lnTo>
                  <a:lnTo>
                    <a:pt x="825405" y="672065"/>
                  </a:lnTo>
                  <a:lnTo>
                    <a:pt x="982172" y="591789"/>
                  </a:lnTo>
                  <a:lnTo>
                    <a:pt x="985951" y="589853"/>
                  </a:lnTo>
                  <a:lnTo>
                    <a:pt x="989731" y="587288"/>
                  </a:lnTo>
                  <a:lnTo>
                    <a:pt x="1146497" y="480887"/>
                  </a:lnTo>
                  <a:lnTo>
                    <a:pt x="1150276" y="478322"/>
                  </a:lnTo>
                  <a:lnTo>
                    <a:pt x="1154056" y="476002"/>
                  </a:lnTo>
                  <a:lnTo>
                    <a:pt x="1310822" y="379789"/>
                  </a:lnTo>
                  <a:lnTo>
                    <a:pt x="1314602" y="377469"/>
                  </a:lnTo>
                  <a:lnTo>
                    <a:pt x="1318381" y="375271"/>
                  </a:lnTo>
                  <a:lnTo>
                    <a:pt x="1475148" y="284098"/>
                  </a:lnTo>
                  <a:lnTo>
                    <a:pt x="1478927" y="281900"/>
                  </a:lnTo>
                  <a:lnTo>
                    <a:pt x="1482707" y="279275"/>
                  </a:lnTo>
                  <a:lnTo>
                    <a:pt x="1639473" y="170385"/>
                  </a:lnTo>
                  <a:lnTo>
                    <a:pt x="1643252" y="167760"/>
                  </a:lnTo>
                  <a:lnTo>
                    <a:pt x="1647032" y="166427"/>
                  </a:lnTo>
                  <a:lnTo>
                    <a:pt x="1803798" y="111124"/>
                  </a:lnTo>
                  <a:lnTo>
                    <a:pt x="1807578" y="109791"/>
                  </a:lnTo>
                  <a:lnTo>
                    <a:pt x="1811357" y="109705"/>
                  </a:lnTo>
                  <a:lnTo>
                    <a:pt x="1968123" y="106164"/>
                  </a:lnTo>
                  <a:lnTo>
                    <a:pt x="1971903" y="106078"/>
                  </a:lnTo>
                  <a:lnTo>
                    <a:pt x="1975682" y="106368"/>
                  </a:lnTo>
                  <a:lnTo>
                    <a:pt x="2132449" y="118386"/>
                  </a:lnTo>
                  <a:lnTo>
                    <a:pt x="2136228" y="118676"/>
                  </a:lnTo>
                  <a:lnTo>
                    <a:pt x="2140008" y="118880"/>
                  </a:lnTo>
                  <a:lnTo>
                    <a:pt x="2296774" y="127350"/>
                  </a:lnTo>
                  <a:lnTo>
                    <a:pt x="2300553" y="127554"/>
                  </a:lnTo>
                  <a:lnTo>
                    <a:pt x="2304333" y="127366"/>
                  </a:lnTo>
                  <a:lnTo>
                    <a:pt x="2461099" y="119529"/>
                  </a:lnTo>
                  <a:lnTo>
                    <a:pt x="2464879" y="119340"/>
                  </a:lnTo>
                  <a:lnTo>
                    <a:pt x="2468658" y="119282"/>
                  </a:lnTo>
                  <a:lnTo>
                    <a:pt x="2625425" y="116873"/>
                  </a:lnTo>
                  <a:lnTo>
                    <a:pt x="2629204" y="116815"/>
                  </a:lnTo>
                  <a:lnTo>
                    <a:pt x="2632984" y="115774"/>
                  </a:lnTo>
                  <a:lnTo>
                    <a:pt x="2789750" y="72590"/>
                  </a:lnTo>
                  <a:lnTo>
                    <a:pt x="2793529" y="71549"/>
                  </a:lnTo>
                  <a:lnTo>
                    <a:pt x="2797309" y="69904"/>
                  </a:lnTo>
                  <a:lnTo>
                    <a:pt x="2954075" y="1645"/>
                  </a:lnTo>
                  <a:lnTo>
                    <a:pt x="2957855" y="0"/>
                  </a:lnTo>
                  <a:lnTo>
                    <a:pt x="2961634" y="794"/>
                  </a:lnTo>
                  <a:lnTo>
                    <a:pt x="3118400" y="33770"/>
                  </a:lnTo>
                  <a:lnTo>
                    <a:pt x="3122180" y="34565"/>
                  </a:lnTo>
                  <a:lnTo>
                    <a:pt x="3125959" y="36749"/>
                  </a:lnTo>
                  <a:lnTo>
                    <a:pt x="3282726" y="127336"/>
                  </a:lnTo>
                  <a:lnTo>
                    <a:pt x="3286505" y="129520"/>
                  </a:lnTo>
                  <a:lnTo>
                    <a:pt x="3290285" y="133022"/>
                  </a:lnTo>
                  <a:lnTo>
                    <a:pt x="3447051" y="278282"/>
                  </a:lnTo>
                  <a:lnTo>
                    <a:pt x="3450830" y="281784"/>
                  </a:lnTo>
                  <a:lnTo>
                    <a:pt x="3454610" y="284146"/>
                  </a:lnTo>
                  <a:lnTo>
                    <a:pt x="3611376" y="382114"/>
                  </a:lnTo>
                  <a:lnTo>
                    <a:pt x="3615156" y="384476"/>
                  </a:lnTo>
                  <a:lnTo>
                    <a:pt x="3618935" y="386880"/>
                  </a:lnTo>
                  <a:lnTo>
                    <a:pt x="3775702" y="486560"/>
                  </a:lnTo>
                  <a:lnTo>
                    <a:pt x="3779481" y="48896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6343625" y="2621778"/>
              <a:ext cx="3787040" cy="963458"/>
            </a:xfrm>
            <a:custGeom>
              <a:avLst/>
              <a:pathLst>
                <a:path w="3787040" h="963458">
                  <a:moveTo>
                    <a:pt x="3779" y="566132"/>
                  </a:moveTo>
                  <a:lnTo>
                    <a:pt x="7558" y="567432"/>
                  </a:lnTo>
                  <a:lnTo>
                    <a:pt x="164325" y="621322"/>
                  </a:lnTo>
                  <a:lnTo>
                    <a:pt x="168104" y="622622"/>
                  </a:lnTo>
                  <a:lnTo>
                    <a:pt x="171884" y="623271"/>
                  </a:lnTo>
                  <a:lnTo>
                    <a:pt x="328650" y="650205"/>
                  </a:lnTo>
                  <a:lnTo>
                    <a:pt x="332430" y="650854"/>
                  </a:lnTo>
                  <a:lnTo>
                    <a:pt x="336209" y="650925"/>
                  </a:lnTo>
                  <a:lnTo>
                    <a:pt x="492975" y="653873"/>
                  </a:lnTo>
                  <a:lnTo>
                    <a:pt x="496755" y="653944"/>
                  </a:lnTo>
                  <a:lnTo>
                    <a:pt x="500534" y="654254"/>
                  </a:lnTo>
                  <a:lnTo>
                    <a:pt x="657301" y="667111"/>
                  </a:lnTo>
                  <a:lnTo>
                    <a:pt x="661080" y="667421"/>
                  </a:lnTo>
                  <a:lnTo>
                    <a:pt x="664860" y="667232"/>
                  </a:lnTo>
                  <a:lnTo>
                    <a:pt x="821626" y="659418"/>
                  </a:lnTo>
                  <a:lnTo>
                    <a:pt x="825405" y="659229"/>
                  </a:lnTo>
                  <a:lnTo>
                    <a:pt x="829185" y="657353"/>
                  </a:lnTo>
                  <a:lnTo>
                    <a:pt x="985951" y="579522"/>
                  </a:lnTo>
                  <a:lnTo>
                    <a:pt x="989731" y="577646"/>
                  </a:lnTo>
                  <a:lnTo>
                    <a:pt x="993510" y="575166"/>
                  </a:lnTo>
                  <a:lnTo>
                    <a:pt x="1150276" y="472318"/>
                  </a:lnTo>
                  <a:lnTo>
                    <a:pt x="1154056" y="469839"/>
                  </a:lnTo>
                  <a:lnTo>
                    <a:pt x="1157835" y="467560"/>
                  </a:lnTo>
                  <a:lnTo>
                    <a:pt x="1314602" y="373064"/>
                  </a:lnTo>
                  <a:lnTo>
                    <a:pt x="1318381" y="370786"/>
                  </a:lnTo>
                  <a:lnTo>
                    <a:pt x="1322161" y="368610"/>
                  </a:lnTo>
                  <a:lnTo>
                    <a:pt x="1478927" y="278346"/>
                  </a:lnTo>
                  <a:lnTo>
                    <a:pt x="1482707" y="276170"/>
                  </a:lnTo>
                  <a:lnTo>
                    <a:pt x="1486486" y="273612"/>
                  </a:lnTo>
                  <a:lnTo>
                    <a:pt x="1643252" y="167529"/>
                  </a:lnTo>
                  <a:lnTo>
                    <a:pt x="1647032" y="164971"/>
                  </a:lnTo>
                  <a:lnTo>
                    <a:pt x="1650811" y="163669"/>
                  </a:lnTo>
                  <a:lnTo>
                    <a:pt x="1807578" y="109654"/>
                  </a:lnTo>
                  <a:lnTo>
                    <a:pt x="1811357" y="108352"/>
                  </a:lnTo>
                  <a:lnTo>
                    <a:pt x="1815137" y="108193"/>
                  </a:lnTo>
                  <a:lnTo>
                    <a:pt x="1971903" y="101580"/>
                  </a:lnTo>
                  <a:lnTo>
                    <a:pt x="1975682" y="101421"/>
                  </a:lnTo>
                  <a:lnTo>
                    <a:pt x="1979462" y="101623"/>
                  </a:lnTo>
                  <a:lnTo>
                    <a:pt x="2136228" y="110011"/>
                  </a:lnTo>
                  <a:lnTo>
                    <a:pt x="2140008" y="110213"/>
                  </a:lnTo>
                  <a:lnTo>
                    <a:pt x="2143787" y="110373"/>
                  </a:lnTo>
                  <a:lnTo>
                    <a:pt x="2300553" y="116989"/>
                  </a:lnTo>
                  <a:lnTo>
                    <a:pt x="2304333" y="117148"/>
                  </a:lnTo>
                  <a:lnTo>
                    <a:pt x="2308112" y="116962"/>
                  </a:lnTo>
                  <a:lnTo>
                    <a:pt x="2464879" y="109246"/>
                  </a:lnTo>
                  <a:lnTo>
                    <a:pt x="2468658" y="109060"/>
                  </a:lnTo>
                  <a:lnTo>
                    <a:pt x="2472438" y="109021"/>
                  </a:lnTo>
                  <a:lnTo>
                    <a:pt x="2629204" y="107433"/>
                  </a:lnTo>
                  <a:lnTo>
                    <a:pt x="2632984" y="107394"/>
                  </a:lnTo>
                  <a:lnTo>
                    <a:pt x="2636763" y="106442"/>
                  </a:lnTo>
                  <a:lnTo>
                    <a:pt x="2793529" y="66933"/>
                  </a:lnTo>
                  <a:lnTo>
                    <a:pt x="2797309" y="65980"/>
                  </a:lnTo>
                  <a:lnTo>
                    <a:pt x="2801088" y="64463"/>
                  </a:lnTo>
                  <a:lnTo>
                    <a:pt x="2957855" y="1517"/>
                  </a:lnTo>
                  <a:lnTo>
                    <a:pt x="2961634" y="0"/>
                  </a:lnTo>
                  <a:lnTo>
                    <a:pt x="2965414" y="754"/>
                  </a:lnTo>
                  <a:lnTo>
                    <a:pt x="3122180" y="32050"/>
                  </a:lnTo>
                  <a:lnTo>
                    <a:pt x="3125959" y="32805"/>
                  </a:lnTo>
                  <a:lnTo>
                    <a:pt x="3129739" y="34921"/>
                  </a:lnTo>
                  <a:lnTo>
                    <a:pt x="3286505" y="122716"/>
                  </a:lnTo>
                  <a:lnTo>
                    <a:pt x="3290285" y="124833"/>
                  </a:lnTo>
                  <a:lnTo>
                    <a:pt x="3294064" y="128226"/>
                  </a:lnTo>
                  <a:lnTo>
                    <a:pt x="3450830" y="268950"/>
                  </a:lnTo>
                  <a:lnTo>
                    <a:pt x="3454610" y="272342"/>
                  </a:lnTo>
                  <a:lnTo>
                    <a:pt x="3458389" y="274699"/>
                  </a:lnTo>
                  <a:lnTo>
                    <a:pt x="3615156" y="372430"/>
                  </a:lnTo>
                  <a:lnTo>
                    <a:pt x="3618935" y="374786"/>
                  </a:lnTo>
                  <a:lnTo>
                    <a:pt x="3622715" y="377145"/>
                  </a:lnTo>
                  <a:lnTo>
                    <a:pt x="3779481" y="474980"/>
                  </a:lnTo>
                  <a:lnTo>
                    <a:pt x="3783261" y="477339"/>
                  </a:lnTo>
                  <a:lnTo>
                    <a:pt x="3787040" y="963458"/>
                  </a:lnTo>
                  <a:lnTo>
                    <a:pt x="3783261" y="963458"/>
                  </a:lnTo>
                  <a:lnTo>
                    <a:pt x="3779481" y="963458"/>
                  </a:lnTo>
                  <a:lnTo>
                    <a:pt x="3622715" y="963458"/>
                  </a:lnTo>
                  <a:lnTo>
                    <a:pt x="3618935" y="963458"/>
                  </a:lnTo>
                  <a:lnTo>
                    <a:pt x="3615156" y="963458"/>
                  </a:lnTo>
                  <a:lnTo>
                    <a:pt x="3458389" y="963458"/>
                  </a:lnTo>
                  <a:lnTo>
                    <a:pt x="3454610" y="963458"/>
                  </a:lnTo>
                  <a:lnTo>
                    <a:pt x="3450830" y="963458"/>
                  </a:lnTo>
                  <a:lnTo>
                    <a:pt x="3294064" y="963458"/>
                  </a:lnTo>
                  <a:lnTo>
                    <a:pt x="3290285" y="963458"/>
                  </a:lnTo>
                  <a:lnTo>
                    <a:pt x="3286505" y="963458"/>
                  </a:lnTo>
                  <a:lnTo>
                    <a:pt x="3129739" y="963458"/>
                  </a:lnTo>
                  <a:lnTo>
                    <a:pt x="3125959" y="963458"/>
                  </a:lnTo>
                  <a:lnTo>
                    <a:pt x="3122180" y="963458"/>
                  </a:lnTo>
                  <a:lnTo>
                    <a:pt x="2965414" y="963458"/>
                  </a:lnTo>
                  <a:lnTo>
                    <a:pt x="2961634" y="963458"/>
                  </a:lnTo>
                  <a:lnTo>
                    <a:pt x="2957855" y="963458"/>
                  </a:lnTo>
                  <a:lnTo>
                    <a:pt x="2801088" y="963458"/>
                  </a:lnTo>
                  <a:lnTo>
                    <a:pt x="2797309" y="963458"/>
                  </a:lnTo>
                  <a:lnTo>
                    <a:pt x="2793529" y="963458"/>
                  </a:lnTo>
                  <a:lnTo>
                    <a:pt x="2636763" y="963458"/>
                  </a:lnTo>
                  <a:lnTo>
                    <a:pt x="2632984" y="963458"/>
                  </a:lnTo>
                  <a:lnTo>
                    <a:pt x="2629204" y="963458"/>
                  </a:lnTo>
                  <a:lnTo>
                    <a:pt x="2472438" y="963458"/>
                  </a:lnTo>
                  <a:lnTo>
                    <a:pt x="2468658" y="963458"/>
                  </a:lnTo>
                  <a:lnTo>
                    <a:pt x="2464879" y="963458"/>
                  </a:lnTo>
                  <a:lnTo>
                    <a:pt x="2308112" y="963458"/>
                  </a:lnTo>
                  <a:lnTo>
                    <a:pt x="2304333" y="963458"/>
                  </a:lnTo>
                  <a:lnTo>
                    <a:pt x="2300553" y="963458"/>
                  </a:lnTo>
                  <a:lnTo>
                    <a:pt x="2143787" y="963458"/>
                  </a:lnTo>
                  <a:lnTo>
                    <a:pt x="2140008" y="963458"/>
                  </a:lnTo>
                  <a:lnTo>
                    <a:pt x="2136228" y="963458"/>
                  </a:lnTo>
                  <a:lnTo>
                    <a:pt x="1979462" y="963458"/>
                  </a:lnTo>
                  <a:lnTo>
                    <a:pt x="1975682" y="963458"/>
                  </a:lnTo>
                  <a:lnTo>
                    <a:pt x="1971903" y="963458"/>
                  </a:lnTo>
                  <a:lnTo>
                    <a:pt x="1815137" y="963458"/>
                  </a:lnTo>
                  <a:lnTo>
                    <a:pt x="1811357" y="963458"/>
                  </a:lnTo>
                  <a:lnTo>
                    <a:pt x="1807578" y="963458"/>
                  </a:lnTo>
                  <a:lnTo>
                    <a:pt x="1650811" y="963458"/>
                  </a:lnTo>
                  <a:lnTo>
                    <a:pt x="1647032" y="963458"/>
                  </a:lnTo>
                  <a:lnTo>
                    <a:pt x="1643252" y="963458"/>
                  </a:lnTo>
                  <a:lnTo>
                    <a:pt x="1486486" y="963458"/>
                  </a:lnTo>
                  <a:lnTo>
                    <a:pt x="1482707" y="963458"/>
                  </a:lnTo>
                  <a:lnTo>
                    <a:pt x="1478927" y="963458"/>
                  </a:lnTo>
                  <a:lnTo>
                    <a:pt x="1322161" y="963458"/>
                  </a:lnTo>
                  <a:lnTo>
                    <a:pt x="1318381" y="963458"/>
                  </a:lnTo>
                  <a:lnTo>
                    <a:pt x="1314602" y="963458"/>
                  </a:lnTo>
                  <a:lnTo>
                    <a:pt x="1157835" y="963458"/>
                  </a:lnTo>
                  <a:lnTo>
                    <a:pt x="1154056" y="963458"/>
                  </a:lnTo>
                  <a:lnTo>
                    <a:pt x="1150276" y="963458"/>
                  </a:lnTo>
                  <a:lnTo>
                    <a:pt x="993510" y="963458"/>
                  </a:lnTo>
                  <a:lnTo>
                    <a:pt x="989731" y="963458"/>
                  </a:lnTo>
                  <a:lnTo>
                    <a:pt x="985951" y="963458"/>
                  </a:lnTo>
                  <a:lnTo>
                    <a:pt x="829185" y="963458"/>
                  </a:lnTo>
                  <a:lnTo>
                    <a:pt x="825405" y="963458"/>
                  </a:lnTo>
                  <a:lnTo>
                    <a:pt x="821626" y="963458"/>
                  </a:lnTo>
                  <a:lnTo>
                    <a:pt x="664860" y="963458"/>
                  </a:lnTo>
                  <a:lnTo>
                    <a:pt x="661080" y="963458"/>
                  </a:lnTo>
                  <a:lnTo>
                    <a:pt x="657301" y="963458"/>
                  </a:lnTo>
                  <a:lnTo>
                    <a:pt x="500534" y="963458"/>
                  </a:lnTo>
                  <a:lnTo>
                    <a:pt x="496755" y="963458"/>
                  </a:lnTo>
                  <a:lnTo>
                    <a:pt x="492975" y="963458"/>
                  </a:lnTo>
                  <a:lnTo>
                    <a:pt x="336209" y="963458"/>
                  </a:lnTo>
                  <a:lnTo>
                    <a:pt x="332430" y="963458"/>
                  </a:lnTo>
                  <a:lnTo>
                    <a:pt x="328650" y="963458"/>
                  </a:lnTo>
                  <a:lnTo>
                    <a:pt x="171884" y="963458"/>
                  </a:lnTo>
                  <a:lnTo>
                    <a:pt x="168104" y="963458"/>
                  </a:lnTo>
                  <a:lnTo>
                    <a:pt x="164325" y="963458"/>
                  </a:lnTo>
                  <a:lnTo>
                    <a:pt x="7558" y="963458"/>
                  </a:lnTo>
                  <a:lnTo>
                    <a:pt x="3779" y="963458"/>
                  </a:lnTo>
                  <a:lnTo>
                    <a:pt x="0" y="963458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6347405" y="2621778"/>
              <a:ext cx="3779481" cy="667421"/>
            </a:xfrm>
            <a:custGeom>
              <a:avLst/>
              <a:pathLst>
                <a:path w="3779481" h="667421">
                  <a:moveTo>
                    <a:pt x="0" y="566132"/>
                  </a:moveTo>
                  <a:lnTo>
                    <a:pt x="3779" y="567432"/>
                  </a:lnTo>
                  <a:lnTo>
                    <a:pt x="160545" y="621322"/>
                  </a:lnTo>
                  <a:lnTo>
                    <a:pt x="164325" y="622622"/>
                  </a:lnTo>
                  <a:lnTo>
                    <a:pt x="168104" y="623271"/>
                  </a:lnTo>
                  <a:lnTo>
                    <a:pt x="324871" y="650205"/>
                  </a:lnTo>
                  <a:lnTo>
                    <a:pt x="328650" y="650854"/>
                  </a:lnTo>
                  <a:lnTo>
                    <a:pt x="332430" y="650925"/>
                  </a:lnTo>
                  <a:lnTo>
                    <a:pt x="489196" y="653873"/>
                  </a:lnTo>
                  <a:lnTo>
                    <a:pt x="492975" y="653944"/>
                  </a:lnTo>
                  <a:lnTo>
                    <a:pt x="496755" y="654254"/>
                  </a:lnTo>
                  <a:lnTo>
                    <a:pt x="653521" y="667111"/>
                  </a:lnTo>
                  <a:lnTo>
                    <a:pt x="657301" y="667421"/>
                  </a:lnTo>
                  <a:lnTo>
                    <a:pt x="661080" y="667232"/>
                  </a:lnTo>
                  <a:lnTo>
                    <a:pt x="817846" y="659418"/>
                  </a:lnTo>
                  <a:lnTo>
                    <a:pt x="821626" y="659229"/>
                  </a:lnTo>
                  <a:lnTo>
                    <a:pt x="825405" y="657353"/>
                  </a:lnTo>
                  <a:lnTo>
                    <a:pt x="982172" y="579522"/>
                  </a:lnTo>
                  <a:lnTo>
                    <a:pt x="985951" y="577646"/>
                  </a:lnTo>
                  <a:lnTo>
                    <a:pt x="989731" y="575166"/>
                  </a:lnTo>
                  <a:lnTo>
                    <a:pt x="1146497" y="472318"/>
                  </a:lnTo>
                  <a:lnTo>
                    <a:pt x="1150276" y="469839"/>
                  </a:lnTo>
                  <a:lnTo>
                    <a:pt x="1154056" y="467560"/>
                  </a:lnTo>
                  <a:lnTo>
                    <a:pt x="1310822" y="373064"/>
                  </a:lnTo>
                  <a:lnTo>
                    <a:pt x="1314602" y="370786"/>
                  </a:lnTo>
                  <a:lnTo>
                    <a:pt x="1318381" y="368610"/>
                  </a:lnTo>
                  <a:lnTo>
                    <a:pt x="1475148" y="278346"/>
                  </a:lnTo>
                  <a:lnTo>
                    <a:pt x="1478927" y="276170"/>
                  </a:lnTo>
                  <a:lnTo>
                    <a:pt x="1482707" y="273612"/>
                  </a:lnTo>
                  <a:lnTo>
                    <a:pt x="1639473" y="167529"/>
                  </a:lnTo>
                  <a:lnTo>
                    <a:pt x="1643252" y="164971"/>
                  </a:lnTo>
                  <a:lnTo>
                    <a:pt x="1647032" y="163669"/>
                  </a:lnTo>
                  <a:lnTo>
                    <a:pt x="1803798" y="109654"/>
                  </a:lnTo>
                  <a:lnTo>
                    <a:pt x="1807578" y="108352"/>
                  </a:lnTo>
                  <a:lnTo>
                    <a:pt x="1811357" y="108193"/>
                  </a:lnTo>
                  <a:lnTo>
                    <a:pt x="1968123" y="101580"/>
                  </a:lnTo>
                  <a:lnTo>
                    <a:pt x="1971903" y="101421"/>
                  </a:lnTo>
                  <a:lnTo>
                    <a:pt x="1975682" y="101623"/>
                  </a:lnTo>
                  <a:lnTo>
                    <a:pt x="2132449" y="110011"/>
                  </a:lnTo>
                  <a:lnTo>
                    <a:pt x="2136228" y="110213"/>
                  </a:lnTo>
                  <a:lnTo>
                    <a:pt x="2140008" y="110373"/>
                  </a:lnTo>
                  <a:lnTo>
                    <a:pt x="2296774" y="116989"/>
                  </a:lnTo>
                  <a:lnTo>
                    <a:pt x="2300553" y="117148"/>
                  </a:lnTo>
                  <a:lnTo>
                    <a:pt x="2304333" y="116962"/>
                  </a:lnTo>
                  <a:lnTo>
                    <a:pt x="2461099" y="109246"/>
                  </a:lnTo>
                  <a:lnTo>
                    <a:pt x="2464879" y="109060"/>
                  </a:lnTo>
                  <a:lnTo>
                    <a:pt x="2468658" y="109021"/>
                  </a:lnTo>
                  <a:lnTo>
                    <a:pt x="2625425" y="107433"/>
                  </a:lnTo>
                  <a:lnTo>
                    <a:pt x="2629204" y="107394"/>
                  </a:lnTo>
                  <a:lnTo>
                    <a:pt x="2632984" y="106442"/>
                  </a:lnTo>
                  <a:lnTo>
                    <a:pt x="2789750" y="66933"/>
                  </a:lnTo>
                  <a:lnTo>
                    <a:pt x="2793529" y="65980"/>
                  </a:lnTo>
                  <a:lnTo>
                    <a:pt x="2797309" y="64463"/>
                  </a:lnTo>
                  <a:lnTo>
                    <a:pt x="2954075" y="1517"/>
                  </a:lnTo>
                  <a:lnTo>
                    <a:pt x="2957855" y="0"/>
                  </a:lnTo>
                  <a:lnTo>
                    <a:pt x="2961634" y="754"/>
                  </a:lnTo>
                  <a:lnTo>
                    <a:pt x="3118400" y="32050"/>
                  </a:lnTo>
                  <a:lnTo>
                    <a:pt x="3122180" y="32805"/>
                  </a:lnTo>
                  <a:lnTo>
                    <a:pt x="3125959" y="34921"/>
                  </a:lnTo>
                  <a:lnTo>
                    <a:pt x="3282726" y="122716"/>
                  </a:lnTo>
                  <a:lnTo>
                    <a:pt x="3286505" y="124833"/>
                  </a:lnTo>
                  <a:lnTo>
                    <a:pt x="3290285" y="128226"/>
                  </a:lnTo>
                  <a:lnTo>
                    <a:pt x="3447051" y="268950"/>
                  </a:lnTo>
                  <a:lnTo>
                    <a:pt x="3450830" y="272342"/>
                  </a:lnTo>
                  <a:lnTo>
                    <a:pt x="3454610" y="274699"/>
                  </a:lnTo>
                  <a:lnTo>
                    <a:pt x="3611376" y="372430"/>
                  </a:lnTo>
                  <a:lnTo>
                    <a:pt x="3615156" y="374786"/>
                  </a:lnTo>
                  <a:lnTo>
                    <a:pt x="3618935" y="377145"/>
                  </a:lnTo>
                  <a:lnTo>
                    <a:pt x="3775702" y="474980"/>
                  </a:lnTo>
                  <a:lnTo>
                    <a:pt x="3779481" y="477339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6347405" y="2550911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6347405" y="2430319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6347405" y="2313412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3" name="rc112"/>
            <p:cNvSpPr/>
            <p:nvPr/>
          </p:nvSpPr>
          <p:spPr>
            <a:xfrm>
              <a:off x="6343625" y="4164849"/>
              <a:ext cx="3843846" cy="12898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6343625" y="5454714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6343625" y="5138792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6343625" y="4822871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6343625" y="4506950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6343625" y="4191029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  <a:lnTo>
                    <a:pt x="38438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6343625" y="4183911"/>
              <a:ext cx="3787040" cy="1270802"/>
            </a:xfrm>
            <a:custGeom>
              <a:avLst/>
              <a:pathLst>
                <a:path w="3787040" h="1270802">
                  <a:moveTo>
                    <a:pt x="3779" y="556789"/>
                  </a:moveTo>
                  <a:lnTo>
                    <a:pt x="7558" y="556660"/>
                  </a:lnTo>
                  <a:lnTo>
                    <a:pt x="164325" y="551303"/>
                  </a:lnTo>
                  <a:lnTo>
                    <a:pt x="168104" y="551174"/>
                  </a:lnTo>
                  <a:lnTo>
                    <a:pt x="171884" y="556142"/>
                  </a:lnTo>
                  <a:lnTo>
                    <a:pt x="328650" y="762211"/>
                  </a:lnTo>
                  <a:lnTo>
                    <a:pt x="332430" y="767179"/>
                  </a:lnTo>
                  <a:lnTo>
                    <a:pt x="336209" y="769973"/>
                  </a:lnTo>
                  <a:lnTo>
                    <a:pt x="492975" y="885837"/>
                  </a:lnTo>
                  <a:lnTo>
                    <a:pt x="496755" y="888630"/>
                  </a:lnTo>
                  <a:lnTo>
                    <a:pt x="500534" y="889830"/>
                  </a:lnTo>
                  <a:lnTo>
                    <a:pt x="657301" y="939599"/>
                  </a:lnTo>
                  <a:lnTo>
                    <a:pt x="661080" y="940798"/>
                  </a:lnTo>
                  <a:lnTo>
                    <a:pt x="664860" y="939711"/>
                  </a:lnTo>
                  <a:lnTo>
                    <a:pt x="821626" y="894616"/>
                  </a:lnTo>
                  <a:lnTo>
                    <a:pt x="825405" y="893529"/>
                  </a:lnTo>
                  <a:lnTo>
                    <a:pt x="829185" y="889079"/>
                  </a:lnTo>
                  <a:lnTo>
                    <a:pt x="985951" y="704503"/>
                  </a:lnTo>
                  <a:lnTo>
                    <a:pt x="989731" y="700053"/>
                  </a:lnTo>
                  <a:lnTo>
                    <a:pt x="993510" y="694469"/>
                  </a:lnTo>
                  <a:lnTo>
                    <a:pt x="1150276" y="462832"/>
                  </a:lnTo>
                  <a:lnTo>
                    <a:pt x="1154056" y="457247"/>
                  </a:lnTo>
                  <a:lnTo>
                    <a:pt x="1157835" y="456386"/>
                  </a:lnTo>
                  <a:lnTo>
                    <a:pt x="1314602" y="420648"/>
                  </a:lnTo>
                  <a:lnTo>
                    <a:pt x="1318381" y="419786"/>
                  </a:lnTo>
                  <a:lnTo>
                    <a:pt x="1322161" y="420986"/>
                  </a:lnTo>
                  <a:lnTo>
                    <a:pt x="1478927" y="470728"/>
                  </a:lnTo>
                  <a:lnTo>
                    <a:pt x="1482707" y="471928"/>
                  </a:lnTo>
                  <a:lnTo>
                    <a:pt x="1486486" y="472777"/>
                  </a:lnTo>
                  <a:lnTo>
                    <a:pt x="1643252" y="507999"/>
                  </a:lnTo>
                  <a:lnTo>
                    <a:pt x="1647032" y="508849"/>
                  </a:lnTo>
                  <a:lnTo>
                    <a:pt x="1650811" y="508781"/>
                  </a:lnTo>
                  <a:lnTo>
                    <a:pt x="1807578" y="505997"/>
                  </a:lnTo>
                  <a:lnTo>
                    <a:pt x="1811357" y="505930"/>
                  </a:lnTo>
                  <a:lnTo>
                    <a:pt x="1815137" y="506431"/>
                  </a:lnTo>
                  <a:lnTo>
                    <a:pt x="1971903" y="527243"/>
                  </a:lnTo>
                  <a:lnTo>
                    <a:pt x="1975682" y="527745"/>
                  </a:lnTo>
                  <a:lnTo>
                    <a:pt x="1979462" y="527819"/>
                  </a:lnTo>
                  <a:lnTo>
                    <a:pt x="2136228" y="530882"/>
                  </a:lnTo>
                  <a:lnTo>
                    <a:pt x="2140008" y="530956"/>
                  </a:lnTo>
                  <a:lnTo>
                    <a:pt x="2143787" y="532669"/>
                  </a:lnTo>
                  <a:lnTo>
                    <a:pt x="2300553" y="603703"/>
                  </a:lnTo>
                  <a:lnTo>
                    <a:pt x="2304333" y="605416"/>
                  </a:lnTo>
                  <a:lnTo>
                    <a:pt x="2308112" y="604570"/>
                  </a:lnTo>
                  <a:lnTo>
                    <a:pt x="2464879" y="569493"/>
                  </a:lnTo>
                  <a:lnTo>
                    <a:pt x="2468658" y="568647"/>
                  </a:lnTo>
                  <a:lnTo>
                    <a:pt x="2472438" y="566506"/>
                  </a:lnTo>
                  <a:lnTo>
                    <a:pt x="2629204" y="477690"/>
                  </a:lnTo>
                  <a:lnTo>
                    <a:pt x="2632984" y="475549"/>
                  </a:lnTo>
                  <a:lnTo>
                    <a:pt x="2636763" y="469602"/>
                  </a:lnTo>
                  <a:lnTo>
                    <a:pt x="2793529" y="222928"/>
                  </a:lnTo>
                  <a:lnTo>
                    <a:pt x="2797309" y="216981"/>
                  </a:lnTo>
                  <a:lnTo>
                    <a:pt x="2801088" y="211990"/>
                  </a:lnTo>
                  <a:lnTo>
                    <a:pt x="2957855" y="4990"/>
                  </a:lnTo>
                  <a:lnTo>
                    <a:pt x="2961634" y="0"/>
                  </a:lnTo>
                  <a:lnTo>
                    <a:pt x="2965414" y="189"/>
                  </a:lnTo>
                  <a:lnTo>
                    <a:pt x="3122180" y="8056"/>
                  </a:lnTo>
                  <a:lnTo>
                    <a:pt x="3125959" y="8246"/>
                  </a:lnTo>
                  <a:lnTo>
                    <a:pt x="3129739" y="10611"/>
                  </a:lnTo>
                  <a:lnTo>
                    <a:pt x="3286505" y="108732"/>
                  </a:lnTo>
                  <a:lnTo>
                    <a:pt x="3290285" y="111097"/>
                  </a:lnTo>
                  <a:lnTo>
                    <a:pt x="3294064" y="114819"/>
                  </a:lnTo>
                  <a:lnTo>
                    <a:pt x="3450830" y="269198"/>
                  </a:lnTo>
                  <a:lnTo>
                    <a:pt x="3454610" y="272920"/>
                  </a:lnTo>
                  <a:lnTo>
                    <a:pt x="3458389" y="276608"/>
                  </a:lnTo>
                  <a:lnTo>
                    <a:pt x="3615156" y="429616"/>
                  </a:lnTo>
                  <a:lnTo>
                    <a:pt x="3618935" y="433305"/>
                  </a:lnTo>
                  <a:lnTo>
                    <a:pt x="3622715" y="437766"/>
                  </a:lnTo>
                  <a:lnTo>
                    <a:pt x="3779481" y="622804"/>
                  </a:lnTo>
                  <a:lnTo>
                    <a:pt x="3783261" y="627265"/>
                  </a:lnTo>
                  <a:lnTo>
                    <a:pt x="3787040" y="1270802"/>
                  </a:lnTo>
                  <a:lnTo>
                    <a:pt x="3783261" y="775387"/>
                  </a:lnTo>
                  <a:lnTo>
                    <a:pt x="3779481" y="771398"/>
                  </a:lnTo>
                  <a:lnTo>
                    <a:pt x="3622715" y="605958"/>
                  </a:lnTo>
                  <a:lnTo>
                    <a:pt x="3618935" y="601969"/>
                  </a:lnTo>
                  <a:lnTo>
                    <a:pt x="3615156" y="598848"/>
                  </a:lnTo>
                  <a:lnTo>
                    <a:pt x="3458389" y="469379"/>
                  </a:lnTo>
                  <a:lnTo>
                    <a:pt x="3454610" y="466258"/>
                  </a:lnTo>
                  <a:lnTo>
                    <a:pt x="3450830" y="463132"/>
                  </a:lnTo>
                  <a:lnTo>
                    <a:pt x="3294064" y="333471"/>
                  </a:lnTo>
                  <a:lnTo>
                    <a:pt x="3290285" y="330345"/>
                  </a:lnTo>
                  <a:lnTo>
                    <a:pt x="3286505" y="328237"/>
                  </a:lnTo>
                  <a:lnTo>
                    <a:pt x="3129739" y="240798"/>
                  </a:lnTo>
                  <a:lnTo>
                    <a:pt x="3125959" y="238689"/>
                  </a:lnTo>
                  <a:lnTo>
                    <a:pt x="3122180" y="238236"/>
                  </a:lnTo>
                  <a:lnTo>
                    <a:pt x="2965414" y="219447"/>
                  </a:lnTo>
                  <a:lnTo>
                    <a:pt x="2961634" y="218994"/>
                  </a:lnTo>
                  <a:lnTo>
                    <a:pt x="2957855" y="223422"/>
                  </a:lnTo>
                  <a:lnTo>
                    <a:pt x="2801088" y="407096"/>
                  </a:lnTo>
                  <a:lnTo>
                    <a:pt x="2797309" y="411524"/>
                  </a:lnTo>
                  <a:lnTo>
                    <a:pt x="2793529" y="417081"/>
                  </a:lnTo>
                  <a:lnTo>
                    <a:pt x="2636763" y="647586"/>
                  </a:lnTo>
                  <a:lnTo>
                    <a:pt x="2632984" y="653144"/>
                  </a:lnTo>
                  <a:lnTo>
                    <a:pt x="2629204" y="655081"/>
                  </a:lnTo>
                  <a:lnTo>
                    <a:pt x="2472438" y="735425"/>
                  </a:lnTo>
                  <a:lnTo>
                    <a:pt x="2468658" y="737362"/>
                  </a:lnTo>
                  <a:lnTo>
                    <a:pt x="2464879" y="738242"/>
                  </a:lnTo>
                  <a:lnTo>
                    <a:pt x="2308112" y="774763"/>
                  </a:lnTo>
                  <a:lnTo>
                    <a:pt x="2304333" y="775644"/>
                  </a:lnTo>
                  <a:lnTo>
                    <a:pt x="2300553" y="774048"/>
                  </a:lnTo>
                  <a:lnTo>
                    <a:pt x="2143787" y="707837"/>
                  </a:lnTo>
                  <a:lnTo>
                    <a:pt x="2140008" y="706241"/>
                  </a:lnTo>
                  <a:lnTo>
                    <a:pt x="2136228" y="706376"/>
                  </a:lnTo>
                  <a:lnTo>
                    <a:pt x="1979462" y="711963"/>
                  </a:lnTo>
                  <a:lnTo>
                    <a:pt x="1975682" y="712098"/>
                  </a:lnTo>
                  <a:lnTo>
                    <a:pt x="1971903" y="711757"/>
                  </a:lnTo>
                  <a:lnTo>
                    <a:pt x="1815137" y="697625"/>
                  </a:lnTo>
                  <a:lnTo>
                    <a:pt x="1811357" y="697284"/>
                  </a:lnTo>
                  <a:lnTo>
                    <a:pt x="1807578" y="697372"/>
                  </a:lnTo>
                  <a:lnTo>
                    <a:pt x="1650811" y="701006"/>
                  </a:lnTo>
                  <a:lnTo>
                    <a:pt x="1647032" y="701094"/>
                  </a:lnTo>
                  <a:lnTo>
                    <a:pt x="1643252" y="700022"/>
                  </a:lnTo>
                  <a:lnTo>
                    <a:pt x="1486486" y="655558"/>
                  </a:lnTo>
                  <a:lnTo>
                    <a:pt x="1482707" y="654486"/>
                  </a:lnTo>
                  <a:lnTo>
                    <a:pt x="1478927" y="652738"/>
                  </a:lnTo>
                  <a:lnTo>
                    <a:pt x="1322161" y="580208"/>
                  </a:lnTo>
                  <a:lnTo>
                    <a:pt x="1318381" y="578459"/>
                  </a:lnTo>
                  <a:lnTo>
                    <a:pt x="1314602" y="578553"/>
                  </a:lnTo>
                  <a:lnTo>
                    <a:pt x="1157835" y="582437"/>
                  </a:lnTo>
                  <a:lnTo>
                    <a:pt x="1154056" y="582531"/>
                  </a:lnTo>
                  <a:lnTo>
                    <a:pt x="1150276" y="587315"/>
                  </a:lnTo>
                  <a:lnTo>
                    <a:pt x="993510" y="785747"/>
                  </a:lnTo>
                  <a:lnTo>
                    <a:pt x="989731" y="790531"/>
                  </a:lnTo>
                  <a:lnTo>
                    <a:pt x="985951" y="794373"/>
                  </a:lnTo>
                  <a:lnTo>
                    <a:pt x="829185" y="953730"/>
                  </a:lnTo>
                  <a:lnTo>
                    <a:pt x="825405" y="957572"/>
                  </a:lnTo>
                  <a:lnTo>
                    <a:pt x="821626" y="958405"/>
                  </a:lnTo>
                  <a:lnTo>
                    <a:pt x="664860" y="992976"/>
                  </a:lnTo>
                  <a:lnTo>
                    <a:pt x="661080" y="993810"/>
                  </a:lnTo>
                  <a:lnTo>
                    <a:pt x="657301" y="992768"/>
                  </a:lnTo>
                  <a:lnTo>
                    <a:pt x="500534" y="949555"/>
                  </a:lnTo>
                  <a:lnTo>
                    <a:pt x="496755" y="948513"/>
                  </a:lnTo>
                  <a:lnTo>
                    <a:pt x="492975" y="946170"/>
                  </a:lnTo>
                  <a:lnTo>
                    <a:pt x="336209" y="848983"/>
                  </a:lnTo>
                  <a:lnTo>
                    <a:pt x="332430" y="846640"/>
                  </a:lnTo>
                  <a:lnTo>
                    <a:pt x="328650" y="842247"/>
                  </a:lnTo>
                  <a:lnTo>
                    <a:pt x="171884" y="660004"/>
                  </a:lnTo>
                  <a:lnTo>
                    <a:pt x="168104" y="655610"/>
                  </a:lnTo>
                  <a:lnTo>
                    <a:pt x="164325" y="656300"/>
                  </a:lnTo>
                  <a:lnTo>
                    <a:pt x="7558" y="684901"/>
                  </a:lnTo>
                  <a:lnTo>
                    <a:pt x="3779" y="685591"/>
                  </a:lnTo>
                  <a:lnTo>
                    <a:pt x="0" y="1270802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6347405" y="4183911"/>
              <a:ext cx="3779481" cy="940798"/>
            </a:xfrm>
            <a:custGeom>
              <a:avLst/>
              <a:pathLst>
                <a:path w="3779481" h="940798">
                  <a:moveTo>
                    <a:pt x="0" y="556789"/>
                  </a:moveTo>
                  <a:lnTo>
                    <a:pt x="3779" y="556660"/>
                  </a:lnTo>
                  <a:lnTo>
                    <a:pt x="160545" y="551303"/>
                  </a:lnTo>
                  <a:lnTo>
                    <a:pt x="164325" y="551174"/>
                  </a:lnTo>
                  <a:lnTo>
                    <a:pt x="168104" y="556142"/>
                  </a:lnTo>
                  <a:lnTo>
                    <a:pt x="324871" y="762211"/>
                  </a:lnTo>
                  <a:lnTo>
                    <a:pt x="328650" y="767179"/>
                  </a:lnTo>
                  <a:lnTo>
                    <a:pt x="332430" y="769973"/>
                  </a:lnTo>
                  <a:lnTo>
                    <a:pt x="489196" y="885837"/>
                  </a:lnTo>
                  <a:lnTo>
                    <a:pt x="492975" y="888630"/>
                  </a:lnTo>
                  <a:lnTo>
                    <a:pt x="496755" y="889830"/>
                  </a:lnTo>
                  <a:lnTo>
                    <a:pt x="653521" y="939599"/>
                  </a:lnTo>
                  <a:lnTo>
                    <a:pt x="657301" y="940798"/>
                  </a:lnTo>
                  <a:lnTo>
                    <a:pt x="661080" y="939711"/>
                  </a:lnTo>
                  <a:lnTo>
                    <a:pt x="817846" y="894616"/>
                  </a:lnTo>
                  <a:lnTo>
                    <a:pt x="821626" y="893529"/>
                  </a:lnTo>
                  <a:lnTo>
                    <a:pt x="825405" y="889079"/>
                  </a:lnTo>
                  <a:lnTo>
                    <a:pt x="982172" y="704503"/>
                  </a:lnTo>
                  <a:lnTo>
                    <a:pt x="985951" y="700053"/>
                  </a:lnTo>
                  <a:lnTo>
                    <a:pt x="989731" y="694469"/>
                  </a:lnTo>
                  <a:lnTo>
                    <a:pt x="1146497" y="462832"/>
                  </a:lnTo>
                  <a:lnTo>
                    <a:pt x="1150276" y="457247"/>
                  </a:lnTo>
                  <a:lnTo>
                    <a:pt x="1154056" y="456386"/>
                  </a:lnTo>
                  <a:lnTo>
                    <a:pt x="1310822" y="420648"/>
                  </a:lnTo>
                  <a:lnTo>
                    <a:pt x="1314602" y="419786"/>
                  </a:lnTo>
                  <a:lnTo>
                    <a:pt x="1318381" y="420986"/>
                  </a:lnTo>
                  <a:lnTo>
                    <a:pt x="1475148" y="470728"/>
                  </a:lnTo>
                  <a:lnTo>
                    <a:pt x="1478927" y="471928"/>
                  </a:lnTo>
                  <a:lnTo>
                    <a:pt x="1482707" y="472777"/>
                  </a:lnTo>
                  <a:lnTo>
                    <a:pt x="1639473" y="507999"/>
                  </a:lnTo>
                  <a:lnTo>
                    <a:pt x="1643252" y="508849"/>
                  </a:lnTo>
                  <a:lnTo>
                    <a:pt x="1647032" y="508781"/>
                  </a:lnTo>
                  <a:lnTo>
                    <a:pt x="1803798" y="505997"/>
                  </a:lnTo>
                  <a:lnTo>
                    <a:pt x="1807578" y="505930"/>
                  </a:lnTo>
                  <a:lnTo>
                    <a:pt x="1811357" y="506431"/>
                  </a:lnTo>
                  <a:lnTo>
                    <a:pt x="1968123" y="527243"/>
                  </a:lnTo>
                  <a:lnTo>
                    <a:pt x="1971903" y="527745"/>
                  </a:lnTo>
                  <a:lnTo>
                    <a:pt x="1975682" y="527819"/>
                  </a:lnTo>
                  <a:lnTo>
                    <a:pt x="2132449" y="530882"/>
                  </a:lnTo>
                  <a:lnTo>
                    <a:pt x="2136228" y="530956"/>
                  </a:lnTo>
                  <a:lnTo>
                    <a:pt x="2140008" y="532669"/>
                  </a:lnTo>
                  <a:lnTo>
                    <a:pt x="2296774" y="603703"/>
                  </a:lnTo>
                  <a:lnTo>
                    <a:pt x="2300553" y="605416"/>
                  </a:lnTo>
                  <a:lnTo>
                    <a:pt x="2304333" y="604570"/>
                  </a:lnTo>
                  <a:lnTo>
                    <a:pt x="2461099" y="569493"/>
                  </a:lnTo>
                  <a:lnTo>
                    <a:pt x="2464879" y="568647"/>
                  </a:lnTo>
                  <a:lnTo>
                    <a:pt x="2468658" y="566506"/>
                  </a:lnTo>
                  <a:lnTo>
                    <a:pt x="2625425" y="477690"/>
                  </a:lnTo>
                  <a:lnTo>
                    <a:pt x="2629204" y="475549"/>
                  </a:lnTo>
                  <a:lnTo>
                    <a:pt x="2632984" y="469602"/>
                  </a:lnTo>
                  <a:lnTo>
                    <a:pt x="2789750" y="222928"/>
                  </a:lnTo>
                  <a:lnTo>
                    <a:pt x="2793529" y="216981"/>
                  </a:lnTo>
                  <a:lnTo>
                    <a:pt x="2797309" y="211990"/>
                  </a:lnTo>
                  <a:lnTo>
                    <a:pt x="2954075" y="4990"/>
                  </a:lnTo>
                  <a:lnTo>
                    <a:pt x="2957855" y="0"/>
                  </a:lnTo>
                  <a:lnTo>
                    <a:pt x="2961634" y="189"/>
                  </a:lnTo>
                  <a:lnTo>
                    <a:pt x="3118400" y="8056"/>
                  </a:lnTo>
                  <a:lnTo>
                    <a:pt x="3122180" y="8246"/>
                  </a:lnTo>
                  <a:lnTo>
                    <a:pt x="3125959" y="10611"/>
                  </a:lnTo>
                  <a:lnTo>
                    <a:pt x="3282726" y="108732"/>
                  </a:lnTo>
                  <a:lnTo>
                    <a:pt x="3286505" y="111097"/>
                  </a:lnTo>
                  <a:lnTo>
                    <a:pt x="3290285" y="114819"/>
                  </a:lnTo>
                  <a:lnTo>
                    <a:pt x="3447051" y="269198"/>
                  </a:lnTo>
                  <a:lnTo>
                    <a:pt x="3450830" y="272920"/>
                  </a:lnTo>
                  <a:lnTo>
                    <a:pt x="3454610" y="276608"/>
                  </a:lnTo>
                  <a:lnTo>
                    <a:pt x="3611376" y="429616"/>
                  </a:lnTo>
                  <a:lnTo>
                    <a:pt x="3615156" y="433305"/>
                  </a:lnTo>
                  <a:lnTo>
                    <a:pt x="3618935" y="437766"/>
                  </a:lnTo>
                  <a:lnTo>
                    <a:pt x="3775702" y="622804"/>
                  </a:lnTo>
                  <a:lnTo>
                    <a:pt x="3779481" y="627265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6343625" y="4402906"/>
              <a:ext cx="3787040" cy="1051807"/>
            </a:xfrm>
            <a:custGeom>
              <a:avLst/>
              <a:pathLst>
                <a:path w="3787040" h="1051807">
                  <a:moveTo>
                    <a:pt x="3779" y="466596"/>
                  </a:moveTo>
                  <a:lnTo>
                    <a:pt x="7558" y="465906"/>
                  </a:lnTo>
                  <a:lnTo>
                    <a:pt x="164325" y="437305"/>
                  </a:lnTo>
                  <a:lnTo>
                    <a:pt x="168104" y="436615"/>
                  </a:lnTo>
                  <a:lnTo>
                    <a:pt x="171884" y="441009"/>
                  </a:lnTo>
                  <a:lnTo>
                    <a:pt x="328650" y="623252"/>
                  </a:lnTo>
                  <a:lnTo>
                    <a:pt x="332430" y="627646"/>
                  </a:lnTo>
                  <a:lnTo>
                    <a:pt x="336209" y="629989"/>
                  </a:lnTo>
                  <a:lnTo>
                    <a:pt x="492975" y="727175"/>
                  </a:lnTo>
                  <a:lnTo>
                    <a:pt x="496755" y="729518"/>
                  </a:lnTo>
                  <a:lnTo>
                    <a:pt x="500534" y="730560"/>
                  </a:lnTo>
                  <a:lnTo>
                    <a:pt x="657301" y="773773"/>
                  </a:lnTo>
                  <a:lnTo>
                    <a:pt x="661080" y="774815"/>
                  </a:lnTo>
                  <a:lnTo>
                    <a:pt x="664860" y="773982"/>
                  </a:lnTo>
                  <a:lnTo>
                    <a:pt x="821626" y="739410"/>
                  </a:lnTo>
                  <a:lnTo>
                    <a:pt x="825405" y="738577"/>
                  </a:lnTo>
                  <a:lnTo>
                    <a:pt x="829185" y="734735"/>
                  </a:lnTo>
                  <a:lnTo>
                    <a:pt x="985951" y="575378"/>
                  </a:lnTo>
                  <a:lnTo>
                    <a:pt x="989731" y="571536"/>
                  </a:lnTo>
                  <a:lnTo>
                    <a:pt x="993510" y="566752"/>
                  </a:lnTo>
                  <a:lnTo>
                    <a:pt x="1150276" y="368320"/>
                  </a:lnTo>
                  <a:lnTo>
                    <a:pt x="1154056" y="363536"/>
                  </a:lnTo>
                  <a:lnTo>
                    <a:pt x="1157835" y="363443"/>
                  </a:lnTo>
                  <a:lnTo>
                    <a:pt x="1314602" y="359558"/>
                  </a:lnTo>
                  <a:lnTo>
                    <a:pt x="1318381" y="359465"/>
                  </a:lnTo>
                  <a:lnTo>
                    <a:pt x="1322161" y="361213"/>
                  </a:lnTo>
                  <a:lnTo>
                    <a:pt x="1478927" y="433743"/>
                  </a:lnTo>
                  <a:lnTo>
                    <a:pt x="1482707" y="435492"/>
                  </a:lnTo>
                  <a:lnTo>
                    <a:pt x="1486486" y="436564"/>
                  </a:lnTo>
                  <a:lnTo>
                    <a:pt x="1643252" y="481027"/>
                  </a:lnTo>
                  <a:lnTo>
                    <a:pt x="1647032" y="482099"/>
                  </a:lnTo>
                  <a:lnTo>
                    <a:pt x="1650811" y="482012"/>
                  </a:lnTo>
                  <a:lnTo>
                    <a:pt x="1807578" y="478377"/>
                  </a:lnTo>
                  <a:lnTo>
                    <a:pt x="1811357" y="478290"/>
                  </a:lnTo>
                  <a:lnTo>
                    <a:pt x="1815137" y="478630"/>
                  </a:lnTo>
                  <a:lnTo>
                    <a:pt x="1971903" y="492763"/>
                  </a:lnTo>
                  <a:lnTo>
                    <a:pt x="1975682" y="493103"/>
                  </a:lnTo>
                  <a:lnTo>
                    <a:pt x="1979462" y="492969"/>
                  </a:lnTo>
                  <a:lnTo>
                    <a:pt x="2136228" y="487381"/>
                  </a:lnTo>
                  <a:lnTo>
                    <a:pt x="2140008" y="487247"/>
                  </a:lnTo>
                  <a:lnTo>
                    <a:pt x="2143787" y="488843"/>
                  </a:lnTo>
                  <a:lnTo>
                    <a:pt x="2300553" y="555053"/>
                  </a:lnTo>
                  <a:lnTo>
                    <a:pt x="2304333" y="556649"/>
                  </a:lnTo>
                  <a:lnTo>
                    <a:pt x="2308112" y="555769"/>
                  </a:lnTo>
                  <a:lnTo>
                    <a:pt x="2464879" y="519247"/>
                  </a:lnTo>
                  <a:lnTo>
                    <a:pt x="2468658" y="518367"/>
                  </a:lnTo>
                  <a:lnTo>
                    <a:pt x="2472438" y="516430"/>
                  </a:lnTo>
                  <a:lnTo>
                    <a:pt x="2629204" y="436086"/>
                  </a:lnTo>
                  <a:lnTo>
                    <a:pt x="2632984" y="434149"/>
                  </a:lnTo>
                  <a:lnTo>
                    <a:pt x="2636763" y="428592"/>
                  </a:lnTo>
                  <a:lnTo>
                    <a:pt x="2793529" y="198087"/>
                  </a:lnTo>
                  <a:lnTo>
                    <a:pt x="2797309" y="192530"/>
                  </a:lnTo>
                  <a:lnTo>
                    <a:pt x="2801088" y="188101"/>
                  </a:lnTo>
                  <a:lnTo>
                    <a:pt x="2957855" y="4428"/>
                  </a:lnTo>
                  <a:lnTo>
                    <a:pt x="2961634" y="0"/>
                  </a:lnTo>
                  <a:lnTo>
                    <a:pt x="2965414" y="452"/>
                  </a:lnTo>
                  <a:lnTo>
                    <a:pt x="3122180" y="19242"/>
                  </a:lnTo>
                  <a:lnTo>
                    <a:pt x="3125959" y="19695"/>
                  </a:lnTo>
                  <a:lnTo>
                    <a:pt x="3129739" y="21803"/>
                  </a:lnTo>
                  <a:lnTo>
                    <a:pt x="3286505" y="109243"/>
                  </a:lnTo>
                  <a:lnTo>
                    <a:pt x="3290285" y="111351"/>
                  </a:lnTo>
                  <a:lnTo>
                    <a:pt x="3294064" y="114477"/>
                  </a:lnTo>
                  <a:lnTo>
                    <a:pt x="3450830" y="244137"/>
                  </a:lnTo>
                  <a:lnTo>
                    <a:pt x="3454610" y="247263"/>
                  </a:lnTo>
                  <a:lnTo>
                    <a:pt x="3458389" y="250384"/>
                  </a:lnTo>
                  <a:lnTo>
                    <a:pt x="3615156" y="379853"/>
                  </a:lnTo>
                  <a:lnTo>
                    <a:pt x="3618935" y="382974"/>
                  </a:lnTo>
                  <a:lnTo>
                    <a:pt x="3622715" y="386963"/>
                  </a:lnTo>
                  <a:lnTo>
                    <a:pt x="3779481" y="552403"/>
                  </a:lnTo>
                  <a:lnTo>
                    <a:pt x="3783261" y="556392"/>
                  </a:lnTo>
                  <a:lnTo>
                    <a:pt x="3787040" y="1051807"/>
                  </a:lnTo>
                  <a:lnTo>
                    <a:pt x="3783261" y="730260"/>
                  </a:lnTo>
                  <a:lnTo>
                    <a:pt x="3779481" y="727881"/>
                  </a:lnTo>
                  <a:lnTo>
                    <a:pt x="3622715" y="629196"/>
                  </a:lnTo>
                  <a:lnTo>
                    <a:pt x="3618935" y="626816"/>
                  </a:lnTo>
                  <a:lnTo>
                    <a:pt x="3615156" y="624511"/>
                  </a:lnTo>
                  <a:lnTo>
                    <a:pt x="3458389" y="528900"/>
                  </a:lnTo>
                  <a:lnTo>
                    <a:pt x="3454610" y="526595"/>
                  </a:lnTo>
                  <a:lnTo>
                    <a:pt x="3450830" y="524509"/>
                  </a:lnTo>
                  <a:lnTo>
                    <a:pt x="3294064" y="437993"/>
                  </a:lnTo>
                  <a:lnTo>
                    <a:pt x="3290285" y="435907"/>
                  </a:lnTo>
                  <a:lnTo>
                    <a:pt x="3286505" y="434364"/>
                  </a:lnTo>
                  <a:lnTo>
                    <a:pt x="3129739" y="370379"/>
                  </a:lnTo>
                  <a:lnTo>
                    <a:pt x="3125959" y="368836"/>
                  </a:lnTo>
                  <a:lnTo>
                    <a:pt x="3122180" y="368302"/>
                  </a:lnTo>
                  <a:lnTo>
                    <a:pt x="2965414" y="346143"/>
                  </a:lnTo>
                  <a:lnTo>
                    <a:pt x="2961634" y="345609"/>
                  </a:lnTo>
                  <a:lnTo>
                    <a:pt x="2957855" y="348723"/>
                  </a:lnTo>
                  <a:lnTo>
                    <a:pt x="2801088" y="477897"/>
                  </a:lnTo>
                  <a:lnTo>
                    <a:pt x="2797309" y="481011"/>
                  </a:lnTo>
                  <a:lnTo>
                    <a:pt x="2793529" y="484635"/>
                  </a:lnTo>
                  <a:lnTo>
                    <a:pt x="2636763" y="634937"/>
                  </a:lnTo>
                  <a:lnTo>
                    <a:pt x="2632984" y="638561"/>
                  </a:lnTo>
                  <a:lnTo>
                    <a:pt x="2629204" y="639702"/>
                  </a:lnTo>
                  <a:lnTo>
                    <a:pt x="2472438" y="687018"/>
                  </a:lnTo>
                  <a:lnTo>
                    <a:pt x="2468658" y="688159"/>
                  </a:lnTo>
                  <a:lnTo>
                    <a:pt x="2464879" y="688424"/>
                  </a:lnTo>
                  <a:lnTo>
                    <a:pt x="2308112" y="699394"/>
                  </a:lnTo>
                  <a:lnTo>
                    <a:pt x="2304333" y="699658"/>
                  </a:lnTo>
                  <a:lnTo>
                    <a:pt x="2300553" y="699029"/>
                  </a:lnTo>
                  <a:lnTo>
                    <a:pt x="2143787" y="672958"/>
                  </a:lnTo>
                  <a:lnTo>
                    <a:pt x="2140008" y="672330"/>
                  </a:lnTo>
                  <a:lnTo>
                    <a:pt x="2136228" y="672204"/>
                  </a:lnTo>
                  <a:lnTo>
                    <a:pt x="1979462" y="666980"/>
                  </a:lnTo>
                  <a:lnTo>
                    <a:pt x="1975682" y="666854"/>
                  </a:lnTo>
                  <a:lnTo>
                    <a:pt x="1971903" y="666919"/>
                  </a:lnTo>
                  <a:lnTo>
                    <a:pt x="1815137" y="669644"/>
                  </a:lnTo>
                  <a:lnTo>
                    <a:pt x="1811357" y="669710"/>
                  </a:lnTo>
                  <a:lnTo>
                    <a:pt x="1807578" y="669668"/>
                  </a:lnTo>
                  <a:lnTo>
                    <a:pt x="1650811" y="667924"/>
                  </a:lnTo>
                  <a:lnTo>
                    <a:pt x="1647032" y="667882"/>
                  </a:lnTo>
                  <a:lnTo>
                    <a:pt x="1643252" y="667363"/>
                  </a:lnTo>
                  <a:lnTo>
                    <a:pt x="1486486" y="645834"/>
                  </a:lnTo>
                  <a:lnTo>
                    <a:pt x="1482707" y="645314"/>
                  </a:lnTo>
                  <a:lnTo>
                    <a:pt x="1478927" y="644634"/>
                  </a:lnTo>
                  <a:lnTo>
                    <a:pt x="1322161" y="616414"/>
                  </a:lnTo>
                  <a:lnTo>
                    <a:pt x="1318381" y="615734"/>
                  </a:lnTo>
                  <a:lnTo>
                    <a:pt x="1314602" y="616217"/>
                  </a:lnTo>
                  <a:lnTo>
                    <a:pt x="1157835" y="636245"/>
                  </a:lnTo>
                  <a:lnTo>
                    <a:pt x="1154056" y="636727"/>
                  </a:lnTo>
                  <a:lnTo>
                    <a:pt x="1150276" y="639371"/>
                  </a:lnTo>
                  <a:lnTo>
                    <a:pt x="993510" y="749022"/>
                  </a:lnTo>
                  <a:lnTo>
                    <a:pt x="989731" y="751665"/>
                  </a:lnTo>
                  <a:lnTo>
                    <a:pt x="985951" y="753691"/>
                  </a:lnTo>
                  <a:lnTo>
                    <a:pt x="829185" y="837718"/>
                  </a:lnTo>
                  <a:lnTo>
                    <a:pt x="825405" y="839744"/>
                  </a:lnTo>
                  <a:lnTo>
                    <a:pt x="821626" y="840265"/>
                  </a:lnTo>
                  <a:lnTo>
                    <a:pt x="664860" y="861905"/>
                  </a:lnTo>
                  <a:lnTo>
                    <a:pt x="661080" y="862427"/>
                  </a:lnTo>
                  <a:lnTo>
                    <a:pt x="657301" y="862096"/>
                  </a:lnTo>
                  <a:lnTo>
                    <a:pt x="500534" y="848396"/>
                  </a:lnTo>
                  <a:lnTo>
                    <a:pt x="496755" y="848066"/>
                  </a:lnTo>
                  <a:lnTo>
                    <a:pt x="492975" y="847225"/>
                  </a:lnTo>
                  <a:lnTo>
                    <a:pt x="336209" y="812332"/>
                  </a:lnTo>
                  <a:lnTo>
                    <a:pt x="332430" y="811491"/>
                  </a:lnTo>
                  <a:lnTo>
                    <a:pt x="328650" y="809806"/>
                  </a:lnTo>
                  <a:lnTo>
                    <a:pt x="171884" y="739936"/>
                  </a:lnTo>
                  <a:lnTo>
                    <a:pt x="168104" y="738251"/>
                  </a:lnTo>
                  <a:lnTo>
                    <a:pt x="164325" y="738142"/>
                  </a:lnTo>
                  <a:lnTo>
                    <a:pt x="7558" y="733620"/>
                  </a:lnTo>
                  <a:lnTo>
                    <a:pt x="3779" y="733511"/>
                  </a:lnTo>
                  <a:lnTo>
                    <a:pt x="0" y="1051807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6347405" y="4402906"/>
              <a:ext cx="3779481" cy="774815"/>
            </a:xfrm>
            <a:custGeom>
              <a:avLst/>
              <a:pathLst>
                <a:path w="3779481" h="774815">
                  <a:moveTo>
                    <a:pt x="0" y="466596"/>
                  </a:moveTo>
                  <a:lnTo>
                    <a:pt x="3779" y="465906"/>
                  </a:lnTo>
                  <a:lnTo>
                    <a:pt x="160545" y="437305"/>
                  </a:lnTo>
                  <a:lnTo>
                    <a:pt x="164325" y="436615"/>
                  </a:lnTo>
                  <a:lnTo>
                    <a:pt x="168104" y="441009"/>
                  </a:lnTo>
                  <a:lnTo>
                    <a:pt x="324871" y="623252"/>
                  </a:lnTo>
                  <a:lnTo>
                    <a:pt x="328650" y="627646"/>
                  </a:lnTo>
                  <a:lnTo>
                    <a:pt x="332430" y="629989"/>
                  </a:lnTo>
                  <a:lnTo>
                    <a:pt x="489196" y="727175"/>
                  </a:lnTo>
                  <a:lnTo>
                    <a:pt x="492975" y="729518"/>
                  </a:lnTo>
                  <a:lnTo>
                    <a:pt x="496755" y="730560"/>
                  </a:lnTo>
                  <a:lnTo>
                    <a:pt x="653521" y="773773"/>
                  </a:lnTo>
                  <a:lnTo>
                    <a:pt x="657301" y="774815"/>
                  </a:lnTo>
                  <a:lnTo>
                    <a:pt x="661080" y="773982"/>
                  </a:lnTo>
                  <a:lnTo>
                    <a:pt x="817846" y="739410"/>
                  </a:lnTo>
                  <a:lnTo>
                    <a:pt x="821626" y="738577"/>
                  </a:lnTo>
                  <a:lnTo>
                    <a:pt x="825405" y="734735"/>
                  </a:lnTo>
                  <a:lnTo>
                    <a:pt x="982172" y="575378"/>
                  </a:lnTo>
                  <a:lnTo>
                    <a:pt x="985951" y="571536"/>
                  </a:lnTo>
                  <a:lnTo>
                    <a:pt x="989731" y="566752"/>
                  </a:lnTo>
                  <a:lnTo>
                    <a:pt x="1146497" y="368320"/>
                  </a:lnTo>
                  <a:lnTo>
                    <a:pt x="1150276" y="363536"/>
                  </a:lnTo>
                  <a:lnTo>
                    <a:pt x="1154056" y="363443"/>
                  </a:lnTo>
                  <a:lnTo>
                    <a:pt x="1310822" y="359558"/>
                  </a:lnTo>
                  <a:lnTo>
                    <a:pt x="1314602" y="359465"/>
                  </a:lnTo>
                  <a:lnTo>
                    <a:pt x="1318381" y="361213"/>
                  </a:lnTo>
                  <a:lnTo>
                    <a:pt x="1475148" y="433743"/>
                  </a:lnTo>
                  <a:lnTo>
                    <a:pt x="1478927" y="435492"/>
                  </a:lnTo>
                  <a:lnTo>
                    <a:pt x="1482707" y="436564"/>
                  </a:lnTo>
                  <a:lnTo>
                    <a:pt x="1639473" y="481027"/>
                  </a:lnTo>
                  <a:lnTo>
                    <a:pt x="1643252" y="482099"/>
                  </a:lnTo>
                  <a:lnTo>
                    <a:pt x="1647032" y="482012"/>
                  </a:lnTo>
                  <a:lnTo>
                    <a:pt x="1803798" y="478377"/>
                  </a:lnTo>
                  <a:lnTo>
                    <a:pt x="1807578" y="478290"/>
                  </a:lnTo>
                  <a:lnTo>
                    <a:pt x="1811357" y="478630"/>
                  </a:lnTo>
                  <a:lnTo>
                    <a:pt x="1968123" y="492763"/>
                  </a:lnTo>
                  <a:lnTo>
                    <a:pt x="1971903" y="493103"/>
                  </a:lnTo>
                  <a:lnTo>
                    <a:pt x="1975682" y="492969"/>
                  </a:lnTo>
                  <a:lnTo>
                    <a:pt x="2132449" y="487381"/>
                  </a:lnTo>
                  <a:lnTo>
                    <a:pt x="2136228" y="487247"/>
                  </a:lnTo>
                  <a:lnTo>
                    <a:pt x="2140008" y="488843"/>
                  </a:lnTo>
                  <a:lnTo>
                    <a:pt x="2296774" y="555053"/>
                  </a:lnTo>
                  <a:lnTo>
                    <a:pt x="2300553" y="556649"/>
                  </a:lnTo>
                  <a:lnTo>
                    <a:pt x="2304333" y="555769"/>
                  </a:lnTo>
                  <a:lnTo>
                    <a:pt x="2461099" y="519247"/>
                  </a:lnTo>
                  <a:lnTo>
                    <a:pt x="2464879" y="518367"/>
                  </a:lnTo>
                  <a:lnTo>
                    <a:pt x="2468658" y="516430"/>
                  </a:lnTo>
                  <a:lnTo>
                    <a:pt x="2625425" y="436086"/>
                  </a:lnTo>
                  <a:lnTo>
                    <a:pt x="2629204" y="434149"/>
                  </a:lnTo>
                  <a:lnTo>
                    <a:pt x="2632984" y="428592"/>
                  </a:lnTo>
                  <a:lnTo>
                    <a:pt x="2789750" y="198087"/>
                  </a:lnTo>
                  <a:lnTo>
                    <a:pt x="2793529" y="192530"/>
                  </a:lnTo>
                  <a:lnTo>
                    <a:pt x="2797309" y="188101"/>
                  </a:lnTo>
                  <a:lnTo>
                    <a:pt x="2954075" y="4428"/>
                  </a:lnTo>
                  <a:lnTo>
                    <a:pt x="2957855" y="0"/>
                  </a:lnTo>
                  <a:lnTo>
                    <a:pt x="2961634" y="452"/>
                  </a:lnTo>
                  <a:lnTo>
                    <a:pt x="3118400" y="19242"/>
                  </a:lnTo>
                  <a:lnTo>
                    <a:pt x="3122180" y="19695"/>
                  </a:lnTo>
                  <a:lnTo>
                    <a:pt x="3125959" y="21803"/>
                  </a:lnTo>
                  <a:lnTo>
                    <a:pt x="3282726" y="109243"/>
                  </a:lnTo>
                  <a:lnTo>
                    <a:pt x="3286505" y="111351"/>
                  </a:lnTo>
                  <a:lnTo>
                    <a:pt x="3290285" y="114477"/>
                  </a:lnTo>
                  <a:lnTo>
                    <a:pt x="3447051" y="244137"/>
                  </a:lnTo>
                  <a:lnTo>
                    <a:pt x="3450830" y="247263"/>
                  </a:lnTo>
                  <a:lnTo>
                    <a:pt x="3454610" y="250384"/>
                  </a:lnTo>
                  <a:lnTo>
                    <a:pt x="3611376" y="379853"/>
                  </a:lnTo>
                  <a:lnTo>
                    <a:pt x="3615156" y="382974"/>
                  </a:lnTo>
                  <a:lnTo>
                    <a:pt x="3618935" y="386963"/>
                  </a:lnTo>
                  <a:lnTo>
                    <a:pt x="3775702" y="552403"/>
                  </a:lnTo>
                  <a:lnTo>
                    <a:pt x="3779481" y="556392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6343625" y="4748516"/>
              <a:ext cx="3787040" cy="706198"/>
            </a:xfrm>
            <a:custGeom>
              <a:avLst/>
              <a:pathLst>
                <a:path w="3787040" h="706198">
                  <a:moveTo>
                    <a:pt x="3779" y="387902"/>
                  </a:moveTo>
                  <a:lnTo>
                    <a:pt x="7558" y="388011"/>
                  </a:lnTo>
                  <a:lnTo>
                    <a:pt x="164325" y="392532"/>
                  </a:lnTo>
                  <a:lnTo>
                    <a:pt x="168104" y="392641"/>
                  </a:lnTo>
                  <a:lnTo>
                    <a:pt x="171884" y="394326"/>
                  </a:lnTo>
                  <a:lnTo>
                    <a:pt x="328650" y="464197"/>
                  </a:lnTo>
                  <a:lnTo>
                    <a:pt x="332430" y="465881"/>
                  </a:lnTo>
                  <a:lnTo>
                    <a:pt x="336209" y="466722"/>
                  </a:lnTo>
                  <a:lnTo>
                    <a:pt x="492975" y="501615"/>
                  </a:lnTo>
                  <a:lnTo>
                    <a:pt x="496755" y="502456"/>
                  </a:lnTo>
                  <a:lnTo>
                    <a:pt x="500534" y="502787"/>
                  </a:lnTo>
                  <a:lnTo>
                    <a:pt x="657301" y="516487"/>
                  </a:lnTo>
                  <a:lnTo>
                    <a:pt x="661080" y="516817"/>
                  </a:lnTo>
                  <a:lnTo>
                    <a:pt x="664860" y="516295"/>
                  </a:lnTo>
                  <a:lnTo>
                    <a:pt x="821626" y="494656"/>
                  </a:lnTo>
                  <a:lnTo>
                    <a:pt x="825405" y="494134"/>
                  </a:lnTo>
                  <a:lnTo>
                    <a:pt x="829185" y="492108"/>
                  </a:lnTo>
                  <a:lnTo>
                    <a:pt x="985951" y="408081"/>
                  </a:lnTo>
                  <a:lnTo>
                    <a:pt x="989731" y="406056"/>
                  </a:lnTo>
                  <a:lnTo>
                    <a:pt x="993510" y="403412"/>
                  </a:lnTo>
                  <a:lnTo>
                    <a:pt x="1150276" y="293761"/>
                  </a:lnTo>
                  <a:lnTo>
                    <a:pt x="1154056" y="291118"/>
                  </a:lnTo>
                  <a:lnTo>
                    <a:pt x="1157835" y="290635"/>
                  </a:lnTo>
                  <a:lnTo>
                    <a:pt x="1314602" y="270607"/>
                  </a:lnTo>
                  <a:lnTo>
                    <a:pt x="1318381" y="270124"/>
                  </a:lnTo>
                  <a:lnTo>
                    <a:pt x="1322161" y="270805"/>
                  </a:lnTo>
                  <a:lnTo>
                    <a:pt x="1478927" y="299024"/>
                  </a:lnTo>
                  <a:lnTo>
                    <a:pt x="1482707" y="299705"/>
                  </a:lnTo>
                  <a:lnTo>
                    <a:pt x="1486486" y="300224"/>
                  </a:lnTo>
                  <a:lnTo>
                    <a:pt x="1643252" y="321753"/>
                  </a:lnTo>
                  <a:lnTo>
                    <a:pt x="1647032" y="322272"/>
                  </a:lnTo>
                  <a:lnTo>
                    <a:pt x="1650811" y="322314"/>
                  </a:lnTo>
                  <a:lnTo>
                    <a:pt x="1807578" y="324058"/>
                  </a:lnTo>
                  <a:lnTo>
                    <a:pt x="1811357" y="324100"/>
                  </a:lnTo>
                  <a:lnTo>
                    <a:pt x="1815137" y="324035"/>
                  </a:lnTo>
                  <a:lnTo>
                    <a:pt x="1971903" y="321310"/>
                  </a:lnTo>
                  <a:lnTo>
                    <a:pt x="1975682" y="321244"/>
                  </a:lnTo>
                  <a:lnTo>
                    <a:pt x="1979462" y="321370"/>
                  </a:lnTo>
                  <a:lnTo>
                    <a:pt x="2136228" y="326594"/>
                  </a:lnTo>
                  <a:lnTo>
                    <a:pt x="2140008" y="326720"/>
                  </a:lnTo>
                  <a:lnTo>
                    <a:pt x="2143787" y="327348"/>
                  </a:lnTo>
                  <a:lnTo>
                    <a:pt x="2300553" y="353420"/>
                  </a:lnTo>
                  <a:lnTo>
                    <a:pt x="2304333" y="354048"/>
                  </a:lnTo>
                  <a:lnTo>
                    <a:pt x="2308112" y="353784"/>
                  </a:lnTo>
                  <a:lnTo>
                    <a:pt x="2464879" y="342814"/>
                  </a:lnTo>
                  <a:lnTo>
                    <a:pt x="2468658" y="342549"/>
                  </a:lnTo>
                  <a:lnTo>
                    <a:pt x="2472438" y="341409"/>
                  </a:lnTo>
                  <a:lnTo>
                    <a:pt x="2629204" y="294092"/>
                  </a:lnTo>
                  <a:lnTo>
                    <a:pt x="2632984" y="292951"/>
                  </a:lnTo>
                  <a:lnTo>
                    <a:pt x="2636763" y="289328"/>
                  </a:lnTo>
                  <a:lnTo>
                    <a:pt x="2793529" y="139025"/>
                  </a:lnTo>
                  <a:lnTo>
                    <a:pt x="2797309" y="135401"/>
                  </a:lnTo>
                  <a:lnTo>
                    <a:pt x="2801088" y="132287"/>
                  </a:lnTo>
                  <a:lnTo>
                    <a:pt x="2957855" y="3114"/>
                  </a:lnTo>
                  <a:lnTo>
                    <a:pt x="2961634" y="0"/>
                  </a:lnTo>
                  <a:lnTo>
                    <a:pt x="2965414" y="534"/>
                  </a:lnTo>
                  <a:lnTo>
                    <a:pt x="3122180" y="22692"/>
                  </a:lnTo>
                  <a:lnTo>
                    <a:pt x="3125959" y="23226"/>
                  </a:lnTo>
                  <a:lnTo>
                    <a:pt x="3129739" y="24769"/>
                  </a:lnTo>
                  <a:lnTo>
                    <a:pt x="3286505" y="88755"/>
                  </a:lnTo>
                  <a:lnTo>
                    <a:pt x="3290285" y="90297"/>
                  </a:lnTo>
                  <a:lnTo>
                    <a:pt x="3294064" y="92383"/>
                  </a:lnTo>
                  <a:lnTo>
                    <a:pt x="3450830" y="178900"/>
                  </a:lnTo>
                  <a:lnTo>
                    <a:pt x="3454610" y="180986"/>
                  </a:lnTo>
                  <a:lnTo>
                    <a:pt x="3458389" y="183291"/>
                  </a:lnTo>
                  <a:lnTo>
                    <a:pt x="3615156" y="278902"/>
                  </a:lnTo>
                  <a:lnTo>
                    <a:pt x="3618935" y="281207"/>
                  </a:lnTo>
                  <a:lnTo>
                    <a:pt x="3622715" y="283586"/>
                  </a:lnTo>
                  <a:lnTo>
                    <a:pt x="3779481" y="382271"/>
                  </a:lnTo>
                  <a:lnTo>
                    <a:pt x="3783261" y="384650"/>
                  </a:lnTo>
                  <a:lnTo>
                    <a:pt x="3787040" y="706198"/>
                  </a:lnTo>
                  <a:lnTo>
                    <a:pt x="3783261" y="706198"/>
                  </a:lnTo>
                  <a:lnTo>
                    <a:pt x="3779481" y="706198"/>
                  </a:lnTo>
                  <a:lnTo>
                    <a:pt x="3622715" y="706198"/>
                  </a:lnTo>
                  <a:lnTo>
                    <a:pt x="3618935" y="706198"/>
                  </a:lnTo>
                  <a:lnTo>
                    <a:pt x="3615156" y="706198"/>
                  </a:lnTo>
                  <a:lnTo>
                    <a:pt x="3458389" y="706198"/>
                  </a:lnTo>
                  <a:lnTo>
                    <a:pt x="3454610" y="706198"/>
                  </a:lnTo>
                  <a:lnTo>
                    <a:pt x="3450830" y="706198"/>
                  </a:lnTo>
                  <a:lnTo>
                    <a:pt x="3294064" y="706198"/>
                  </a:lnTo>
                  <a:lnTo>
                    <a:pt x="3290285" y="706198"/>
                  </a:lnTo>
                  <a:lnTo>
                    <a:pt x="3286505" y="706198"/>
                  </a:lnTo>
                  <a:lnTo>
                    <a:pt x="3129739" y="706198"/>
                  </a:lnTo>
                  <a:lnTo>
                    <a:pt x="3125959" y="706198"/>
                  </a:lnTo>
                  <a:lnTo>
                    <a:pt x="3122180" y="706198"/>
                  </a:lnTo>
                  <a:lnTo>
                    <a:pt x="2965414" y="706198"/>
                  </a:lnTo>
                  <a:lnTo>
                    <a:pt x="2961634" y="706198"/>
                  </a:lnTo>
                  <a:lnTo>
                    <a:pt x="2957855" y="706198"/>
                  </a:lnTo>
                  <a:lnTo>
                    <a:pt x="2801088" y="706198"/>
                  </a:lnTo>
                  <a:lnTo>
                    <a:pt x="2797309" y="706198"/>
                  </a:lnTo>
                  <a:lnTo>
                    <a:pt x="2793529" y="706198"/>
                  </a:lnTo>
                  <a:lnTo>
                    <a:pt x="2636763" y="706198"/>
                  </a:lnTo>
                  <a:lnTo>
                    <a:pt x="2632984" y="706198"/>
                  </a:lnTo>
                  <a:lnTo>
                    <a:pt x="2629204" y="706198"/>
                  </a:lnTo>
                  <a:lnTo>
                    <a:pt x="2472438" y="706198"/>
                  </a:lnTo>
                  <a:lnTo>
                    <a:pt x="2468658" y="706198"/>
                  </a:lnTo>
                  <a:lnTo>
                    <a:pt x="2464879" y="706198"/>
                  </a:lnTo>
                  <a:lnTo>
                    <a:pt x="2308112" y="706198"/>
                  </a:lnTo>
                  <a:lnTo>
                    <a:pt x="2304333" y="706198"/>
                  </a:lnTo>
                  <a:lnTo>
                    <a:pt x="2300553" y="706198"/>
                  </a:lnTo>
                  <a:lnTo>
                    <a:pt x="2143787" y="706198"/>
                  </a:lnTo>
                  <a:lnTo>
                    <a:pt x="2140008" y="706198"/>
                  </a:lnTo>
                  <a:lnTo>
                    <a:pt x="2136228" y="706198"/>
                  </a:lnTo>
                  <a:lnTo>
                    <a:pt x="1979462" y="706198"/>
                  </a:lnTo>
                  <a:lnTo>
                    <a:pt x="1975682" y="706198"/>
                  </a:lnTo>
                  <a:lnTo>
                    <a:pt x="1971903" y="706198"/>
                  </a:lnTo>
                  <a:lnTo>
                    <a:pt x="1815137" y="706198"/>
                  </a:lnTo>
                  <a:lnTo>
                    <a:pt x="1811357" y="706198"/>
                  </a:lnTo>
                  <a:lnTo>
                    <a:pt x="1807578" y="706198"/>
                  </a:lnTo>
                  <a:lnTo>
                    <a:pt x="1650811" y="706198"/>
                  </a:lnTo>
                  <a:lnTo>
                    <a:pt x="1647032" y="706198"/>
                  </a:lnTo>
                  <a:lnTo>
                    <a:pt x="1643252" y="706198"/>
                  </a:lnTo>
                  <a:lnTo>
                    <a:pt x="1486486" y="706198"/>
                  </a:lnTo>
                  <a:lnTo>
                    <a:pt x="1482707" y="706198"/>
                  </a:lnTo>
                  <a:lnTo>
                    <a:pt x="1478927" y="706198"/>
                  </a:lnTo>
                  <a:lnTo>
                    <a:pt x="1322161" y="706198"/>
                  </a:lnTo>
                  <a:lnTo>
                    <a:pt x="1318381" y="706198"/>
                  </a:lnTo>
                  <a:lnTo>
                    <a:pt x="1314602" y="706198"/>
                  </a:lnTo>
                  <a:lnTo>
                    <a:pt x="1157835" y="706198"/>
                  </a:lnTo>
                  <a:lnTo>
                    <a:pt x="1154056" y="706198"/>
                  </a:lnTo>
                  <a:lnTo>
                    <a:pt x="1150276" y="706198"/>
                  </a:lnTo>
                  <a:lnTo>
                    <a:pt x="993510" y="706198"/>
                  </a:lnTo>
                  <a:lnTo>
                    <a:pt x="989731" y="706198"/>
                  </a:lnTo>
                  <a:lnTo>
                    <a:pt x="985951" y="706198"/>
                  </a:lnTo>
                  <a:lnTo>
                    <a:pt x="829185" y="706198"/>
                  </a:lnTo>
                  <a:lnTo>
                    <a:pt x="825405" y="706198"/>
                  </a:lnTo>
                  <a:lnTo>
                    <a:pt x="821626" y="706198"/>
                  </a:lnTo>
                  <a:lnTo>
                    <a:pt x="664860" y="706198"/>
                  </a:lnTo>
                  <a:lnTo>
                    <a:pt x="661080" y="706198"/>
                  </a:lnTo>
                  <a:lnTo>
                    <a:pt x="657301" y="706198"/>
                  </a:lnTo>
                  <a:lnTo>
                    <a:pt x="500534" y="706198"/>
                  </a:lnTo>
                  <a:lnTo>
                    <a:pt x="496755" y="706198"/>
                  </a:lnTo>
                  <a:lnTo>
                    <a:pt x="492975" y="706198"/>
                  </a:lnTo>
                  <a:lnTo>
                    <a:pt x="336209" y="706198"/>
                  </a:lnTo>
                  <a:lnTo>
                    <a:pt x="332430" y="706198"/>
                  </a:lnTo>
                  <a:lnTo>
                    <a:pt x="328650" y="706198"/>
                  </a:lnTo>
                  <a:lnTo>
                    <a:pt x="171884" y="706198"/>
                  </a:lnTo>
                  <a:lnTo>
                    <a:pt x="168104" y="706198"/>
                  </a:lnTo>
                  <a:lnTo>
                    <a:pt x="164325" y="706198"/>
                  </a:lnTo>
                  <a:lnTo>
                    <a:pt x="7558" y="706198"/>
                  </a:lnTo>
                  <a:lnTo>
                    <a:pt x="3779" y="706198"/>
                  </a:lnTo>
                  <a:lnTo>
                    <a:pt x="0" y="706198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6347405" y="4748516"/>
              <a:ext cx="3779481" cy="516817"/>
            </a:xfrm>
            <a:custGeom>
              <a:avLst/>
              <a:pathLst>
                <a:path w="3779481" h="516817">
                  <a:moveTo>
                    <a:pt x="0" y="387902"/>
                  </a:moveTo>
                  <a:lnTo>
                    <a:pt x="3779" y="388011"/>
                  </a:lnTo>
                  <a:lnTo>
                    <a:pt x="160545" y="392532"/>
                  </a:lnTo>
                  <a:lnTo>
                    <a:pt x="164325" y="392641"/>
                  </a:lnTo>
                  <a:lnTo>
                    <a:pt x="168104" y="394326"/>
                  </a:lnTo>
                  <a:lnTo>
                    <a:pt x="324871" y="464197"/>
                  </a:lnTo>
                  <a:lnTo>
                    <a:pt x="328650" y="465881"/>
                  </a:lnTo>
                  <a:lnTo>
                    <a:pt x="332430" y="466722"/>
                  </a:lnTo>
                  <a:lnTo>
                    <a:pt x="489196" y="501615"/>
                  </a:lnTo>
                  <a:lnTo>
                    <a:pt x="492975" y="502456"/>
                  </a:lnTo>
                  <a:lnTo>
                    <a:pt x="496755" y="502787"/>
                  </a:lnTo>
                  <a:lnTo>
                    <a:pt x="653521" y="516487"/>
                  </a:lnTo>
                  <a:lnTo>
                    <a:pt x="657301" y="516817"/>
                  </a:lnTo>
                  <a:lnTo>
                    <a:pt x="661080" y="516295"/>
                  </a:lnTo>
                  <a:lnTo>
                    <a:pt x="817846" y="494656"/>
                  </a:lnTo>
                  <a:lnTo>
                    <a:pt x="821626" y="494134"/>
                  </a:lnTo>
                  <a:lnTo>
                    <a:pt x="825405" y="492108"/>
                  </a:lnTo>
                  <a:lnTo>
                    <a:pt x="982172" y="408081"/>
                  </a:lnTo>
                  <a:lnTo>
                    <a:pt x="985951" y="406056"/>
                  </a:lnTo>
                  <a:lnTo>
                    <a:pt x="989731" y="403412"/>
                  </a:lnTo>
                  <a:lnTo>
                    <a:pt x="1146497" y="293761"/>
                  </a:lnTo>
                  <a:lnTo>
                    <a:pt x="1150276" y="291118"/>
                  </a:lnTo>
                  <a:lnTo>
                    <a:pt x="1154056" y="290635"/>
                  </a:lnTo>
                  <a:lnTo>
                    <a:pt x="1310822" y="270607"/>
                  </a:lnTo>
                  <a:lnTo>
                    <a:pt x="1314602" y="270124"/>
                  </a:lnTo>
                  <a:lnTo>
                    <a:pt x="1318381" y="270805"/>
                  </a:lnTo>
                  <a:lnTo>
                    <a:pt x="1475148" y="299024"/>
                  </a:lnTo>
                  <a:lnTo>
                    <a:pt x="1478927" y="299705"/>
                  </a:lnTo>
                  <a:lnTo>
                    <a:pt x="1482707" y="300224"/>
                  </a:lnTo>
                  <a:lnTo>
                    <a:pt x="1639473" y="321753"/>
                  </a:lnTo>
                  <a:lnTo>
                    <a:pt x="1643252" y="322272"/>
                  </a:lnTo>
                  <a:lnTo>
                    <a:pt x="1647032" y="322314"/>
                  </a:lnTo>
                  <a:lnTo>
                    <a:pt x="1803798" y="324058"/>
                  </a:lnTo>
                  <a:lnTo>
                    <a:pt x="1807578" y="324100"/>
                  </a:lnTo>
                  <a:lnTo>
                    <a:pt x="1811357" y="324035"/>
                  </a:lnTo>
                  <a:lnTo>
                    <a:pt x="1968123" y="321310"/>
                  </a:lnTo>
                  <a:lnTo>
                    <a:pt x="1971903" y="321244"/>
                  </a:lnTo>
                  <a:lnTo>
                    <a:pt x="1975682" y="321370"/>
                  </a:lnTo>
                  <a:lnTo>
                    <a:pt x="2132449" y="326594"/>
                  </a:lnTo>
                  <a:lnTo>
                    <a:pt x="2136228" y="326720"/>
                  </a:lnTo>
                  <a:lnTo>
                    <a:pt x="2140008" y="327348"/>
                  </a:lnTo>
                  <a:lnTo>
                    <a:pt x="2296774" y="353420"/>
                  </a:lnTo>
                  <a:lnTo>
                    <a:pt x="2300553" y="354048"/>
                  </a:lnTo>
                  <a:lnTo>
                    <a:pt x="2304333" y="353784"/>
                  </a:lnTo>
                  <a:lnTo>
                    <a:pt x="2461099" y="342814"/>
                  </a:lnTo>
                  <a:lnTo>
                    <a:pt x="2464879" y="342549"/>
                  </a:lnTo>
                  <a:lnTo>
                    <a:pt x="2468658" y="341409"/>
                  </a:lnTo>
                  <a:lnTo>
                    <a:pt x="2625425" y="294092"/>
                  </a:lnTo>
                  <a:lnTo>
                    <a:pt x="2629204" y="292951"/>
                  </a:lnTo>
                  <a:lnTo>
                    <a:pt x="2632984" y="289328"/>
                  </a:lnTo>
                  <a:lnTo>
                    <a:pt x="2789750" y="139025"/>
                  </a:lnTo>
                  <a:lnTo>
                    <a:pt x="2793529" y="135401"/>
                  </a:lnTo>
                  <a:lnTo>
                    <a:pt x="2797309" y="132287"/>
                  </a:lnTo>
                  <a:lnTo>
                    <a:pt x="2954075" y="3114"/>
                  </a:lnTo>
                  <a:lnTo>
                    <a:pt x="2957855" y="0"/>
                  </a:lnTo>
                  <a:lnTo>
                    <a:pt x="2961634" y="534"/>
                  </a:lnTo>
                  <a:lnTo>
                    <a:pt x="3118400" y="22692"/>
                  </a:lnTo>
                  <a:lnTo>
                    <a:pt x="3122180" y="23226"/>
                  </a:lnTo>
                  <a:lnTo>
                    <a:pt x="3125959" y="24769"/>
                  </a:lnTo>
                  <a:lnTo>
                    <a:pt x="3282726" y="88755"/>
                  </a:lnTo>
                  <a:lnTo>
                    <a:pt x="3286505" y="90297"/>
                  </a:lnTo>
                  <a:lnTo>
                    <a:pt x="3290285" y="92383"/>
                  </a:lnTo>
                  <a:lnTo>
                    <a:pt x="3447051" y="178900"/>
                  </a:lnTo>
                  <a:lnTo>
                    <a:pt x="3450830" y="180986"/>
                  </a:lnTo>
                  <a:lnTo>
                    <a:pt x="3454610" y="183291"/>
                  </a:lnTo>
                  <a:lnTo>
                    <a:pt x="3611376" y="278902"/>
                  </a:lnTo>
                  <a:lnTo>
                    <a:pt x="3615156" y="281207"/>
                  </a:lnTo>
                  <a:lnTo>
                    <a:pt x="3618935" y="283586"/>
                  </a:lnTo>
                  <a:lnTo>
                    <a:pt x="3775702" y="382271"/>
                  </a:lnTo>
                  <a:lnTo>
                    <a:pt x="3779481" y="384650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tx124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8" name="tx127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5" name="tx134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6" name="tx135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7" name="tx136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8" name="tx137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1" name="tx140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2" name="tx141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3" name="tx142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4" name="tx143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8" name="tx147"/>
            <p:cNvSpPr/>
            <p:nvPr/>
          </p:nvSpPr>
          <p:spPr>
            <a:xfrm>
              <a:off x="6347405" y="4420388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9" name="tx148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0" name="tx149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1" name="tx150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2" name="tx151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3" name="tx152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4" name="tx153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5" name="tx154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6" name="tx155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7" name="tx156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8" name="tx157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9" name="tx158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0" name="tx159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1" name="tx160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0" name="tx169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1" name="tx170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2" name="tx171"/>
            <p:cNvSpPr/>
            <p:nvPr/>
          </p:nvSpPr>
          <p:spPr>
            <a:xfrm>
              <a:off x="6347405" y="42997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3" name="tx172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4" name="tx173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5" name="tx174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6" name="tx175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7" name="tx176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8" name="tx177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9" name="tx178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0" name="tx179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1" name="tx180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2" name="tx181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3" name="tx182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4" name="tx183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5" name="tx184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6" name="tx185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7" name="tx186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8" name="tx187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9" name="tx188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0" name="tx189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1" name="tx190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6347405" y="4182889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7" name="rc196"/>
            <p:cNvSpPr/>
            <p:nvPr/>
          </p:nvSpPr>
          <p:spPr>
            <a:xfrm>
              <a:off x="2316899" y="3768117"/>
              <a:ext cx="38438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tx197"/>
            <p:cNvSpPr/>
            <p:nvPr/>
          </p:nvSpPr>
          <p:spPr>
            <a:xfrm>
              <a:off x="3362206" y="3880144"/>
              <a:ext cx="175323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Vic Winter - 2025</a:t>
              </a:r>
            </a:p>
          </p:txBody>
        </p:sp>
        <p:sp>
          <p:nvSpPr>
            <p:cNvPr id="199" name="rc198"/>
            <p:cNvSpPr/>
            <p:nvPr/>
          </p:nvSpPr>
          <p:spPr>
            <a:xfrm>
              <a:off x="6343625" y="3768117"/>
              <a:ext cx="38438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tx199"/>
            <p:cNvSpPr/>
            <p:nvPr/>
          </p:nvSpPr>
          <p:spPr>
            <a:xfrm>
              <a:off x="7388932" y="3880144"/>
              <a:ext cx="175323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Vic Winter - 2040</a:t>
              </a:r>
            </a:p>
          </p:txBody>
        </p:sp>
        <p:sp>
          <p:nvSpPr>
            <p:cNvPr id="201" name="rc200"/>
            <p:cNvSpPr/>
            <p:nvPr/>
          </p:nvSpPr>
          <p:spPr>
            <a:xfrm>
              <a:off x="2316899" y="1898639"/>
              <a:ext cx="38438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tx201"/>
            <p:cNvSpPr/>
            <p:nvPr/>
          </p:nvSpPr>
          <p:spPr>
            <a:xfrm>
              <a:off x="3241488" y="1997496"/>
              <a:ext cx="1994668" cy="181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Qld Summer - 2025</a:t>
              </a:r>
            </a:p>
          </p:txBody>
        </p:sp>
        <p:sp>
          <p:nvSpPr>
            <p:cNvPr id="203" name="rc202"/>
            <p:cNvSpPr/>
            <p:nvPr/>
          </p:nvSpPr>
          <p:spPr>
            <a:xfrm>
              <a:off x="6343625" y="1898639"/>
              <a:ext cx="38438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tx203"/>
            <p:cNvSpPr/>
            <p:nvPr/>
          </p:nvSpPr>
          <p:spPr>
            <a:xfrm>
              <a:off x="7268214" y="1997496"/>
              <a:ext cx="1994668" cy="181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Qld Summer - 2040</a:t>
              </a:r>
            </a:p>
          </p:txBody>
        </p:sp>
        <p:sp>
          <p:nvSpPr>
            <p:cNvPr id="205" name="pl204"/>
            <p:cNvSpPr/>
            <p:nvPr/>
          </p:nvSpPr>
          <p:spPr>
            <a:xfrm>
              <a:off x="2316899" y="5454714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2320679" y="545471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3635281" y="545471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4949883" y="545471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8"/>
            <p:cNvSpPr/>
            <p:nvPr/>
          </p:nvSpPr>
          <p:spPr>
            <a:xfrm>
              <a:off x="2034761" y="5587119"/>
              <a:ext cx="571834" cy="164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12am</a:t>
              </a:r>
            </a:p>
          </p:txBody>
        </p:sp>
        <p:sp>
          <p:nvSpPr>
            <p:cNvPr id="210" name="tx209"/>
            <p:cNvSpPr/>
            <p:nvPr/>
          </p:nvSpPr>
          <p:spPr>
            <a:xfrm>
              <a:off x="3412932" y="5586673"/>
              <a:ext cx="444698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8am</a:t>
              </a:r>
            </a:p>
          </p:txBody>
        </p:sp>
        <p:sp>
          <p:nvSpPr>
            <p:cNvPr id="211" name="tx210"/>
            <p:cNvSpPr/>
            <p:nvPr/>
          </p:nvSpPr>
          <p:spPr>
            <a:xfrm>
              <a:off x="4727534" y="5543587"/>
              <a:ext cx="444698" cy="207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4pm</a:t>
              </a:r>
            </a:p>
          </p:txBody>
        </p:sp>
        <p:sp>
          <p:nvSpPr>
            <p:cNvPr id="212" name="pl211"/>
            <p:cNvSpPr/>
            <p:nvPr/>
          </p:nvSpPr>
          <p:spPr>
            <a:xfrm>
              <a:off x="6343625" y="5454714"/>
              <a:ext cx="3843846" cy="0"/>
            </a:xfrm>
            <a:custGeom>
              <a:avLst/>
              <a:pathLst>
                <a:path w="3843846" h="0">
                  <a:moveTo>
                    <a:pt x="0" y="0"/>
                  </a:moveTo>
                  <a:lnTo>
                    <a:pt x="384384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6347405" y="545471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7662007" y="545471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8976609" y="545471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tx215"/>
            <p:cNvSpPr/>
            <p:nvPr/>
          </p:nvSpPr>
          <p:spPr>
            <a:xfrm>
              <a:off x="6061487" y="5587119"/>
              <a:ext cx="571834" cy="164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12am</a:t>
              </a:r>
            </a:p>
          </p:txBody>
        </p:sp>
        <p:sp>
          <p:nvSpPr>
            <p:cNvPr id="217" name="tx216"/>
            <p:cNvSpPr/>
            <p:nvPr/>
          </p:nvSpPr>
          <p:spPr>
            <a:xfrm>
              <a:off x="7439658" y="5586673"/>
              <a:ext cx="444698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8am</a:t>
              </a:r>
            </a:p>
          </p:txBody>
        </p:sp>
        <p:sp>
          <p:nvSpPr>
            <p:cNvPr id="218" name="tx217"/>
            <p:cNvSpPr/>
            <p:nvPr/>
          </p:nvSpPr>
          <p:spPr>
            <a:xfrm>
              <a:off x="8754260" y="5543587"/>
              <a:ext cx="444698" cy="207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4pm</a:t>
              </a:r>
            </a:p>
          </p:txBody>
        </p:sp>
        <p:sp>
          <p:nvSpPr>
            <p:cNvPr id="219" name="tx218"/>
            <p:cNvSpPr/>
            <p:nvPr/>
          </p:nvSpPr>
          <p:spPr>
            <a:xfrm>
              <a:off x="1896628" y="3503028"/>
              <a:ext cx="317785" cy="164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0" name="tx219"/>
            <p:cNvSpPr/>
            <p:nvPr/>
          </p:nvSpPr>
          <p:spPr>
            <a:xfrm>
              <a:off x="1896628" y="3186660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1" name="tx220"/>
            <p:cNvSpPr/>
            <p:nvPr/>
          </p:nvSpPr>
          <p:spPr>
            <a:xfrm>
              <a:off x="1896628" y="2870515"/>
              <a:ext cx="317785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222" name="tx221"/>
            <p:cNvSpPr/>
            <p:nvPr/>
          </p:nvSpPr>
          <p:spPr>
            <a:xfrm>
              <a:off x="1896628" y="2559059"/>
              <a:ext cx="317785" cy="160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223" name="tx222"/>
            <p:cNvSpPr/>
            <p:nvPr/>
          </p:nvSpPr>
          <p:spPr>
            <a:xfrm>
              <a:off x="1896628" y="2238896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224" name="tx223"/>
            <p:cNvSpPr/>
            <p:nvPr/>
          </p:nvSpPr>
          <p:spPr>
            <a:xfrm>
              <a:off x="1896628" y="5372505"/>
              <a:ext cx="317785" cy="164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5" name="tx224"/>
            <p:cNvSpPr/>
            <p:nvPr/>
          </p:nvSpPr>
          <p:spPr>
            <a:xfrm>
              <a:off x="1896628" y="5056137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6" name="tx225"/>
            <p:cNvSpPr/>
            <p:nvPr/>
          </p:nvSpPr>
          <p:spPr>
            <a:xfrm>
              <a:off x="1896628" y="4739993"/>
              <a:ext cx="317785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227" name="tx226"/>
            <p:cNvSpPr/>
            <p:nvPr/>
          </p:nvSpPr>
          <p:spPr>
            <a:xfrm>
              <a:off x="1896628" y="4428536"/>
              <a:ext cx="317785" cy="160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228" name="tx227"/>
            <p:cNvSpPr/>
            <p:nvPr/>
          </p:nvSpPr>
          <p:spPr>
            <a:xfrm>
              <a:off x="1896628" y="4108373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</p:grpSp>
      <p:sp>
        <p:nvSpPr>
          <p:cNvPr id="229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Underlying electricity demand will change substantially over time</a:t>
            </a:r>
          </a:p>
        </p:txBody>
      </p:sp>
      <p:sp>
        <p:nvSpPr>
          <p:cNvPr id="230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>bjjefferson</cp:lastModifiedBy>
  <cp:revision>269</cp:revision>
  <dcterms:created xsi:type="dcterms:W3CDTF">2022-05-20T01:54:03Z</dcterms:created>
  <dcterms:modified xsi:type="dcterms:W3CDTF">2025-08-05T18:35:40Z</dcterms:modified>
</cp:coreProperties>
</file>