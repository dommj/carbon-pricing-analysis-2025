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notesMasterIdLst>
    <p:notesMasterId r:id="rId8"/>
  </p:notesMasterIdLst>
  <p:sldIdLst>
    <p:sldId id="256" r:id="rId2"/>
    <p:sldId id="257" r:id="rId7"/>
  </p:sldIdLst>
  <p:sldSz cx="7977188" cy="5219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87" d="100"/>
          <a:sy n="87" d="100"/>
        </p:scale>
        <p:origin x="2200" y="1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2" Type="http://schemas.openxmlformats.org/officeDocument/2006/relationships/slide" Target="slides/slide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7" Type="http://schemas.openxmlformats.org/officeDocument/2006/relationships/slide" Target="slides/slide2.xml"/>
<Relationship Id="rId8" Type="http://schemas.openxmlformats.org/officeDocument/2006/relationships/notesMaster" Target="notesMasters/notesMaster1.xml"/>
</Relationships>

</file>

<file path=ppt/notesMasters/_rels/notesMaster1.xml.rels><?xml version="1.0" encoding="UTF-8" standalone="yes"?>

<Relationships  xmlns="http://schemas.openxmlformats.org/package/2006/relationships">
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Dropbox/Dominic  Jones/Apps/Overleaf/energy-2025-carbon-pricing-for-electricity/atlas/average_demand_shape_over_time/average_demand_shape_over_time_normal.pptx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854243"/>
            <a:ext cx="6780610" cy="1817229"/>
          </a:xfrm>
        </p:spPr>
        <p:txBody>
          <a:bodyPr anchor="b"/>
          <a:lstStyle>
            <a:lvl1pPr algn="ctr"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2741551"/>
            <a:ext cx="5982891" cy="1260219"/>
          </a:xfrm>
        </p:spPr>
        <p:txBody>
          <a:bodyPr/>
          <a:lstStyle>
            <a:lvl1pPr marL="0" indent="0" algn="ctr">
              <a:buNone/>
              <a:defRPr sz="1827"/>
            </a:lvl1pPr>
            <a:lvl2pPr marL="347975" indent="0" algn="ctr">
              <a:buNone/>
              <a:defRPr sz="1522"/>
            </a:lvl2pPr>
            <a:lvl3pPr marL="695950" indent="0" algn="ctr">
              <a:buNone/>
              <a:defRPr sz="1370"/>
            </a:lvl3pPr>
            <a:lvl4pPr marL="1043925" indent="0" algn="ctr">
              <a:buNone/>
              <a:defRPr sz="1218"/>
            </a:lvl4pPr>
            <a:lvl5pPr marL="1391900" indent="0" algn="ctr">
              <a:buNone/>
              <a:defRPr sz="1218"/>
            </a:lvl5pPr>
            <a:lvl6pPr marL="1739875" indent="0" algn="ctr">
              <a:buNone/>
              <a:defRPr sz="1218"/>
            </a:lvl6pPr>
            <a:lvl7pPr marL="2087850" indent="0" algn="ctr">
              <a:buNone/>
              <a:defRPr sz="1218"/>
            </a:lvl7pPr>
            <a:lvl8pPr marL="2435824" indent="0" algn="ctr">
              <a:buNone/>
              <a:defRPr sz="1218"/>
            </a:lvl8pPr>
            <a:lvl9pPr marL="2783799" indent="0" algn="ctr">
              <a:buNone/>
              <a:defRPr sz="121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0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4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301302"/>
            <a:ext cx="6880325" cy="2171250"/>
          </a:xfrm>
        </p:spPr>
        <p:txBody>
          <a:bodyPr anchor="b"/>
          <a:lstStyle>
            <a:lvl1pPr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3493092"/>
            <a:ext cx="6880325" cy="1141809"/>
          </a:xfrm>
        </p:spPr>
        <p:txBody>
          <a:bodyPr/>
          <a:lstStyle>
            <a:lvl1pPr marL="0" indent="0">
              <a:buNone/>
              <a:defRPr sz="1827">
                <a:solidFill>
                  <a:schemeClr val="tx1"/>
                </a:solidFill>
              </a:defRPr>
            </a:lvl1pPr>
            <a:lvl2pPr marL="347975" indent="0">
              <a:buNone/>
              <a:defRPr sz="1522">
                <a:solidFill>
                  <a:schemeClr val="tx1">
                    <a:tint val="75000"/>
                  </a:schemeClr>
                </a:solidFill>
              </a:defRPr>
            </a:lvl2pPr>
            <a:lvl3pPr marL="695950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04392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4pPr>
            <a:lvl5pPr marL="139190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5pPr>
            <a:lvl6pPr marL="173987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6pPr>
            <a:lvl7pPr marL="208785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7pPr>
            <a:lvl8pPr marL="2435824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8pPr>
            <a:lvl9pPr marL="2783799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1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 anchor="t"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5220000"/>
          </a:xfrm>
        </p:spPr>
        <p:txBody>
          <a:bodyPr lIns="0" tIns="0" rIns="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AF5EA265-8F08-B40E-312A-1E8FD775E2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84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918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57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16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277902"/>
            <a:ext cx="6880325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1389503"/>
            <a:ext cx="6880325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8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69595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987" indent="-173987" algn="l" defTabSz="69595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219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99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179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658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9138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2618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6098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9577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1pPr>
      <a:lvl2pPr marL="3479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2pPr>
      <a:lvl3pPr marL="6959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4392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39190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7398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0878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435824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783799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94" y="303213"/>
            <a:ext cx="77724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513" y="2854807"/>
            <a:ext cx="6858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/>
          <a:p>
            <a:r>
              <a:rPr/>
              <a:t>Power (kilowatts)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7977600" cy="5220000"/>
            <a:chOff x="0" y="0"/>
            <a:chExt cx="7977600" cy="5220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7977600" cy="52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422099" y="488172"/>
              <a:ext cx="3631446" cy="17575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22099" y="2245706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422099" y="1815240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422099" y="1384775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22099" y="954309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22099" y="523844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422099" y="816211"/>
              <a:ext cx="3577779" cy="1429494"/>
            </a:xfrm>
            <a:custGeom>
              <a:avLst/>
              <a:pathLst>
                <a:path w="3577779" h="1429494">
                  <a:moveTo>
                    <a:pt x="3570" y="834304"/>
                  </a:moveTo>
                  <a:lnTo>
                    <a:pt x="7141" y="836248"/>
                  </a:lnTo>
                  <a:lnTo>
                    <a:pt x="155245" y="916888"/>
                  </a:lnTo>
                  <a:lnTo>
                    <a:pt x="158815" y="918832"/>
                  </a:lnTo>
                  <a:lnTo>
                    <a:pt x="162386" y="919833"/>
                  </a:lnTo>
                  <a:lnTo>
                    <a:pt x="310490" y="961320"/>
                  </a:lnTo>
                  <a:lnTo>
                    <a:pt x="314060" y="962320"/>
                  </a:lnTo>
                  <a:lnTo>
                    <a:pt x="317631" y="962473"/>
                  </a:lnTo>
                  <a:lnTo>
                    <a:pt x="465735" y="968812"/>
                  </a:lnTo>
                  <a:lnTo>
                    <a:pt x="469306" y="968965"/>
                  </a:lnTo>
                  <a:lnTo>
                    <a:pt x="472876" y="969459"/>
                  </a:lnTo>
                  <a:lnTo>
                    <a:pt x="620980" y="989943"/>
                  </a:lnTo>
                  <a:lnTo>
                    <a:pt x="624551" y="990437"/>
                  </a:lnTo>
                  <a:lnTo>
                    <a:pt x="628121" y="990177"/>
                  </a:lnTo>
                  <a:lnTo>
                    <a:pt x="776225" y="979395"/>
                  </a:lnTo>
                  <a:lnTo>
                    <a:pt x="779796" y="979136"/>
                  </a:lnTo>
                  <a:lnTo>
                    <a:pt x="783366" y="976369"/>
                  </a:lnTo>
                  <a:lnTo>
                    <a:pt x="931470" y="861636"/>
                  </a:lnTo>
                  <a:lnTo>
                    <a:pt x="935041" y="858870"/>
                  </a:lnTo>
                  <a:lnTo>
                    <a:pt x="938612" y="855192"/>
                  </a:lnTo>
                  <a:lnTo>
                    <a:pt x="1086715" y="702637"/>
                  </a:lnTo>
                  <a:lnTo>
                    <a:pt x="1090286" y="698959"/>
                  </a:lnTo>
                  <a:lnTo>
                    <a:pt x="1093857" y="695561"/>
                  </a:lnTo>
                  <a:lnTo>
                    <a:pt x="1241961" y="554579"/>
                  </a:lnTo>
                  <a:lnTo>
                    <a:pt x="1245531" y="551180"/>
                  </a:lnTo>
                  <a:lnTo>
                    <a:pt x="1249102" y="547932"/>
                  </a:lnTo>
                  <a:lnTo>
                    <a:pt x="1397206" y="413192"/>
                  </a:lnTo>
                  <a:lnTo>
                    <a:pt x="1400776" y="409944"/>
                  </a:lnTo>
                  <a:lnTo>
                    <a:pt x="1404347" y="406148"/>
                  </a:lnTo>
                  <a:lnTo>
                    <a:pt x="1552451" y="248715"/>
                  </a:lnTo>
                  <a:lnTo>
                    <a:pt x="1556022" y="244919"/>
                  </a:lnTo>
                  <a:lnTo>
                    <a:pt x="1559592" y="242992"/>
                  </a:lnTo>
                  <a:lnTo>
                    <a:pt x="1707696" y="163026"/>
                  </a:lnTo>
                  <a:lnTo>
                    <a:pt x="1711267" y="161098"/>
                  </a:lnTo>
                  <a:lnTo>
                    <a:pt x="1714837" y="160865"/>
                  </a:lnTo>
                  <a:lnTo>
                    <a:pt x="1862941" y="151223"/>
                  </a:lnTo>
                  <a:lnTo>
                    <a:pt x="1866512" y="150991"/>
                  </a:lnTo>
                  <a:lnTo>
                    <a:pt x="1870082" y="151299"/>
                  </a:lnTo>
                  <a:lnTo>
                    <a:pt x="2018186" y="164060"/>
                  </a:lnTo>
                  <a:lnTo>
                    <a:pt x="2021757" y="164367"/>
                  </a:lnTo>
                  <a:lnTo>
                    <a:pt x="2025328" y="164615"/>
                  </a:lnTo>
                  <a:lnTo>
                    <a:pt x="2173431" y="174899"/>
                  </a:lnTo>
                  <a:lnTo>
                    <a:pt x="2177002" y="175147"/>
                  </a:lnTo>
                  <a:lnTo>
                    <a:pt x="2180573" y="174879"/>
                  </a:lnTo>
                  <a:lnTo>
                    <a:pt x="2328677" y="163762"/>
                  </a:lnTo>
                  <a:lnTo>
                    <a:pt x="2332247" y="163494"/>
                  </a:lnTo>
                  <a:lnTo>
                    <a:pt x="2335818" y="163433"/>
                  </a:lnTo>
                  <a:lnTo>
                    <a:pt x="2483922" y="160918"/>
                  </a:lnTo>
                  <a:lnTo>
                    <a:pt x="2487492" y="160857"/>
                  </a:lnTo>
                  <a:lnTo>
                    <a:pt x="2491063" y="159431"/>
                  </a:lnTo>
                  <a:lnTo>
                    <a:pt x="2639167" y="100273"/>
                  </a:lnTo>
                  <a:lnTo>
                    <a:pt x="2642737" y="98847"/>
                  </a:lnTo>
                  <a:lnTo>
                    <a:pt x="2646308" y="96573"/>
                  </a:lnTo>
                  <a:lnTo>
                    <a:pt x="2794412" y="2273"/>
                  </a:lnTo>
                  <a:lnTo>
                    <a:pt x="2797983" y="0"/>
                  </a:lnTo>
                  <a:lnTo>
                    <a:pt x="2801553" y="1055"/>
                  </a:lnTo>
                  <a:lnTo>
                    <a:pt x="2949657" y="44818"/>
                  </a:lnTo>
                  <a:lnTo>
                    <a:pt x="2953228" y="45873"/>
                  </a:lnTo>
                  <a:lnTo>
                    <a:pt x="2956798" y="48955"/>
                  </a:lnTo>
                  <a:lnTo>
                    <a:pt x="3104902" y="176805"/>
                  </a:lnTo>
                  <a:lnTo>
                    <a:pt x="3108473" y="179888"/>
                  </a:lnTo>
                  <a:lnTo>
                    <a:pt x="3112044" y="184885"/>
                  </a:lnTo>
                  <a:lnTo>
                    <a:pt x="3260147" y="392189"/>
                  </a:lnTo>
                  <a:lnTo>
                    <a:pt x="3263718" y="397187"/>
                  </a:lnTo>
                  <a:lnTo>
                    <a:pt x="3267289" y="400694"/>
                  </a:lnTo>
                  <a:lnTo>
                    <a:pt x="3415393" y="546166"/>
                  </a:lnTo>
                  <a:lnTo>
                    <a:pt x="3418963" y="549673"/>
                  </a:lnTo>
                  <a:lnTo>
                    <a:pt x="3422534" y="553182"/>
                  </a:lnTo>
                  <a:lnTo>
                    <a:pt x="3570638" y="698736"/>
                  </a:lnTo>
                  <a:lnTo>
                    <a:pt x="3574208" y="702246"/>
                  </a:lnTo>
                  <a:lnTo>
                    <a:pt x="3577779" y="1429494"/>
                  </a:lnTo>
                  <a:lnTo>
                    <a:pt x="3574208" y="715855"/>
                  </a:lnTo>
                  <a:lnTo>
                    <a:pt x="3570638" y="712393"/>
                  </a:lnTo>
                  <a:lnTo>
                    <a:pt x="3422534" y="568764"/>
                  </a:lnTo>
                  <a:lnTo>
                    <a:pt x="3418963" y="565302"/>
                  </a:lnTo>
                  <a:lnTo>
                    <a:pt x="3415393" y="561843"/>
                  </a:lnTo>
                  <a:lnTo>
                    <a:pt x="3267289" y="418377"/>
                  </a:lnTo>
                  <a:lnTo>
                    <a:pt x="3263718" y="414918"/>
                  </a:lnTo>
                  <a:lnTo>
                    <a:pt x="3260147" y="409937"/>
                  </a:lnTo>
                  <a:lnTo>
                    <a:pt x="3112044" y="203334"/>
                  </a:lnTo>
                  <a:lnTo>
                    <a:pt x="3108473" y="198353"/>
                  </a:lnTo>
                  <a:lnTo>
                    <a:pt x="3104902" y="195246"/>
                  </a:lnTo>
                  <a:lnTo>
                    <a:pt x="2956798" y="66351"/>
                  </a:lnTo>
                  <a:lnTo>
                    <a:pt x="2953228" y="63243"/>
                  </a:lnTo>
                  <a:lnTo>
                    <a:pt x="2949657" y="62135"/>
                  </a:lnTo>
                  <a:lnTo>
                    <a:pt x="2801553" y="16184"/>
                  </a:lnTo>
                  <a:lnTo>
                    <a:pt x="2797983" y="15076"/>
                  </a:lnTo>
                  <a:lnTo>
                    <a:pt x="2794412" y="17305"/>
                  </a:lnTo>
                  <a:lnTo>
                    <a:pt x="2646308" y="109738"/>
                  </a:lnTo>
                  <a:lnTo>
                    <a:pt x="2642737" y="111967"/>
                  </a:lnTo>
                  <a:lnTo>
                    <a:pt x="2639167" y="113366"/>
                  </a:lnTo>
                  <a:lnTo>
                    <a:pt x="2491063" y="171385"/>
                  </a:lnTo>
                  <a:lnTo>
                    <a:pt x="2487492" y="172784"/>
                  </a:lnTo>
                  <a:lnTo>
                    <a:pt x="2483922" y="172841"/>
                  </a:lnTo>
                  <a:lnTo>
                    <a:pt x="2335818" y="175178"/>
                  </a:lnTo>
                  <a:lnTo>
                    <a:pt x="2332247" y="175234"/>
                  </a:lnTo>
                  <a:lnTo>
                    <a:pt x="2328677" y="175507"/>
                  </a:lnTo>
                  <a:lnTo>
                    <a:pt x="2180573" y="186835"/>
                  </a:lnTo>
                  <a:lnTo>
                    <a:pt x="2177002" y="187108"/>
                  </a:lnTo>
                  <a:lnTo>
                    <a:pt x="2173431" y="186874"/>
                  </a:lnTo>
                  <a:lnTo>
                    <a:pt x="2025328" y="177150"/>
                  </a:lnTo>
                  <a:lnTo>
                    <a:pt x="2021757" y="176916"/>
                  </a:lnTo>
                  <a:lnTo>
                    <a:pt x="2018186" y="176618"/>
                  </a:lnTo>
                  <a:lnTo>
                    <a:pt x="1870082" y="164283"/>
                  </a:lnTo>
                  <a:lnTo>
                    <a:pt x="1866512" y="163986"/>
                  </a:lnTo>
                  <a:lnTo>
                    <a:pt x="1862941" y="164219"/>
                  </a:lnTo>
                  <a:lnTo>
                    <a:pt x="1714837" y="173907"/>
                  </a:lnTo>
                  <a:lnTo>
                    <a:pt x="1711267" y="174140"/>
                  </a:lnTo>
                  <a:lnTo>
                    <a:pt x="1707696" y="176052"/>
                  </a:lnTo>
                  <a:lnTo>
                    <a:pt x="1559592" y="255351"/>
                  </a:lnTo>
                  <a:lnTo>
                    <a:pt x="1556022" y="257263"/>
                  </a:lnTo>
                  <a:lnTo>
                    <a:pt x="1552451" y="261018"/>
                  </a:lnTo>
                  <a:lnTo>
                    <a:pt x="1404347" y="416759"/>
                  </a:lnTo>
                  <a:lnTo>
                    <a:pt x="1400776" y="420514"/>
                  </a:lnTo>
                  <a:lnTo>
                    <a:pt x="1397206" y="423709"/>
                  </a:lnTo>
                  <a:lnTo>
                    <a:pt x="1249102" y="556216"/>
                  </a:lnTo>
                  <a:lnTo>
                    <a:pt x="1245531" y="559411"/>
                  </a:lnTo>
                  <a:lnTo>
                    <a:pt x="1241961" y="562755"/>
                  </a:lnTo>
                  <a:lnTo>
                    <a:pt x="1093857" y="701481"/>
                  </a:lnTo>
                  <a:lnTo>
                    <a:pt x="1090286" y="704826"/>
                  </a:lnTo>
                  <a:lnTo>
                    <a:pt x="1086715" y="708466"/>
                  </a:lnTo>
                  <a:lnTo>
                    <a:pt x="938612" y="859463"/>
                  </a:lnTo>
                  <a:lnTo>
                    <a:pt x="935041" y="863104"/>
                  </a:lnTo>
                  <a:lnTo>
                    <a:pt x="931470" y="865858"/>
                  </a:lnTo>
                  <a:lnTo>
                    <a:pt x="783366" y="980124"/>
                  </a:lnTo>
                  <a:lnTo>
                    <a:pt x="779796" y="982879"/>
                  </a:lnTo>
                  <a:lnTo>
                    <a:pt x="776225" y="983156"/>
                  </a:lnTo>
                  <a:lnTo>
                    <a:pt x="628121" y="994631"/>
                  </a:lnTo>
                  <a:lnTo>
                    <a:pt x="624551" y="994907"/>
                  </a:lnTo>
                  <a:lnTo>
                    <a:pt x="620980" y="994452"/>
                  </a:lnTo>
                  <a:lnTo>
                    <a:pt x="472876" y="975576"/>
                  </a:lnTo>
                  <a:lnTo>
                    <a:pt x="469306" y="975121"/>
                  </a:lnTo>
                  <a:lnTo>
                    <a:pt x="465735" y="975016"/>
                  </a:lnTo>
                  <a:lnTo>
                    <a:pt x="317631" y="970693"/>
                  </a:lnTo>
                  <a:lnTo>
                    <a:pt x="314060" y="970588"/>
                  </a:lnTo>
                  <a:lnTo>
                    <a:pt x="310490" y="969635"/>
                  </a:lnTo>
                  <a:lnTo>
                    <a:pt x="162386" y="930092"/>
                  </a:lnTo>
                  <a:lnTo>
                    <a:pt x="158815" y="929139"/>
                  </a:lnTo>
                  <a:lnTo>
                    <a:pt x="155245" y="927231"/>
                  </a:lnTo>
                  <a:lnTo>
                    <a:pt x="7141" y="848115"/>
                  </a:lnTo>
                  <a:lnTo>
                    <a:pt x="3570" y="846207"/>
                  </a:lnTo>
                  <a:lnTo>
                    <a:pt x="0" y="1429494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425670" y="816211"/>
              <a:ext cx="3570638" cy="990437"/>
            </a:xfrm>
            <a:custGeom>
              <a:avLst/>
              <a:pathLst>
                <a:path w="3570638" h="990437">
                  <a:moveTo>
                    <a:pt x="0" y="834304"/>
                  </a:moveTo>
                  <a:lnTo>
                    <a:pt x="3570" y="836248"/>
                  </a:lnTo>
                  <a:lnTo>
                    <a:pt x="151674" y="916888"/>
                  </a:lnTo>
                  <a:lnTo>
                    <a:pt x="155245" y="918832"/>
                  </a:lnTo>
                  <a:lnTo>
                    <a:pt x="158815" y="919833"/>
                  </a:lnTo>
                  <a:lnTo>
                    <a:pt x="306919" y="961320"/>
                  </a:lnTo>
                  <a:lnTo>
                    <a:pt x="310490" y="962320"/>
                  </a:lnTo>
                  <a:lnTo>
                    <a:pt x="314060" y="962473"/>
                  </a:lnTo>
                  <a:lnTo>
                    <a:pt x="462164" y="968812"/>
                  </a:lnTo>
                  <a:lnTo>
                    <a:pt x="465735" y="968965"/>
                  </a:lnTo>
                  <a:lnTo>
                    <a:pt x="469306" y="969459"/>
                  </a:lnTo>
                  <a:lnTo>
                    <a:pt x="617409" y="989943"/>
                  </a:lnTo>
                  <a:lnTo>
                    <a:pt x="620980" y="990437"/>
                  </a:lnTo>
                  <a:lnTo>
                    <a:pt x="624551" y="990177"/>
                  </a:lnTo>
                  <a:lnTo>
                    <a:pt x="772655" y="979395"/>
                  </a:lnTo>
                  <a:lnTo>
                    <a:pt x="776225" y="979136"/>
                  </a:lnTo>
                  <a:lnTo>
                    <a:pt x="779796" y="976369"/>
                  </a:lnTo>
                  <a:lnTo>
                    <a:pt x="927900" y="861636"/>
                  </a:lnTo>
                  <a:lnTo>
                    <a:pt x="931470" y="858870"/>
                  </a:lnTo>
                  <a:lnTo>
                    <a:pt x="935041" y="855192"/>
                  </a:lnTo>
                  <a:lnTo>
                    <a:pt x="1083145" y="702637"/>
                  </a:lnTo>
                  <a:lnTo>
                    <a:pt x="1086715" y="698959"/>
                  </a:lnTo>
                  <a:lnTo>
                    <a:pt x="1090286" y="695561"/>
                  </a:lnTo>
                  <a:lnTo>
                    <a:pt x="1238390" y="554579"/>
                  </a:lnTo>
                  <a:lnTo>
                    <a:pt x="1241961" y="551180"/>
                  </a:lnTo>
                  <a:lnTo>
                    <a:pt x="1245531" y="547932"/>
                  </a:lnTo>
                  <a:lnTo>
                    <a:pt x="1393635" y="413192"/>
                  </a:lnTo>
                  <a:lnTo>
                    <a:pt x="1397206" y="409944"/>
                  </a:lnTo>
                  <a:lnTo>
                    <a:pt x="1400776" y="406148"/>
                  </a:lnTo>
                  <a:lnTo>
                    <a:pt x="1548880" y="248715"/>
                  </a:lnTo>
                  <a:lnTo>
                    <a:pt x="1552451" y="244919"/>
                  </a:lnTo>
                  <a:lnTo>
                    <a:pt x="1556022" y="242992"/>
                  </a:lnTo>
                  <a:lnTo>
                    <a:pt x="1704125" y="163026"/>
                  </a:lnTo>
                  <a:lnTo>
                    <a:pt x="1707696" y="161098"/>
                  </a:lnTo>
                  <a:lnTo>
                    <a:pt x="1711267" y="160865"/>
                  </a:lnTo>
                  <a:lnTo>
                    <a:pt x="1859371" y="151223"/>
                  </a:lnTo>
                  <a:lnTo>
                    <a:pt x="1862941" y="150991"/>
                  </a:lnTo>
                  <a:lnTo>
                    <a:pt x="1866512" y="151299"/>
                  </a:lnTo>
                  <a:lnTo>
                    <a:pt x="2014616" y="164060"/>
                  </a:lnTo>
                  <a:lnTo>
                    <a:pt x="2018186" y="164367"/>
                  </a:lnTo>
                  <a:lnTo>
                    <a:pt x="2021757" y="164615"/>
                  </a:lnTo>
                  <a:lnTo>
                    <a:pt x="2169861" y="174899"/>
                  </a:lnTo>
                  <a:lnTo>
                    <a:pt x="2173431" y="175147"/>
                  </a:lnTo>
                  <a:lnTo>
                    <a:pt x="2177002" y="174879"/>
                  </a:lnTo>
                  <a:lnTo>
                    <a:pt x="2325106" y="163762"/>
                  </a:lnTo>
                  <a:lnTo>
                    <a:pt x="2328677" y="163494"/>
                  </a:lnTo>
                  <a:lnTo>
                    <a:pt x="2332247" y="163433"/>
                  </a:lnTo>
                  <a:lnTo>
                    <a:pt x="2480351" y="160918"/>
                  </a:lnTo>
                  <a:lnTo>
                    <a:pt x="2483922" y="160857"/>
                  </a:lnTo>
                  <a:lnTo>
                    <a:pt x="2487492" y="159431"/>
                  </a:lnTo>
                  <a:lnTo>
                    <a:pt x="2635596" y="100273"/>
                  </a:lnTo>
                  <a:lnTo>
                    <a:pt x="2639167" y="98847"/>
                  </a:lnTo>
                  <a:lnTo>
                    <a:pt x="2642737" y="96573"/>
                  </a:lnTo>
                  <a:lnTo>
                    <a:pt x="2790841" y="2273"/>
                  </a:lnTo>
                  <a:lnTo>
                    <a:pt x="2794412" y="0"/>
                  </a:lnTo>
                  <a:lnTo>
                    <a:pt x="2797983" y="1055"/>
                  </a:lnTo>
                  <a:lnTo>
                    <a:pt x="2946086" y="44818"/>
                  </a:lnTo>
                  <a:lnTo>
                    <a:pt x="2949657" y="45873"/>
                  </a:lnTo>
                  <a:lnTo>
                    <a:pt x="2953228" y="48955"/>
                  </a:lnTo>
                  <a:lnTo>
                    <a:pt x="3101332" y="176805"/>
                  </a:lnTo>
                  <a:lnTo>
                    <a:pt x="3104902" y="179888"/>
                  </a:lnTo>
                  <a:lnTo>
                    <a:pt x="3108473" y="184885"/>
                  </a:lnTo>
                  <a:lnTo>
                    <a:pt x="3256577" y="392189"/>
                  </a:lnTo>
                  <a:lnTo>
                    <a:pt x="3260147" y="397187"/>
                  </a:lnTo>
                  <a:lnTo>
                    <a:pt x="3263718" y="400694"/>
                  </a:lnTo>
                  <a:lnTo>
                    <a:pt x="3411822" y="546166"/>
                  </a:lnTo>
                  <a:lnTo>
                    <a:pt x="3415393" y="549673"/>
                  </a:lnTo>
                  <a:lnTo>
                    <a:pt x="3418963" y="553182"/>
                  </a:lnTo>
                  <a:lnTo>
                    <a:pt x="3567067" y="698736"/>
                  </a:lnTo>
                  <a:lnTo>
                    <a:pt x="3570638" y="702246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422099" y="831287"/>
              <a:ext cx="3577779" cy="1414418"/>
            </a:xfrm>
            <a:custGeom>
              <a:avLst/>
              <a:pathLst>
                <a:path w="3577779" h="1414418">
                  <a:moveTo>
                    <a:pt x="3570" y="831131"/>
                  </a:moveTo>
                  <a:lnTo>
                    <a:pt x="7141" y="833038"/>
                  </a:lnTo>
                  <a:lnTo>
                    <a:pt x="155245" y="912155"/>
                  </a:lnTo>
                  <a:lnTo>
                    <a:pt x="158815" y="914062"/>
                  </a:lnTo>
                  <a:lnTo>
                    <a:pt x="162386" y="915015"/>
                  </a:lnTo>
                  <a:lnTo>
                    <a:pt x="310490" y="954558"/>
                  </a:lnTo>
                  <a:lnTo>
                    <a:pt x="314060" y="955512"/>
                  </a:lnTo>
                  <a:lnTo>
                    <a:pt x="317631" y="955616"/>
                  </a:lnTo>
                  <a:lnTo>
                    <a:pt x="465735" y="959940"/>
                  </a:lnTo>
                  <a:lnTo>
                    <a:pt x="469306" y="960044"/>
                  </a:lnTo>
                  <a:lnTo>
                    <a:pt x="472876" y="960499"/>
                  </a:lnTo>
                  <a:lnTo>
                    <a:pt x="620980" y="979376"/>
                  </a:lnTo>
                  <a:lnTo>
                    <a:pt x="624551" y="979831"/>
                  </a:lnTo>
                  <a:lnTo>
                    <a:pt x="628121" y="979554"/>
                  </a:lnTo>
                  <a:lnTo>
                    <a:pt x="776225" y="968079"/>
                  </a:lnTo>
                  <a:lnTo>
                    <a:pt x="779796" y="967803"/>
                  </a:lnTo>
                  <a:lnTo>
                    <a:pt x="783366" y="965048"/>
                  </a:lnTo>
                  <a:lnTo>
                    <a:pt x="931470" y="850782"/>
                  </a:lnTo>
                  <a:lnTo>
                    <a:pt x="935041" y="848027"/>
                  </a:lnTo>
                  <a:lnTo>
                    <a:pt x="938612" y="844387"/>
                  </a:lnTo>
                  <a:lnTo>
                    <a:pt x="1086715" y="693389"/>
                  </a:lnTo>
                  <a:lnTo>
                    <a:pt x="1090286" y="689749"/>
                  </a:lnTo>
                  <a:lnTo>
                    <a:pt x="1093857" y="686405"/>
                  </a:lnTo>
                  <a:lnTo>
                    <a:pt x="1241961" y="547679"/>
                  </a:lnTo>
                  <a:lnTo>
                    <a:pt x="1245531" y="544334"/>
                  </a:lnTo>
                  <a:lnTo>
                    <a:pt x="1249102" y="541139"/>
                  </a:lnTo>
                  <a:lnTo>
                    <a:pt x="1397206" y="408632"/>
                  </a:lnTo>
                  <a:lnTo>
                    <a:pt x="1400776" y="405438"/>
                  </a:lnTo>
                  <a:lnTo>
                    <a:pt x="1404347" y="401683"/>
                  </a:lnTo>
                  <a:lnTo>
                    <a:pt x="1552451" y="245941"/>
                  </a:lnTo>
                  <a:lnTo>
                    <a:pt x="1556022" y="242186"/>
                  </a:lnTo>
                  <a:lnTo>
                    <a:pt x="1559592" y="240274"/>
                  </a:lnTo>
                  <a:lnTo>
                    <a:pt x="1707696" y="160976"/>
                  </a:lnTo>
                  <a:lnTo>
                    <a:pt x="1711267" y="159064"/>
                  </a:lnTo>
                  <a:lnTo>
                    <a:pt x="1714837" y="158830"/>
                  </a:lnTo>
                  <a:lnTo>
                    <a:pt x="1862941" y="149142"/>
                  </a:lnTo>
                  <a:lnTo>
                    <a:pt x="1866512" y="148909"/>
                  </a:lnTo>
                  <a:lnTo>
                    <a:pt x="1870082" y="149206"/>
                  </a:lnTo>
                  <a:lnTo>
                    <a:pt x="2018186" y="161542"/>
                  </a:lnTo>
                  <a:lnTo>
                    <a:pt x="2021757" y="161839"/>
                  </a:lnTo>
                  <a:lnTo>
                    <a:pt x="2025328" y="162074"/>
                  </a:lnTo>
                  <a:lnTo>
                    <a:pt x="2173431" y="171797"/>
                  </a:lnTo>
                  <a:lnTo>
                    <a:pt x="2177002" y="172032"/>
                  </a:lnTo>
                  <a:lnTo>
                    <a:pt x="2180573" y="171759"/>
                  </a:lnTo>
                  <a:lnTo>
                    <a:pt x="2328677" y="160431"/>
                  </a:lnTo>
                  <a:lnTo>
                    <a:pt x="2332247" y="160157"/>
                  </a:lnTo>
                  <a:lnTo>
                    <a:pt x="2335818" y="160101"/>
                  </a:lnTo>
                  <a:lnTo>
                    <a:pt x="2483922" y="157764"/>
                  </a:lnTo>
                  <a:lnTo>
                    <a:pt x="2487492" y="157708"/>
                  </a:lnTo>
                  <a:lnTo>
                    <a:pt x="2491063" y="156309"/>
                  </a:lnTo>
                  <a:lnTo>
                    <a:pt x="2639167" y="98289"/>
                  </a:lnTo>
                  <a:lnTo>
                    <a:pt x="2642737" y="96890"/>
                  </a:lnTo>
                  <a:lnTo>
                    <a:pt x="2646308" y="94662"/>
                  </a:lnTo>
                  <a:lnTo>
                    <a:pt x="2794412" y="2228"/>
                  </a:lnTo>
                  <a:lnTo>
                    <a:pt x="2797983" y="0"/>
                  </a:lnTo>
                  <a:lnTo>
                    <a:pt x="2801553" y="1107"/>
                  </a:lnTo>
                  <a:lnTo>
                    <a:pt x="2949657" y="47059"/>
                  </a:lnTo>
                  <a:lnTo>
                    <a:pt x="2953228" y="48167"/>
                  </a:lnTo>
                  <a:lnTo>
                    <a:pt x="2956798" y="51274"/>
                  </a:lnTo>
                  <a:lnTo>
                    <a:pt x="3104902" y="180169"/>
                  </a:lnTo>
                  <a:lnTo>
                    <a:pt x="3108473" y="183277"/>
                  </a:lnTo>
                  <a:lnTo>
                    <a:pt x="3112044" y="188258"/>
                  </a:lnTo>
                  <a:lnTo>
                    <a:pt x="3260147" y="394861"/>
                  </a:lnTo>
                  <a:lnTo>
                    <a:pt x="3263718" y="399842"/>
                  </a:lnTo>
                  <a:lnTo>
                    <a:pt x="3267289" y="403301"/>
                  </a:lnTo>
                  <a:lnTo>
                    <a:pt x="3415393" y="546766"/>
                  </a:lnTo>
                  <a:lnTo>
                    <a:pt x="3418963" y="550225"/>
                  </a:lnTo>
                  <a:lnTo>
                    <a:pt x="3422534" y="553688"/>
                  </a:lnTo>
                  <a:lnTo>
                    <a:pt x="3570638" y="697316"/>
                  </a:lnTo>
                  <a:lnTo>
                    <a:pt x="3574208" y="700779"/>
                  </a:lnTo>
                  <a:lnTo>
                    <a:pt x="3577779" y="1414418"/>
                  </a:lnTo>
                  <a:lnTo>
                    <a:pt x="3574208" y="700823"/>
                  </a:lnTo>
                  <a:lnTo>
                    <a:pt x="3570638" y="697360"/>
                  </a:lnTo>
                  <a:lnTo>
                    <a:pt x="3422534" y="553743"/>
                  </a:lnTo>
                  <a:lnTo>
                    <a:pt x="3418963" y="550281"/>
                  </a:lnTo>
                  <a:lnTo>
                    <a:pt x="3415393" y="546822"/>
                  </a:lnTo>
                  <a:lnTo>
                    <a:pt x="3267289" y="403358"/>
                  </a:lnTo>
                  <a:lnTo>
                    <a:pt x="3263718" y="399899"/>
                  </a:lnTo>
                  <a:lnTo>
                    <a:pt x="3260147" y="394919"/>
                  </a:lnTo>
                  <a:lnTo>
                    <a:pt x="3112044" y="188344"/>
                  </a:lnTo>
                  <a:lnTo>
                    <a:pt x="3108473" y="183364"/>
                  </a:lnTo>
                  <a:lnTo>
                    <a:pt x="3104902" y="180257"/>
                  </a:lnTo>
                  <a:lnTo>
                    <a:pt x="2956798" y="51379"/>
                  </a:lnTo>
                  <a:lnTo>
                    <a:pt x="2953228" y="48272"/>
                  </a:lnTo>
                  <a:lnTo>
                    <a:pt x="2949657" y="47164"/>
                  </a:lnTo>
                  <a:lnTo>
                    <a:pt x="2801553" y="1223"/>
                  </a:lnTo>
                  <a:lnTo>
                    <a:pt x="2797983" y="115"/>
                  </a:lnTo>
                  <a:lnTo>
                    <a:pt x="2794412" y="2343"/>
                  </a:lnTo>
                  <a:lnTo>
                    <a:pt x="2646308" y="94744"/>
                  </a:lnTo>
                  <a:lnTo>
                    <a:pt x="2642737" y="96972"/>
                  </a:lnTo>
                  <a:lnTo>
                    <a:pt x="2639167" y="98370"/>
                  </a:lnTo>
                  <a:lnTo>
                    <a:pt x="2491063" y="156367"/>
                  </a:lnTo>
                  <a:lnTo>
                    <a:pt x="2487492" y="157765"/>
                  </a:lnTo>
                  <a:lnTo>
                    <a:pt x="2483922" y="157821"/>
                  </a:lnTo>
                  <a:lnTo>
                    <a:pt x="2335818" y="160153"/>
                  </a:lnTo>
                  <a:lnTo>
                    <a:pt x="2332247" y="160210"/>
                  </a:lnTo>
                  <a:lnTo>
                    <a:pt x="2328677" y="160483"/>
                  </a:lnTo>
                  <a:lnTo>
                    <a:pt x="2180573" y="171810"/>
                  </a:lnTo>
                  <a:lnTo>
                    <a:pt x="2177002" y="172083"/>
                  </a:lnTo>
                  <a:lnTo>
                    <a:pt x="2173431" y="171849"/>
                  </a:lnTo>
                  <a:lnTo>
                    <a:pt x="2025328" y="162137"/>
                  </a:lnTo>
                  <a:lnTo>
                    <a:pt x="2021757" y="161903"/>
                  </a:lnTo>
                  <a:lnTo>
                    <a:pt x="2018186" y="161606"/>
                  </a:lnTo>
                  <a:lnTo>
                    <a:pt x="1870082" y="149293"/>
                  </a:lnTo>
                  <a:lnTo>
                    <a:pt x="1866512" y="148996"/>
                  </a:lnTo>
                  <a:lnTo>
                    <a:pt x="1862941" y="149230"/>
                  </a:lnTo>
                  <a:lnTo>
                    <a:pt x="1714837" y="158937"/>
                  </a:lnTo>
                  <a:lnTo>
                    <a:pt x="1711267" y="159171"/>
                  </a:lnTo>
                  <a:lnTo>
                    <a:pt x="1707696" y="161082"/>
                  </a:lnTo>
                  <a:lnTo>
                    <a:pt x="1559592" y="240373"/>
                  </a:lnTo>
                  <a:lnTo>
                    <a:pt x="1556022" y="242285"/>
                  </a:lnTo>
                  <a:lnTo>
                    <a:pt x="1552451" y="246039"/>
                  </a:lnTo>
                  <a:lnTo>
                    <a:pt x="1404347" y="401764"/>
                  </a:lnTo>
                  <a:lnTo>
                    <a:pt x="1400776" y="405518"/>
                  </a:lnTo>
                  <a:lnTo>
                    <a:pt x="1397206" y="408712"/>
                  </a:lnTo>
                  <a:lnTo>
                    <a:pt x="1249102" y="541214"/>
                  </a:lnTo>
                  <a:lnTo>
                    <a:pt x="1245531" y="544408"/>
                  </a:lnTo>
                  <a:lnTo>
                    <a:pt x="1241961" y="547753"/>
                  </a:lnTo>
                  <a:lnTo>
                    <a:pt x="1093857" y="686468"/>
                  </a:lnTo>
                  <a:lnTo>
                    <a:pt x="1090286" y="689812"/>
                  </a:lnTo>
                  <a:lnTo>
                    <a:pt x="1086715" y="693452"/>
                  </a:lnTo>
                  <a:lnTo>
                    <a:pt x="938612" y="844427"/>
                  </a:lnTo>
                  <a:lnTo>
                    <a:pt x="935041" y="848067"/>
                  </a:lnTo>
                  <a:lnTo>
                    <a:pt x="931470" y="850822"/>
                  </a:lnTo>
                  <a:lnTo>
                    <a:pt x="783366" y="965072"/>
                  </a:lnTo>
                  <a:lnTo>
                    <a:pt x="779796" y="967827"/>
                  </a:lnTo>
                  <a:lnTo>
                    <a:pt x="776225" y="968103"/>
                  </a:lnTo>
                  <a:lnTo>
                    <a:pt x="628121" y="979575"/>
                  </a:lnTo>
                  <a:lnTo>
                    <a:pt x="624551" y="979851"/>
                  </a:lnTo>
                  <a:lnTo>
                    <a:pt x="620980" y="979396"/>
                  </a:lnTo>
                  <a:lnTo>
                    <a:pt x="472876" y="960524"/>
                  </a:lnTo>
                  <a:lnTo>
                    <a:pt x="469306" y="960069"/>
                  </a:lnTo>
                  <a:lnTo>
                    <a:pt x="465735" y="959964"/>
                  </a:lnTo>
                  <a:lnTo>
                    <a:pt x="317631" y="955637"/>
                  </a:lnTo>
                  <a:lnTo>
                    <a:pt x="314060" y="955533"/>
                  </a:lnTo>
                  <a:lnTo>
                    <a:pt x="310490" y="954580"/>
                  </a:lnTo>
                  <a:lnTo>
                    <a:pt x="162386" y="915042"/>
                  </a:lnTo>
                  <a:lnTo>
                    <a:pt x="158815" y="914089"/>
                  </a:lnTo>
                  <a:lnTo>
                    <a:pt x="155245" y="912182"/>
                  </a:lnTo>
                  <a:lnTo>
                    <a:pt x="7141" y="833073"/>
                  </a:lnTo>
                  <a:lnTo>
                    <a:pt x="3570" y="831166"/>
                  </a:lnTo>
                  <a:lnTo>
                    <a:pt x="0" y="1414418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425670" y="831287"/>
              <a:ext cx="3570638" cy="979831"/>
            </a:xfrm>
            <a:custGeom>
              <a:avLst/>
              <a:pathLst>
                <a:path w="3570638" h="979831">
                  <a:moveTo>
                    <a:pt x="0" y="831131"/>
                  </a:moveTo>
                  <a:lnTo>
                    <a:pt x="3570" y="833038"/>
                  </a:lnTo>
                  <a:lnTo>
                    <a:pt x="151674" y="912155"/>
                  </a:lnTo>
                  <a:lnTo>
                    <a:pt x="155245" y="914062"/>
                  </a:lnTo>
                  <a:lnTo>
                    <a:pt x="158815" y="915015"/>
                  </a:lnTo>
                  <a:lnTo>
                    <a:pt x="306919" y="954558"/>
                  </a:lnTo>
                  <a:lnTo>
                    <a:pt x="310490" y="955512"/>
                  </a:lnTo>
                  <a:lnTo>
                    <a:pt x="314060" y="955616"/>
                  </a:lnTo>
                  <a:lnTo>
                    <a:pt x="462164" y="959940"/>
                  </a:lnTo>
                  <a:lnTo>
                    <a:pt x="465735" y="960044"/>
                  </a:lnTo>
                  <a:lnTo>
                    <a:pt x="469306" y="960499"/>
                  </a:lnTo>
                  <a:lnTo>
                    <a:pt x="617409" y="979376"/>
                  </a:lnTo>
                  <a:lnTo>
                    <a:pt x="620980" y="979831"/>
                  </a:lnTo>
                  <a:lnTo>
                    <a:pt x="624551" y="979554"/>
                  </a:lnTo>
                  <a:lnTo>
                    <a:pt x="772655" y="968079"/>
                  </a:lnTo>
                  <a:lnTo>
                    <a:pt x="776225" y="967803"/>
                  </a:lnTo>
                  <a:lnTo>
                    <a:pt x="779796" y="965048"/>
                  </a:lnTo>
                  <a:lnTo>
                    <a:pt x="927900" y="850782"/>
                  </a:lnTo>
                  <a:lnTo>
                    <a:pt x="931470" y="848027"/>
                  </a:lnTo>
                  <a:lnTo>
                    <a:pt x="935041" y="844387"/>
                  </a:lnTo>
                  <a:lnTo>
                    <a:pt x="1083145" y="693389"/>
                  </a:lnTo>
                  <a:lnTo>
                    <a:pt x="1086715" y="689749"/>
                  </a:lnTo>
                  <a:lnTo>
                    <a:pt x="1090286" y="686405"/>
                  </a:lnTo>
                  <a:lnTo>
                    <a:pt x="1238390" y="547679"/>
                  </a:lnTo>
                  <a:lnTo>
                    <a:pt x="1241961" y="544334"/>
                  </a:lnTo>
                  <a:lnTo>
                    <a:pt x="1245531" y="541139"/>
                  </a:lnTo>
                  <a:lnTo>
                    <a:pt x="1393635" y="408632"/>
                  </a:lnTo>
                  <a:lnTo>
                    <a:pt x="1397206" y="405438"/>
                  </a:lnTo>
                  <a:lnTo>
                    <a:pt x="1400776" y="401683"/>
                  </a:lnTo>
                  <a:lnTo>
                    <a:pt x="1548880" y="245941"/>
                  </a:lnTo>
                  <a:lnTo>
                    <a:pt x="1552451" y="242186"/>
                  </a:lnTo>
                  <a:lnTo>
                    <a:pt x="1556022" y="240274"/>
                  </a:lnTo>
                  <a:lnTo>
                    <a:pt x="1704125" y="160976"/>
                  </a:lnTo>
                  <a:lnTo>
                    <a:pt x="1707696" y="159064"/>
                  </a:lnTo>
                  <a:lnTo>
                    <a:pt x="1711267" y="158830"/>
                  </a:lnTo>
                  <a:lnTo>
                    <a:pt x="1859371" y="149142"/>
                  </a:lnTo>
                  <a:lnTo>
                    <a:pt x="1862941" y="148909"/>
                  </a:lnTo>
                  <a:lnTo>
                    <a:pt x="1866512" y="149206"/>
                  </a:lnTo>
                  <a:lnTo>
                    <a:pt x="2014616" y="161542"/>
                  </a:lnTo>
                  <a:lnTo>
                    <a:pt x="2018186" y="161839"/>
                  </a:lnTo>
                  <a:lnTo>
                    <a:pt x="2021757" y="162074"/>
                  </a:lnTo>
                  <a:lnTo>
                    <a:pt x="2169861" y="171797"/>
                  </a:lnTo>
                  <a:lnTo>
                    <a:pt x="2173431" y="172032"/>
                  </a:lnTo>
                  <a:lnTo>
                    <a:pt x="2177002" y="171759"/>
                  </a:lnTo>
                  <a:lnTo>
                    <a:pt x="2325106" y="160431"/>
                  </a:lnTo>
                  <a:lnTo>
                    <a:pt x="2328677" y="160157"/>
                  </a:lnTo>
                  <a:lnTo>
                    <a:pt x="2332247" y="160101"/>
                  </a:lnTo>
                  <a:lnTo>
                    <a:pt x="2480351" y="157764"/>
                  </a:lnTo>
                  <a:lnTo>
                    <a:pt x="2483922" y="157708"/>
                  </a:lnTo>
                  <a:lnTo>
                    <a:pt x="2487492" y="156309"/>
                  </a:lnTo>
                  <a:lnTo>
                    <a:pt x="2635596" y="98289"/>
                  </a:lnTo>
                  <a:lnTo>
                    <a:pt x="2639167" y="96890"/>
                  </a:lnTo>
                  <a:lnTo>
                    <a:pt x="2642737" y="94662"/>
                  </a:lnTo>
                  <a:lnTo>
                    <a:pt x="2790841" y="2228"/>
                  </a:lnTo>
                  <a:lnTo>
                    <a:pt x="2794412" y="0"/>
                  </a:lnTo>
                  <a:lnTo>
                    <a:pt x="2797983" y="1107"/>
                  </a:lnTo>
                  <a:lnTo>
                    <a:pt x="2946086" y="47059"/>
                  </a:lnTo>
                  <a:lnTo>
                    <a:pt x="2949657" y="48167"/>
                  </a:lnTo>
                  <a:lnTo>
                    <a:pt x="2953228" y="51274"/>
                  </a:lnTo>
                  <a:lnTo>
                    <a:pt x="3101332" y="180169"/>
                  </a:lnTo>
                  <a:lnTo>
                    <a:pt x="3104902" y="183277"/>
                  </a:lnTo>
                  <a:lnTo>
                    <a:pt x="3108473" y="188258"/>
                  </a:lnTo>
                  <a:lnTo>
                    <a:pt x="3256577" y="394861"/>
                  </a:lnTo>
                  <a:lnTo>
                    <a:pt x="3260147" y="399842"/>
                  </a:lnTo>
                  <a:lnTo>
                    <a:pt x="3263718" y="403301"/>
                  </a:lnTo>
                  <a:lnTo>
                    <a:pt x="3411822" y="546766"/>
                  </a:lnTo>
                  <a:lnTo>
                    <a:pt x="3415393" y="550225"/>
                  </a:lnTo>
                  <a:lnTo>
                    <a:pt x="3418963" y="553688"/>
                  </a:lnTo>
                  <a:lnTo>
                    <a:pt x="3567067" y="697316"/>
                  </a:lnTo>
                  <a:lnTo>
                    <a:pt x="3570638" y="700779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422099" y="831403"/>
              <a:ext cx="3577779" cy="1414302"/>
            </a:xfrm>
            <a:custGeom>
              <a:avLst/>
              <a:pathLst>
                <a:path w="3577779" h="1414302">
                  <a:moveTo>
                    <a:pt x="3570" y="831050"/>
                  </a:moveTo>
                  <a:lnTo>
                    <a:pt x="7141" y="832957"/>
                  </a:lnTo>
                  <a:lnTo>
                    <a:pt x="155245" y="912066"/>
                  </a:lnTo>
                  <a:lnTo>
                    <a:pt x="158815" y="913973"/>
                  </a:lnTo>
                  <a:lnTo>
                    <a:pt x="162386" y="914926"/>
                  </a:lnTo>
                  <a:lnTo>
                    <a:pt x="310490" y="954464"/>
                  </a:lnTo>
                  <a:lnTo>
                    <a:pt x="314060" y="955417"/>
                  </a:lnTo>
                  <a:lnTo>
                    <a:pt x="317631" y="955521"/>
                  </a:lnTo>
                  <a:lnTo>
                    <a:pt x="465735" y="959848"/>
                  </a:lnTo>
                  <a:lnTo>
                    <a:pt x="469306" y="959953"/>
                  </a:lnTo>
                  <a:lnTo>
                    <a:pt x="472876" y="960408"/>
                  </a:lnTo>
                  <a:lnTo>
                    <a:pt x="620980" y="979280"/>
                  </a:lnTo>
                  <a:lnTo>
                    <a:pt x="624551" y="979735"/>
                  </a:lnTo>
                  <a:lnTo>
                    <a:pt x="628121" y="979459"/>
                  </a:lnTo>
                  <a:lnTo>
                    <a:pt x="776225" y="967988"/>
                  </a:lnTo>
                  <a:lnTo>
                    <a:pt x="779796" y="967711"/>
                  </a:lnTo>
                  <a:lnTo>
                    <a:pt x="783366" y="964957"/>
                  </a:lnTo>
                  <a:lnTo>
                    <a:pt x="931470" y="850706"/>
                  </a:lnTo>
                  <a:lnTo>
                    <a:pt x="935041" y="847951"/>
                  </a:lnTo>
                  <a:lnTo>
                    <a:pt x="938612" y="844311"/>
                  </a:lnTo>
                  <a:lnTo>
                    <a:pt x="1086715" y="693336"/>
                  </a:lnTo>
                  <a:lnTo>
                    <a:pt x="1090286" y="689696"/>
                  </a:lnTo>
                  <a:lnTo>
                    <a:pt x="1093857" y="686352"/>
                  </a:lnTo>
                  <a:lnTo>
                    <a:pt x="1241961" y="547637"/>
                  </a:lnTo>
                  <a:lnTo>
                    <a:pt x="1245531" y="544293"/>
                  </a:lnTo>
                  <a:lnTo>
                    <a:pt x="1249102" y="541098"/>
                  </a:lnTo>
                  <a:lnTo>
                    <a:pt x="1397206" y="408596"/>
                  </a:lnTo>
                  <a:lnTo>
                    <a:pt x="1400776" y="405402"/>
                  </a:lnTo>
                  <a:lnTo>
                    <a:pt x="1404347" y="401648"/>
                  </a:lnTo>
                  <a:lnTo>
                    <a:pt x="1552451" y="245923"/>
                  </a:lnTo>
                  <a:lnTo>
                    <a:pt x="1556022" y="242169"/>
                  </a:lnTo>
                  <a:lnTo>
                    <a:pt x="1559592" y="240257"/>
                  </a:lnTo>
                  <a:lnTo>
                    <a:pt x="1707696" y="160966"/>
                  </a:lnTo>
                  <a:lnTo>
                    <a:pt x="1711267" y="159055"/>
                  </a:lnTo>
                  <a:lnTo>
                    <a:pt x="1714837" y="158821"/>
                  </a:lnTo>
                  <a:lnTo>
                    <a:pt x="1862941" y="149114"/>
                  </a:lnTo>
                  <a:lnTo>
                    <a:pt x="1866512" y="148880"/>
                  </a:lnTo>
                  <a:lnTo>
                    <a:pt x="1870082" y="149177"/>
                  </a:lnTo>
                  <a:lnTo>
                    <a:pt x="2018186" y="161490"/>
                  </a:lnTo>
                  <a:lnTo>
                    <a:pt x="2021757" y="161787"/>
                  </a:lnTo>
                  <a:lnTo>
                    <a:pt x="2025328" y="162021"/>
                  </a:lnTo>
                  <a:lnTo>
                    <a:pt x="2173431" y="171733"/>
                  </a:lnTo>
                  <a:lnTo>
                    <a:pt x="2177002" y="171967"/>
                  </a:lnTo>
                  <a:lnTo>
                    <a:pt x="2180573" y="171694"/>
                  </a:lnTo>
                  <a:lnTo>
                    <a:pt x="2328677" y="160367"/>
                  </a:lnTo>
                  <a:lnTo>
                    <a:pt x="2332247" y="160094"/>
                  </a:lnTo>
                  <a:lnTo>
                    <a:pt x="2335818" y="160037"/>
                  </a:lnTo>
                  <a:lnTo>
                    <a:pt x="2483922" y="157705"/>
                  </a:lnTo>
                  <a:lnTo>
                    <a:pt x="2487492" y="157649"/>
                  </a:lnTo>
                  <a:lnTo>
                    <a:pt x="2491063" y="156251"/>
                  </a:lnTo>
                  <a:lnTo>
                    <a:pt x="2639167" y="98254"/>
                  </a:lnTo>
                  <a:lnTo>
                    <a:pt x="2642737" y="96856"/>
                  </a:lnTo>
                  <a:lnTo>
                    <a:pt x="2646308" y="94628"/>
                  </a:lnTo>
                  <a:lnTo>
                    <a:pt x="2794412" y="2227"/>
                  </a:lnTo>
                  <a:lnTo>
                    <a:pt x="2797983" y="0"/>
                  </a:lnTo>
                  <a:lnTo>
                    <a:pt x="2801553" y="1107"/>
                  </a:lnTo>
                  <a:lnTo>
                    <a:pt x="2949657" y="47048"/>
                  </a:lnTo>
                  <a:lnTo>
                    <a:pt x="2953228" y="48156"/>
                  </a:lnTo>
                  <a:lnTo>
                    <a:pt x="2956798" y="51263"/>
                  </a:lnTo>
                  <a:lnTo>
                    <a:pt x="3104902" y="180141"/>
                  </a:lnTo>
                  <a:lnTo>
                    <a:pt x="3108473" y="183248"/>
                  </a:lnTo>
                  <a:lnTo>
                    <a:pt x="3112044" y="188228"/>
                  </a:lnTo>
                  <a:lnTo>
                    <a:pt x="3260147" y="394803"/>
                  </a:lnTo>
                  <a:lnTo>
                    <a:pt x="3263718" y="399783"/>
                  </a:lnTo>
                  <a:lnTo>
                    <a:pt x="3267289" y="403242"/>
                  </a:lnTo>
                  <a:lnTo>
                    <a:pt x="3415393" y="546706"/>
                  </a:lnTo>
                  <a:lnTo>
                    <a:pt x="3418963" y="550165"/>
                  </a:lnTo>
                  <a:lnTo>
                    <a:pt x="3422534" y="553627"/>
                  </a:lnTo>
                  <a:lnTo>
                    <a:pt x="3570638" y="697244"/>
                  </a:lnTo>
                  <a:lnTo>
                    <a:pt x="3574208" y="700707"/>
                  </a:lnTo>
                  <a:lnTo>
                    <a:pt x="3577779" y="1414302"/>
                  </a:lnTo>
                  <a:lnTo>
                    <a:pt x="3574208" y="1414302"/>
                  </a:lnTo>
                  <a:lnTo>
                    <a:pt x="3570638" y="1414302"/>
                  </a:lnTo>
                  <a:lnTo>
                    <a:pt x="3422534" y="1414302"/>
                  </a:lnTo>
                  <a:lnTo>
                    <a:pt x="3418963" y="1414302"/>
                  </a:lnTo>
                  <a:lnTo>
                    <a:pt x="3415393" y="1414302"/>
                  </a:lnTo>
                  <a:lnTo>
                    <a:pt x="3267289" y="1414302"/>
                  </a:lnTo>
                  <a:lnTo>
                    <a:pt x="3263718" y="1414302"/>
                  </a:lnTo>
                  <a:lnTo>
                    <a:pt x="3260147" y="1414302"/>
                  </a:lnTo>
                  <a:lnTo>
                    <a:pt x="3112044" y="1414302"/>
                  </a:lnTo>
                  <a:lnTo>
                    <a:pt x="3108473" y="1414302"/>
                  </a:lnTo>
                  <a:lnTo>
                    <a:pt x="3104902" y="1414302"/>
                  </a:lnTo>
                  <a:lnTo>
                    <a:pt x="2956798" y="1414302"/>
                  </a:lnTo>
                  <a:lnTo>
                    <a:pt x="2953228" y="1414302"/>
                  </a:lnTo>
                  <a:lnTo>
                    <a:pt x="2949657" y="1414302"/>
                  </a:lnTo>
                  <a:lnTo>
                    <a:pt x="2801553" y="1414302"/>
                  </a:lnTo>
                  <a:lnTo>
                    <a:pt x="2797983" y="1414302"/>
                  </a:lnTo>
                  <a:lnTo>
                    <a:pt x="2794412" y="1414302"/>
                  </a:lnTo>
                  <a:lnTo>
                    <a:pt x="2646308" y="1414302"/>
                  </a:lnTo>
                  <a:lnTo>
                    <a:pt x="2642737" y="1414302"/>
                  </a:lnTo>
                  <a:lnTo>
                    <a:pt x="2639167" y="1414302"/>
                  </a:lnTo>
                  <a:lnTo>
                    <a:pt x="2491063" y="1414302"/>
                  </a:lnTo>
                  <a:lnTo>
                    <a:pt x="2487492" y="1414302"/>
                  </a:lnTo>
                  <a:lnTo>
                    <a:pt x="2483922" y="1414302"/>
                  </a:lnTo>
                  <a:lnTo>
                    <a:pt x="2335818" y="1414302"/>
                  </a:lnTo>
                  <a:lnTo>
                    <a:pt x="2332247" y="1414302"/>
                  </a:lnTo>
                  <a:lnTo>
                    <a:pt x="2328677" y="1414302"/>
                  </a:lnTo>
                  <a:lnTo>
                    <a:pt x="2180573" y="1414302"/>
                  </a:lnTo>
                  <a:lnTo>
                    <a:pt x="2177002" y="1414302"/>
                  </a:lnTo>
                  <a:lnTo>
                    <a:pt x="2173431" y="1414302"/>
                  </a:lnTo>
                  <a:lnTo>
                    <a:pt x="2025328" y="1414302"/>
                  </a:lnTo>
                  <a:lnTo>
                    <a:pt x="2021757" y="1414302"/>
                  </a:lnTo>
                  <a:lnTo>
                    <a:pt x="2018186" y="1414302"/>
                  </a:lnTo>
                  <a:lnTo>
                    <a:pt x="1870082" y="1414302"/>
                  </a:lnTo>
                  <a:lnTo>
                    <a:pt x="1866512" y="1414302"/>
                  </a:lnTo>
                  <a:lnTo>
                    <a:pt x="1862941" y="1414302"/>
                  </a:lnTo>
                  <a:lnTo>
                    <a:pt x="1714837" y="1414302"/>
                  </a:lnTo>
                  <a:lnTo>
                    <a:pt x="1711267" y="1414302"/>
                  </a:lnTo>
                  <a:lnTo>
                    <a:pt x="1707696" y="1414302"/>
                  </a:lnTo>
                  <a:lnTo>
                    <a:pt x="1559592" y="1414302"/>
                  </a:lnTo>
                  <a:lnTo>
                    <a:pt x="1556022" y="1414302"/>
                  </a:lnTo>
                  <a:lnTo>
                    <a:pt x="1552451" y="1414302"/>
                  </a:lnTo>
                  <a:lnTo>
                    <a:pt x="1404347" y="1414302"/>
                  </a:lnTo>
                  <a:lnTo>
                    <a:pt x="1400776" y="1414302"/>
                  </a:lnTo>
                  <a:lnTo>
                    <a:pt x="1397206" y="1414302"/>
                  </a:lnTo>
                  <a:lnTo>
                    <a:pt x="1249102" y="1414302"/>
                  </a:lnTo>
                  <a:lnTo>
                    <a:pt x="1245531" y="1414302"/>
                  </a:lnTo>
                  <a:lnTo>
                    <a:pt x="1241961" y="1414302"/>
                  </a:lnTo>
                  <a:lnTo>
                    <a:pt x="1093857" y="1414302"/>
                  </a:lnTo>
                  <a:lnTo>
                    <a:pt x="1090286" y="1414302"/>
                  </a:lnTo>
                  <a:lnTo>
                    <a:pt x="1086715" y="1414302"/>
                  </a:lnTo>
                  <a:lnTo>
                    <a:pt x="938612" y="1414302"/>
                  </a:lnTo>
                  <a:lnTo>
                    <a:pt x="935041" y="1414302"/>
                  </a:lnTo>
                  <a:lnTo>
                    <a:pt x="931470" y="1414302"/>
                  </a:lnTo>
                  <a:lnTo>
                    <a:pt x="783366" y="1414302"/>
                  </a:lnTo>
                  <a:lnTo>
                    <a:pt x="779796" y="1414302"/>
                  </a:lnTo>
                  <a:lnTo>
                    <a:pt x="776225" y="1414302"/>
                  </a:lnTo>
                  <a:lnTo>
                    <a:pt x="628121" y="1414302"/>
                  </a:lnTo>
                  <a:lnTo>
                    <a:pt x="624551" y="1414302"/>
                  </a:lnTo>
                  <a:lnTo>
                    <a:pt x="620980" y="1414302"/>
                  </a:lnTo>
                  <a:lnTo>
                    <a:pt x="472876" y="1414302"/>
                  </a:lnTo>
                  <a:lnTo>
                    <a:pt x="469306" y="1414302"/>
                  </a:lnTo>
                  <a:lnTo>
                    <a:pt x="465735" y="1414302"/>
                  </a:lnTo>
                  <a:lnTo>
                    <a:pt x="317631" y="1414302"/>
                  </a:lnTo>
                  <a:lnTo>
                    <a:pt x="314060" y="1414302"/>
                  </a:lnTo>
                  <a:lnTo>
                    <a:pt x="310490" y="1414302"/>
                  </a:lnTo>
                  <a:lnTo>
                    <a:pt x="162386" y="1414302"/>
                  </a:lnTo>
                  <a:lnTo>
                    <a:pt x="158815" y="1414302"/>
                  </a:lnTo>
                  <a:lnTo>
                    <a:pt x="155245" y="1414302"/>
                  </a:lnTo>
                  <a:lnTo>
                    <a:pt x="7141" y="1414302"/>
                  </a:lnTo>
                  <a:lnTo>
                    <a:pt x="3570" y="1414302"/>
                  </a:lnTo>
                  <a:lnTo>
                    <a:pt x="0" y="1414302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425670" y="831403"/>
              <a:ext cx="3570638" cy="979735"/>
            </a:xfrm>
            <a:custGeom>
              <a:avLst/>
              <a:pathLst>
                <a:path w="3570638" h="979735">
                  <a:moveTo>
                    <a:pt x="0" y="831050"/>
                  </a:moveTo>
                  <a:lnTo>
                    <a:pt x="3570" y="832957"/>
                  </a:lnTo>
                  <a:lnTo>
                    <a:pt x="151674" y="912066"/>
                  </a:lnTo>
                  <a:lnTo>
                    <a:pt x="155245" y="913973"/>
                  </a:lnTo>
                  <a:lnTo>
                    <a:pt x="158815" y="914926"/>
                  </a:lnTo>
                  <a:lnTo>
                    <a:pt x="306919" y="954464"/>
                  </a:lnTo>
                  <a:lnTo>
                    <a:pt x="310490" y="955417"/>
                  </a:lnTo>
                  <a:lnTo>
                    <a:pt x="314060" y="955521"/>
                  </a:lnTo>
                  <a:lnTo>
                    <a:pt x="462164" y="959848"/>
                  </a:lnTo>
                  <a:lnTo>
                    <a:pt x="465735" y="959953"/>
                  </a:lnTo>
                  <a:lnTo>
                    <a:pt x="469306" y="960408"/>
                  </a:lnTo>
                  <a:lnTo>
                    <a:pt x="617409" y="979280"/>
                  </a:lnTo>
                  <a:lnTo>
                    <a:pt x="620980" y="979735"/>
                  </a:lnTo>
                  <a:lnTo>
                    <a:pt x="624551" y="979459"/>
                  </a:lnTo>
                  <a:lnTo>
                    <a:pt x="772655" y="967988"/>
                  </a:lnTo>
                  <a:lnTo>
                    <a:pt x="776225" y="967711"/>
                  </a:lnTo>
                  <a:lnTo>
                    <a:pt x="779796" y="964957"/>
                  </a:lnTo>
                  <a:lnTo>
                    <a:pt x="927900" y="850706"/>
                  </a:lnTo>
                  <a:lnTo>
                    <a:pt x="931470" y="847951"/>
                  </a:lnTo>
                  <a:lnTo>
                    <a:pt x="935041" y="844311"/>
                  </a:lnTo>
                  <a:lnTo>
                    <a:pt x="1083145" y="693336"/>
                  </a:lnTo>
                  <a:lnTo>
                    <a:pt x="1086715" y="689696"/>
                  </a:lnTo>
                  <a:lnTo>
                    <a:pt x="1090286" y="686352"/>
                  </a:lnTo>
                  <a:lnTo>
                    <a:pt x="1238390" y="547637"/>
                  </a:lnTo>
                  <a:lnTo>
                    <a:pt x="1241961" y="544293"/>
                  </a:lnTo>
                  <a:lnTo>
                    <a:pt x="1245531" y="541098"/>
                  </a:lnTo>
                  <a:lnTo>
                    <a:pt x="1393635" y="408596"/>
                  </a:lnTo>
                  <a:lnTo>
                    <a:pt x="1397206" y="405402"/>
                  </a:lnTo>
                  <a:lnTo>
                    <a:pt x="1400776" y="401648"/>
                  </a:lnTo>
                  <a:lnTo>
                    <a:pt x="1548880" y="245923"/>
                  </a:lnTo>
                  <a:lnTo>
                    <a:pt x="1552451" y="242169"/>
                  </a:lnTo>
                  <a:lnTo>
                    <a:pt x="1556022" y="240257"/>
                  </a:lnTo>
                  <a:lnTo>
                    <a:pt x="1704125" y="160966"/>
                  </a:lnTo>
                  <a:lnTo>
                    <a:pt x="1707696" y="159055"/>
                  </a:lnTo>
                  <a:lnTo>
                    <a:pt x="1711267" y="158821"/>
                  </a:lnTo>
                  <a:lnTo>
                    <a:pt x="1859371" y="149114"/>
                  </a:lnTo>
                  <a:lnTo>
                    <a:pt x="1862941" y="148880"/>
                  </a:lnTo>
                  <a:lnTo>
                    <a:pt x="1866512" y="149177"/>
                  </a:lnTo>
                  <a:lnTo>
                    <a:pt x="2014616" y="161490"/>
                  </a:lnTo>
                  <a:lnTo>
                    <a:pt x="2018186" y="161787"/>
                  </a:lnTo>
                  <a:lnTo>
                    <a:pt x="2021757" y="162021"/>
                  </a:lnTo>
                  <a:lnTo>
                    <a:pt x="2169861" y="171733"/>
                  </a:lnTo>
                  <a:lnTo>
                    <a:pt x="2173431" y="171967"/>
                  </a:lnTo>
                  <a:lnTo>
                    <a:pt x="2177002" y="171694"/>
                  </a:lnTo>
                  <a:lnTo>
                    <a:pt x="2325106" y="160367"/>
                  </a:lnTo>
                  <a:lnTo>
                    <a:pt x="2328677" y="160094"/>
                  </a:lnTo>
                  <a:lnTo>
                    <a:pt x="2332247" y="160037"/>
                  </a:lnTo>
                  <a:lnTo>
                    <a:pt x="2480351" y="157705"/>
                  </a:lnTo>
                  <a:lnTo>
                    <a:pt x="2483922" y="157649"/>
                  </a:lnTo>
                  <a:lnTo>
                    <a:pt x="2487492" y="156251"/>
                  </a:lnTo>
                  <a:lnTo>
                    <a:pt x="2635596" y="98254"/>
                  </a:lnTo>
                  <a:lnTo>
                    <a:pt x="2639167" y="96856"/>
                  </a:lnTo>
                  <a:lnTo>
                    <a:pt x="2642737" y="94628"/>
                  </a:lnTo>
                  <a:lnTo>
                    <a:pt x="2790841" y="2227"/>
                  </a:lnTo>
                  <a:lnTo>
                    <a:pt x="2794412" y="0"/>
                  </a:lnTo>
                  <a:lnTo>
                    <a:pt x="2797983" y="1107"/>
                  </a:lnTo>
                  <a:lnTo>
                    <a:pt x="2946086" y="47048"/>
                  </a:lnTo>
                  <a:lnTo>
                    <a:pt x="2949657" y="48156"/>
                  </a:lnTo>
                  <a:lnTo>
                    <a:pt x="2953228" y="51263"/>
                  </a:lnTo>
                  <a:lnTo>
                    <a:pt x="3101332" y="180141"/>
                  </a:lnTo>
                  <a:lnTo>
                    <a:pt x="3104902" y="183248"/>
                  </a:lnTo>
                  <a:lnTo>
                    <a:pt x="3108473" y="188228"/>
                  </a:lnTo>
                  <a:lnTo>
                    <a:pt x="3256577" y="394803"/>
                  </a:lnTo>
                  <a:lnTo>
                    <a:pt x="3260147" y="399783"/>
                  </a:lnTo>
                  <a:lnTo>
                    <a:pt x="3263718" y="403242"/>
                  </a:lnTo>
                  <a:lnTo>
                    <a:pt x="3411822" y="546706"/>
                  </a:lnTo>
                  <a:lnTo>
                    <a:pt x="3415393" y="550165"/>
                  </a:lnTo>
                  <a:lnTo>
                    <a:pt x="3418963" y="553627"/>
                  </a:lnTo>
                  <a:lnTo>
                    <a:pt x="3567067" y="697244"/>
                  </a:lnTo>
                  <a:lnTo>
                    <a:pt x="3570638" y="700707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422099" y="2825318"/>
              <a:ext cx="3631446" cy="17575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422099" y="4582852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422099" y="4152386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422099" y="3721921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22099" y="3291455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422099" y="2860990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422099" y="3359936"/>
              <a:ext cx="3577779" cy="1222915"/>
            </a:xfrm>
            <a:custGeom>
              <a:avLst/>
              <a:pathLst>
                <a:path w="3577779" h="1222915">
                  <a:moveTo>
                    <a:pt x="3570" y="668250"/>
                  </a:moveTo>
                  <a:lnTo>
                    <a:pt x="7141" y="668476"/>
                  </a:lnTo>
                  <a:lnTo>
                    <a:pt x="155245" y="677843"/>
                  </a:lnTo>
                  <a:lnTo>
                    <a:pt x="158815" y="678069"/>
                  </a:lnTo>
                  <a:lnTo>
                    <a:pt x="162386" y="681010"/>
                  </a:lnTo>
                  <a:lnTo>
                    <a:pt x="310490" y="802979"/>
                  </a:lnTo>
                  <a:lnTo>
                    <a:pt x="314060" y="805919"/>
                  </a:lnTo>
                  <a:lnTo>
                    <a:pt x="317631" y="807404"/>
                  </a:lnTo>
                  <a:lnTo>
                    <a:pt x="465735" y="868970"/>
                  </a:lnTo>
                  <a:lnTo>
                    <a:pt x="469306" y="870454"/>
                  </a:lnTo>
                  <a:lnTo>
                    <a:pt x="472876" y="871040"/>
                  </a:lnTo>
                  <a:lnTo>
                    <a:pt x="620980" y="895311"/>
                  </a:lnTo>
                  <a:lnTo>
                    <a:pt x="624551" y="895897"/>
                  </a:lnTo>
                  <a:lnTo>
                    <a:pt x="628121" y="894993"/>
                  </a:lnTo>
                  <a:lnTo>
                    <a:pt x="776225" y="857534"/>
                  </a:lnTo>
                  <a:lnTo>
                    <a:pt x="779796" y="856631"/>
                  </a:lnTo>
                  <a:lnTo>
                    <a:pt x="783366" y="853127"/>
                  </a:lnTo>
                  <a:lnTo>
                    <a:pt x="931470" y="707789"/>
                  </a:lnTo>
                  <a:lnTo>
                    <a:pt x="935041" y="704285"/>
                  </a:lnTo>
                  <a:lnTo>
                    <a:pt x="938612" y="699709"/>
                  </a:lnTo>
                  <a:lnTo>
                    <a:pt x="1086715" y="509930"/>
                  </a:lnTo>
                  <a:lnTo>
                    <a:pt x="1090286" y="505355"/>
                  </a:lnTo>
                  <a:lnTo>
                    <a:pt x="1093857" y="504481"/>
                  </a:lnTo>
                  <a:lnTo>
                    <a:pt x="1241961" y="468234"/>
                  </a:lnTo>
                  <a:lnTo>
                    <a:pt x="1245531" y="467360"/>
                  </a:lnTo>
                  <a:lnTo>
                    <a:pt x="1249102" y="468486"/>
                  </a:lnTo>
                  <a:lnTo>
                    <a:pt x="1397206" y="515191"/>
                  </a:lnTo>
                  <a:lnTo>
                    <a:pt x="1400776" y="516318"/>
                  </a:lnTo>
                  <a:lnTo>
                    <a:pt x="1404347" y="517190"/>
                  </a:lnTo>
                  <a:lnTo>
                    <a:pt x="1552451" y="553362"/>
                  </a:lnTo>
                  <a:lnTo>
                    <a:pt x="1556022" y="554234"/>
                  </a:lnTo>
                  <a:lnTo>
                    <a:pt x="1559592" y="554306"/>
                  </a:lnTo>
                  <a:lnTo>
                    <a:pt x="1707696" y="557279"/>
                  </a:lnTo>
                  <a:lnTo>
                    <a:pt x="1711267" y="557351"/>
                  </a:lnTo>
                  <a:lnTo>
                    <a:pt x="1714837" y="557254"/>
                  </a:lnTo>
                  <a:lnTo>
                    <a:pt x="1862941" y="553208"/>
                  </a:lnTo>
                  <a:lnTo>
                    <a:pt x="1866512" y="553110"/>
                  </a:lnTo>
                  <a:lnTo>
                    <a:pt x="1870082" y="553336"/>
                  </a:lnTo>
                  <a:lnTo>
                    <a:pt x="2018186" y="562721"/>
                  </a:lnTo>
                  <a:lnTo>
                    <a:pt x="2021757" y="562947"/>
                  </a:lnTo>
                  <a:lnTo>
                    <a:pt x="2025328" y="564031"/>
                  </a:lnTo>
                  <a:lnTo>
                    <a:pt x="2173431" y="609005"/>
                  </a:lnTo>
                  <a:lnTo>
                    <a:pt x="2177002" y="610090"/>
                  </a:lnTo>
                  <a:lnTo>
                    <a:pt x="2180573" y="609630"/>
                  </a:lnTo>
                  <a:lnTo>
                    <a:pt x="2328677" y="590583"/>
                  </a:lnTo>
                  <a:lnTo>
                    <a:pt x="2332247" y="590124"/>
                  </a:lnTo>
                  <a:lnTo>
                    <a:pt x="2335818" y="588148"/>
                  </a:lnTo>
                  <a:lnTo>
                    <a:pt x="2483922" y="506193"/>
                  </a:lnTo>
                  <a:lnTo>
                    <a:pt x="2487492" y="504218"/>
                  </a:lnTo>
                  <a:lnTo>
                    <a:pt x="2491063" y="497987"/>
                  </a:lnTo>
                  <a:lnTo>
                    <a:pt x="2639167" y="239549"/>
                  </a:lnTo>
                  <a:lnTo>
                    <a:pt x="2642737" y="233319"/>
                  </a:lnTo>
                  <a:lnTo>
                    <a:pt x="2646308" y="227952"/>
                  </a:lnTo>
                  <a:lnTo>
                    <a:pt x="2794412" y="5366"/>
                  </a:lnTo>
                  <a:lnTo>
                    <a:pt x="2797983" y="0"/>
                  </a:lnTo>
                  <a:lnTo>
                    <a:pt x="2801553" y="883"/>
                  </a:lnTo>
                  <a:lnTo>
                    <a:pt x="2949657" y="37534"/>
                  </a:lnTo>
                  <a:lnTo>
                    <a:pt x="2953228" y="38418"/>
                  </a:lnTo>
                  <a:lnTo>
                    <a:pt x="2956798" y="41066"/>
                  </a:lnTo>
                  <a:lnTo>
                    <a:pt x="3104902" y="150926"/>
                  </a:lnTo>
                  <a:lnTo>
                    <a:pt x="3108473" y="153575"/>
                  </a:lnTo>
                  <a:lnTo>
                    <a:pt x="3112044" y="157184"/>
                  </a:lnTo>
                  <a:lnTo>
                    <a:pt x="3260147" y="306880"/>
                  </a:lnTo>
                  <a:lnTo>
                    <a:pt x="3263718" y="310489"/>
                  </a:lnTo>
                  <a:lnTo>
                    <a:pt x="3267289" y="314467"/>
                  </a:lnTo>
                  <a:lnTo>
                    <a:pt x="3415393" y="479488"/>
                  </a:lnTo>
                  <a:lnTo>
                    <a:pt x="3418963" y="483466"/>
                  </a:lnTo>
                  <a:lnTo>
                    <a:pt x="3422534" y="487571"/>
                  </a:lnTo>
                  <a:lnTo>
                    <a:pt x="3570638" y="657812"/>
                  </a:lnTo>
                  <a:lnTo>
                    <a:pt x="3574208" y="661917"/>
                  </a:lnTo>
                  <a:lnTo>
                    <a:pt x="3577779" y="1222915"/>
                  </a:lnTo>
                  <a:lnTo>
                    <a:pt x="3574208" y="673938"/>
                  </a:lnTo>
                  <a:lnTo>
                    <a:pt x="3570638" y="669873"/>
                  </a:lnTo>
                  <a:lnTo>
                    <a:pt x="3422534" y="501271"/>
                  </a:lnTo>
                  <a:lnTo>
                    <a:pt x="3418963" y="497206"/>
                  </a:lnTo>
                  <a:lnTo>
                    <a:pt x="3415393" y="493274"/>
                  </a:lnTo>
                  <a:lnTo>
                    <a:pt x="3267289" y="330193"/>
                  </a:lnTo>
                  <a:lnTo>
                    <a:pt x="3263718" y="326262"/>
                  </a:lnTo>
                  <a:lnTo>
                    <a:pt x="3260147" y="322701"/>
                  </a:lnTo>
                  <a:lnTo>
                    <a:pt x="3112044" y="175024"/>
                  </a:lnTo>
                  <a:lnTo>
                    <a:pt x="3108473" y="171463"/>
                  </a:lnTo>
                  <a:lnTo>
                    <a:pt x="3104902" y="168832"/>
                  </a:lnTo>
                  <a:lnTo>
                    <a:pt x="2956798" y="59686"/>
                  </a:lnTo>
                  <a:lnTo>
                    <a:pt x="2953228" y="57055"/>
                  </a:lnTo>
                  <a:lnTo>
                    <a:pt x="2949657" y="56146"/>
                  </a:lnTo>
                  <a:lnTo>
                    <a:pt x="2801553" y="18449"/>
                  </a:lnTo>
                  <a:lnTo>
                    <a:pt x="2797983" y="17540"/>
                  </a:lnTo>
                  <a:lnTo>
                    <a:pt x="2794412" y="22854"/>
                  </a:lnTo>
                  <a:lnTo>
                    <a:pt x="2646308" y="243258"/>
                  </a:lnTo>
                  <a:lnTo>
                    <a:pt x="2642737" y="248571"/>
                  </a:lnTo>
                  <a:lnTo>
                    <a:pt x="2639167" y="254758"/>
                  </a:lnTo>
                  <a:lnTo>
                    <a:pt x="2491063" y="511360"/>
                  </a:lnTo>
                  <a:lnTo>
                    <a:pt x="2487492" y="517546"/>
                  </a:lnTo>
                  <a:lnTo>
                    <a:pt x="2483922" y="519495"/>
                  </a:lnTo>
                  <a:lnTo>
                    <a:pt x="2335818" y="600344"/>
                  </a:lnTo>
                  <a:lnTo>
                    <a:pt x="2332247" y="602293"/>
                  </a:lnTo>
                  <a:lnTo>
                    <a:pt x="2328677" y="602749"/>
                  </a:lnTo>
                  <a:lnTo>
                    <a:pt x="2180573" y="621649"/>
                  </a:lnTo>
                  <a:lnTo>
                    <a:pt x="2177002" y="622105"/>
                  </a:lnTo>
                  <a:lnTo>
                    <a:pt x="2173431" y="621026"/>
                  </a:lnTo>
                  <a:lnTo>
                    <a:pt x="2025328" y="576287"/>
                  </a:lnTo>
                  <a:lnTo>
                    <a:pt x="2021757" y="575209"/>
                  </a:lnTo>
                  <a:lnTo>
                    <a:pt x="2018186" y="574996"/>
                  </a:lnTo>
                  <a:lnTo>
                    <a:pt x="1870082" y="566197"/>
                  </a:lnTo>
                  <a:lnTo>
                    <a:pt x="1866512" y="565985"/>
                  </a:lnTo>
                  <a:lnTo>
                    <a:pt x="1862941" y="566093"/>
                  </a:lnTo>
                  <a:lnTo>
                    <a:pt x="1714837" y="570585"/>
                  </a:lnTo>
                  <a:lnTo>
                    <a:pt x="1711267" y="570693"/>
                  </a:lnTo>
                  <a:lnTo>
                    <a:pt x="1707696" y="570623"/>
                  </a:lnTo>
                  <a:lnTo>
                    <a:pt x="1559592" y="567701"/>
                  </a:lnTo>
                  <a:lnTo>
                    <a:pt x="1556022" y="567630"/>
                  </a:lnTo>
                  <a:lnTo>
                    <a:pt x="1552451" y="566742"/>
                  </a:lnTo>
                  <a:lnTo>
                    <a:pt x="1404347" y="529886"/>
                  </a:lnTo>
                  <a:lnTo>
                    <a:pt x="1400776" y="528997"/>
                  </a:lnTo>
                  <a:lnTo>
                    <a:pt x="1397206" y="527830"/>
                  </a:lnTo>
                  <a:lnTo>
                    <a:pt x="1249102" y="479396"/>
                  </a:lnTo>
                  <a:lnTo>
                    <a:pt x="1245531" y="478229"/>
                  </a:lnTo>
                  <a:lnTo>
                    <a:pt x="1241961" y="479047"/>
                  </a:lnTo>
                  <a:lnTo>
                    <a:pt x="1093857" y="513005"/>
                  </a:lnTo>
                  <a:lnTo>
                    <a:pt x="1090286" y="513824"/>
                  </a:lnTo>
                  <a:lnTo>
                    <a:pt x="1086715" y="518344"/>
                  </a:lnTo>
                  <a:lnTo>
                    <a:pt x="938612" y="705808"/>
                  </a:lnTo>
                  <a:lnTo>
                    <a:pt x="935041" y="710327"/>
                  </a:lnTo>
                  <a:lnTo>
                    <a:pt x="931470" y="713792"/>
                  </a:lnTo>
                  <a:lnTo>
                    <a:pt x="783366" y="857512"/>
                  </a:lnTo>
                  <a:lnTo>
                    <a:pt x="779796" y="860977"/>
                  </a:lnTo>
                  <a:lnTo>
                    <a:pt x="776225" y="861868"/>
                  </a:lnTo>
                  <a:lnTo>
                    <a:pt x="628121" y="898824"/>
                  </a:lnTo>
                  <a:lnTo>
                    <a:pt x="624551" y="899715"/>
                  </a:lnTo>
                  <a:lnTo>
                    <a:pt x="620980" y="899146"/>
                  </a:lnTo>
                  <a:lnTo>
                    <a:pt x="472876" y="875563"/>
                  </a:lnTo>
                  <a:lnTo>
                    <a:pt x="469306" y="874994"/>
                  </a:lnTo>
                  <a:lnTo>
                    <a:pt x="465735" y="873549"/>
                  </a:lnTo>
                  <a:lnTo>
                    <a:pt x="317631" y="813598"/>
                  </a:lnTo>
                  <a:lnTo>
                    <a:pt x="314060" y="812153"/>
                  </a:lnTo>
                  <a:lnTo>
                    <a:pt x="310490" y="809261"/>
                  </a:lnTo>
                  <a:lnTo>
                    <a:pt x="162386" y="689319"/>
                  </a:lnTo>
                  <a:lnTo>
                    <a:pt x="158815" y="686428"/>
                  </a:lnTo>
                  <a:lnTo>
                    <a:pt x="155245" y="686249"/>
                  </a:lnTo>
                  <a:lnTo>
                    <a:pt x="7141" y="678840"/>
                  </a:lnTo>
                  <a:lnTo>
                    <a:pt x="3570" y="678661"/>
                  </a:lnTo>
                  <a:lnTo>
                    <a:pt x="0" y="1222915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425670" y="3359936"/>
              <a:ext cx="3570638" cy="895897"/>
            </a:xfrm>
            <a:custGeom>
              <a:avLst/>
              <a:pathLst>
                <a:path w="3570638" h="895897">
                  <a:moveTo>
                    <a:pt x="0" y="668250"/>
                  </a:moveTo>
                  <a:lnTo>
                    <a:pt x="3570" y="668476"/>
                  </a:lnTo>
                  <a:lnTo>
                    <a:pt x="151674" y="677843"/>
                  </a:lnTo>
                  <a:lnTo>
                    <a:pt x="155245" y="678069"/>
                  </a:lnTo>
                  <a:lnTo>
                    <a:pt x="158815" y="681010"/>
                  </a:lnTo>
                  <a:lnTo>
                    <a:pt x="306919" y="802979"/>
                  </a:lnTo>
                  <a:lnTo>
                    <a:pt x="310490" y="805919"/>
                  </a:lnTo>
                  <a:lnTo>
                    <a:pt x="314060" y="807404"/>
                  </a:lnTo>
                  <a:lnTo>
                    <a:pt x="462164" y="868970"/>
                  </a:lnTo>
                  <a:lnTo>
                    <a:pt x="465735" y="870454"/>
                  </a:lnTo>
                  <a:lnTo>
                    <a:pt x="469306" y="871040"/>
                  </a:lnTo>
                  <a:lnTo>
                    <a:pt x="617409" y="895311"/>
                  </a:lnTo>
                  <a:lnTo>
                    <a:pt x="620980" y="895897"/>
                  </a:lnTo>
                  <a:lnTo>
                    <a:pt x="624551" y="894993"/>
                  </a:lnTo>
                  <a:lnTo>
                    <a:pt x="772655" y="857534"/>
                  </a:lnTo>
                  <a:lnTo>
                    <a:pt x="776225" y="856631"/>
                  </a:lnTo>
                  <a:lnTo>
                    <a:pt x="779796" y="853127"/>
                  </a:lnTo>
                  <a:lnTo>
                    <a:pt x="927900" y="707789"/>
                  </a:lnTo>
                  <a:lnTo>
                    <a:pt x="931470" y="704285"/>
                  </a:lnTo>
                  <a:lnTo>
                    <a:pt x="935041" y="699709"/>
                  </a:lnTo>
                  <a:lnTo>
                    <a:pt x="1083145" y="509930"/>
                  </a:lnTo>
                  <a:lnTo>
                    <a:pt x="1086715" y="505355"/>
                  </a:lnTo>
                  <a:lnTo>
                    <a:pt x="1090286" y="504481"/>
                  </a:lnTo>
                  <a:lnTo>
                    <a:pt x="1238390" y="468234"/>
                  </a:lnTo>
                  <a:lnTo>
                    <a:pt x="1241961" y="467360"/>
                  </a:lnTo>
                  <a:lnTo>
                    <a:pt x="1245531" y="468486"/>
                  </a:lnTo>
                  <a:lnTo>
                    <a:pt x="1393635" y="515191"/>
                  </a:lnTo>
                  <a:lnTo>
                    <a:pt x="1397206" y="516318"/>
                  </a:lnTo>
                  <a:lnTo>
                    <a:pt x="1400776" y="517190"/>
                  </a:lnTo>
                  <a:lnTo>
                    <a:pt x="1548880" y="553362"/>
                  </a:lnTo>
                  <a:lnTo>
                    <a:pt x="1552451" y="554234"/>
                  </a:lnTo>
                  <a:lnTo>
                    <a:pt x="1556022" y="554306"/>
                  </a:lnTo>
                  <a:lnTo>
                    <a:pt x="1704125" y="557279"/>
                  </a:lnTo>
                  <a:lnTo>
                    <a:pt x="1707696" y="557351"/>
                  </a:lnTo>
                  <a:lnTo>
                    <a:pt x="1711267" y="557254"/>
                  </a:lnTo>
                  <a:lnTo>
                    <a:pt x="1859371" y="553208"/>
                  </a:lnTo>
                  <a:lnTo>
                    <a:pt x="1862941" y="553110"/>
                  </a:lnTo>
                  <a:lnTo>
                    <a:pt x="1866512" y="553336"/>
                  </a:lnTo>
                  <a:lnTo>
                    <a:pt x="2014616" y="562721"/>
                  </a:lnTo>
                  <a:lnTo>
                    <a:pt x="2018186" y="562947"/>
                  </a:lnTo>
                  <a:lnTo>
                    <a:pt x="2021757" y="564031"/>
                  </a:lnTo>
                  <a:lnTo>
                    <a:pt x="2169861" y="609005"/>
                  </a:lnTo>
                  <a:lnTo>
                    <a:pt x="2173431" y="610090"/>
                  </a:lnTo>
                  <a:lnTo>
                    <a:pt x="2177002" y="609630"/>
                  </a:lnTo>
                  <a:lnTo>
                    <a:pt x="2325106" y="590583"/>
                  </a:lnTo>
                  <a:lnTo>
                    <a:pt x="2328677" y="590124"/>
                  </a:lnTo>
                  <a:lnTo>
                    <a:pt x="2332247" y="588148"/>
                  </a:lnTo>
                  <a:lnTo>
                    <a:pt x="2480351" y="506193"/>
                  </a:lnTo>
                  <a:lnTo>
                    <a:pt x="2483922" y="504218"/>
                  </a:lnTo>
                  <a:lnTo>
                    <a:pt x="2487492" y="497987"/>
                  </a:lnTo>
                  <a:lnTo>
                    <a:pt x="2635596" y="239549"/>
                  </a:lnTo>
                  <a:lnTo>
                    <a:pt x="2639167" y="233319"/>
                  </a:lnTo>
                  <a:lnTo>
                    <a:pt x="2642737" y="227952"/>
                  </a:lnTo>
                  <a:lnTo>
                    <a:pt x="2790841" y="5366"/>
                  </a:lnTo>
                  <a:lnTo>
                    <a:pt x="2794412" y="0"/>
                  </a:lnTo>
                  <a:lnTo>
                    <a:pt x="2797983" y="883"/>
                  </a:lnTo>
                  <a:lnTo>
                    <a:pt x="2946086" y="37534"/>
                  </a:lnTo>
                  <a:lnTo>
                    <a:pt x="2949657" y="38418"/>
                  </a:lnTo>
                  <a:lnTo>
                    <a:pt x="2953228" y="41066"/>
                  </a:lnTo>
                  <a:lnTo>
                    <a:pt x="3101332" y="150926"/>
                  </a:lnTo>
                  <a:lnTo>
                    <a:pt x="3104902" y="153575"/>
                  </a:lnTo>
                  <a:lnTo>
                    <a:pt x="3108473" y="157184"/>
                  </a:lnTo>
                  <a:lnTo>
                    <a:pt x="3256577" y="306880"/>
                  </a:lnTo>
                  <a:lnTo>
                    <a:pt x="3260147" y="310489"/>
                  </a:lnTo>
                  <a:lnTo>
                    <a:pt x="3263718" y="314467"/>
                  </a:lnTo>
                  <a:lnTo>
                    <a:pt x="3411822" y="479488"/>
                  </a:lnTo>
                  <a:lnTo>
                    <a:pt x="3415393" y="483466"/>
                  </a:lnTo>
                  <a:lnTo>
                    <a:pt x="3418963" y="487571"/>
                  </a:lnTo>
                  <a:lnTo>
                    <a:pt x="3567067" y="657812"/>
                  </a:lnTo>
                  <a:lnTo>
                    <a:pt x="3570638" y="661917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422099" y="3377477"/>
              <a:ext cx="3577779" cy="1205375"/>
            </a:xfrm>
            <a:custGeom>
              <a:avLst/>
              <a:pathLst>
                <a:path w="3577779" h="1205375">
                  <a:moveTo>
                    <a:pt x="3570" y="661120"/>
                  </a:moveTo>
                  <a:lnTo>
                    <a:pt x="7141" y="661299"/>
                  </a:lnTo>
                  <a:lnTo>
                    <a:pt x="155245" y="668708"/>
                  </a:lnTo>
                  <a:lnTo>
                    <a:pt x="158815" y="668887"/>
                  </a:lnTo>
                  <a:lnTo>
                    <a:pt x="162386" y="671779"/>
                  </a:lnTo>
                  <a:lnTo>
                    <a:pt x="310490" y="791720"/>
                  </a:lnTo>
                  <a:lnTo>
                    <a:pt x="314060" y="794612"/>
                  </a:lnTo>
                  <a:lnTo>
                    <a:pt x="317631" y="796057"/>
                  </a:lnTo>
                  <a:lnTo>
                    <a:pt x="465735" y="856008"/>
                  </a:lnTo>
                  <a:lnTo>
                    <a:pt x="469306" y="857454"/>
                  </a:lnTo>
                  <a:lnTo>
                    <a:pt x="472876" y="858022"/>
                  </a:lnTo>
                  <a:lnTo>
                    <a:pt x="620980" y="881606"/>
                  </a:lnTo>
                  <a:lnTo>
                    <a:pt x="624551" y="882174"/>
                  </a:lnTo>
                  <a:lnTo>
                    <a:pt x="628121" y="881283"/>
                  </a:lnTo>
                  <a:lnTo>
                    <a:pt x="776225" y="844327"/>
                  </a:lnTo>
                  <a:lnTo>
                    <a:pt x="779796" y="843436"/>
                  </a:lnTo>
                  <a:lnTo>
                    <a:pt x="783366" y="839971"/>
                  </a:lnTo>
                  <a:lnTo>
                    <a:pt x="931470" y="696252"/>
                  </a:lnTo>
                  <a:lnTo>
                    <a:pt x="935041" y="692787"/>
                  </a:lnTo>
                  <a:lnTo>
                    <a:pt x="938612" y="688267"/>
                  </a:lnTo>
                  <a:lnTo>
                    <a:pt x="1086715" y="500803"/>
                  </a:lnTo>
                  <a:lnTo>
                    <a:pt x="1090286" y="496283"/>
                  </a:lnTo>
                  <a:lnTo>
                    <a:pt x="1093857" y="495465"/>
                  </a:lnTo>
                  <a:lnTo>
                    <a:pt x="1241961" y="461507"/>
                  </a:lnTo>
                  <a:lnTo>
                    <a:pt x="1245531" y="460688"/>
                  </a:lnTo>
                  <a:lnTo>
                    <a:pt x="1249102" y="461856"/>
                  </a:lnTo>
                  <a:lnTo>
                    <a:pt x="1397206" y="510289"/>
                  </a:lnTo>
                  <a:lnTo>
                    <a:pt x="1400776" y="511457"/>
                  </a:lnTo>
                  <a:lnTo>
                    <a:pt x="1404347" y="512345"/>
                  </a:lnTo>
                  <a:lnTo>
                    <a:pt x="1552451" y="549201"/>
                  </a:lnTo>
                  <a:lnTo>
                    <a:pt x="1556022" y="550089"/>
                  </a:lnTo>
                  <a:lnTo>
                    <a:pt x="1559592" y="550160"/>
                  </a:lnTo>
                  <a:lnTo>
                    <a:pt x="1707696" y="553082"/>
                  </a:lnTo>
                  <a:lnTo>
                    <a:pt x="1711267" y="553153"/>
                  </a:lnTo>
                  <a:lnTo>
                    <a:pt x="1714837" y="553044"/>
                  </a:lnTo>
                  <a:lnTo>
                    <a:pt x="1862941" y="548552"/>
                  </a:lnTo>
                  <a:lnTo>
                    <a:pt x="1866512" y="548444"/>
                  </a:lnTo>
                  <a:lnTo>
                    <a:pt x="1870082" y="548656"/>
                  </a:lnTo>
                  <a:lnTo>
                    <a:pt x="2018186" y="557456"/>
                  </a:lnTo>
                  <a:lnTo>
                    <a:pt x="2021757" y="557668"/>
                  </a:lnTo>
                  <a:lnTo>
                    <a:pt x="2025328" y="558747"/>
                  </a:lnTo>
                  <a:lnTo>
                    <a:pt x="2173431" y="603485"/>
                  </a:lnTo>
                  <a:lnTo>
                    <a:pt x="2177002" y="604564"/>
                  </a:lnTo>
                  <a:lnTo>
                    <a:pt x="2180573" y="604108"/>
                  </a:lnTo>
                  <a:lnTo>
                    <a:pt x="2328677" y="585208"/>
                  </a:lnTo>
                  <a:lnTo>
                    <a:pt x="2332247" y="584752"/>
                  </a:lnTo>
                  <a:lnTo>
                    <a:pt x="2335818" y="582803"/>
                  </a:lnTo>
                  <a:lnTo>
                    <a:pt x="2483922" y="501955"/>
                  </a:lnTo>
                  <a:lnTo>
                    <a:pt x="2487492" y="500005"/>
                  </a:lnTo>
                  <a:lnTo>
                    <a:pt x="2491063" y="493819"/>
                  </a:lnTo>
                  <a:lnTo>
                    <a:pt x="2639167" y="237217"/>
                  </a:lnTo>
                  <a:lnTo>
                    <a:pt x="2642737" y="231031"/>
                  </a:lnTo>
                  <a:lnTo>
                    <a:pt x="2646308" y="225717"/>
                  </a:lnTo>
                  <a:lnTo>
                    <a:pt x="2794412" y="5313"/>
                  </a:lnTo>
                  <a:lnTo>
                    <a:pt x="2797983" y="0"/>
                  </a:lnTo>
                  <a:lnTo>
                    <a:pt x="2801553" y="908"/>
                  </a:lnTo>
                  <a:lnTo>
                    <a:pt x="2949657" y="38605"/>
                  </a:lnTo>
                  <a:lnTo>
                    <a:pt x="2953228" y="39514"/>
                  </a:lnTo>
                  <a:lnTo>
                    <a:pt x="2956798" y="42145"/>
                  </a:lnTo>
                  <a:lnTo>
                    <a:pt x="3104902" y="151291"/>
                  </a:lnTo>
                  <a:lnTo>
                    <a:pt x="3108473" y="153923"/>
                  </a:lnTo>
                  <a:lnTo>
                    <a:pt x="3112044" y="157483"/>
                  </a:lnTo>
                  <a:lnTo>
                    <a:pt x="3260147" y="305161"/>
                  </a:lnTo>
                  <a:lnTo>
                    <a:pt x="3263718" y="308721"/>
                  </a:lnTo>
                  <a:lnTo>
                    <a:pt x="3267289" y="312653"/>
                  </a:lnTo>
                  <a:lnTo>
                    <a:pt x="3415393" y="475733"/>
                  </a:lnTo>
                  <a:lnTo>
                    <a:pt x="3418963" y="479665"/>
                  </a:lnTo>
                  <a:lnTo>
                    <a:pt x="3422534" y="483730"/>
                  </a:lnTo>
                  <a:lnTo>
                    <a:pt x="3570638" y="652332"/>
                  </a:lnTo>
                  <a:lnTo>
                    <a:pt x="3574208" y="656397"/>
                  </a:lnTo>
                  <a:lnTo>
                    <a:pt x="3577779" y="1205375"/>
                  </a:lnTo>
                  <a:lnTo>
                    <a:pt x="3574208" y="657915"/>
                  </a:lnTo>
                  <a:lnTo>
                    <a:pt x="3570638" y="653864"/>
                  </a:lnTo>
                  <a:lnTo>
                    <a:pt x="3422534" y="485845"/>
                  </a:lnTo>
                  <a:lnTo>
                    <a:pt x="3418963" y="481794"/>
                  </a:lnTo>
                  <a:lnTo>
                    <a:pt x="3415393" y="477869"/>
                  </a:lnTo>
                  <a:lnTo>
                    <a:pt x="3267289" y="315084"/>
                  </a:lnTo>
                  <a:lnTo>
                    <a:pt x="3263718" y="311160"/>
                  </a:lnTo>
                  <a:lnTo>
                    <a:pt x="3260147" y="307608"/>
                  </a:lnTo>
                  <a:lnTo>
                    <a:pt x="3112044" y="160307"/>
                  </a:lnTo>
                  <a:lnTo>
                    <a:pt x="3108473" y="156756"/>
                  </a:lnTo>
                  <a:lnTo>
                    <a:pt x="3104902" y="154129"/>
                  </a:lnTo>
                  <a:lnTo>
                    <a:pt x="2956798" y="45188"/>
                  </a:lnTo>
                  <a:lnTo>
                    <a:pt x="2953228" y="42562"/>
                  </a:lnTo>
                  <a:lnTo>
                    <a:pt x="2949657" y="41652"/>
                  </a:lnTo>
                  <a:lnTo>
                    <a:pt x="2801553" y="3926"/>
                  </a:lnTo>
                  <a:lnTo>
                    <a:pt x="2797983" y="3016"/>
                  </a:lnTo>
                  <a:lnTo>
                    <a:pt x="2794412" y="8319"/>
                  </a:lnTo>
                  <a:lnTo>
                    <a:pt x="2646308" y="228247"/>
                  </a:lnTo>
                  <a:lnTo>
                    <a:pt x="2642737" y="233549"/>
                  </a:lnTo>
                  <a:lnTo>
                    <a:pt x="2639167" y="239719"/>
                  </a:lnTo>
                  <a:lnTo>
                    <a:pt x="2491063" y="495620"/>
                  </a:lnTo>
                  <a:lnTo>
                    <a:pt x="2487492" y="501790"/>
                  </a:lnTo>
                  <a:lnTo>
                    <a:pt x="2483922" y="503732"/>
                  </a:lnTo>
                  <a:lnTo>
                    <a:pt x="2335818" y="584292"/>
                  </a:lnTo>
                  <a:lnTo>
                    <a:pt x="2332247" y="586234"/>
                  </a:lnTo>
                  <a:lnTo>
                    <a:pt x="2328677" y="586685"/>
                  </a:lnTo>
                  <a:lnTo>
                    <a:pt x="2180573" y="605362"/>
                  </a:lnTo>
                  <a:lnTo>
                    <a:pt x="2177002" y="605812"/>
                  </a:lnTo>
                  <a:lnTo>
                    <a:pt x="2173431" y="604742"/>
                  </a:lnTo>
                  <a:lnTo>
                    <a:pt x="2025328" y="560354"/>
                  </a:lnTo>
                  <a:lnTo>
                    <a:pt x="2021757" y="559284"/>
                  </a:lnTo>
                  <a:lnTo>
                    <a:pt x="2018186" y="559069"/>
                  </a:lnTo>
                  <a:lnTo>
                    <a:pt x="1870082" y="550175"/>
                  </a:lnTo>
                  <a:lnTo>
                    <a:pt x="1866512" y="549961"/>
                  </a:lnTo>
                  <a:lnTo>
                    <a:pt x="1862941" y="550073"/>
                  </a:lnTo>
                  <a:lnTo>
                    <a:pt x="1714837" y="554712"/>
                  </a:lnTo>
                  <a:lnTo>
                    <a:pt x="1711267" y="554824"/>
                  </a:lnTo>
                  <a:lnTo>
                    <a:pt x="1707696" y="554752"/>
                  </a:lnTo>
                  <a:lnTo>
                    <a:pt x="1559592" y="551783"/>
                  </a:lnTo>
                  <a:lnTo>
                    <a:pt x="1556022" y="551711"/>
                  </a:lnTo>
                  <a:lnTo>
                    <a:pt x="1552451" y="550828"/>
                  </a:lnTo>
                  <a:lnTo>
                    <a:pt x="1404347" y="514172"/>
                  </a:lnTo>
                  <a:lnTo>
                    <a:pt x="1400776" y="513288"/>
                  </a:lnTo>
                  <a:lnTo>
                    <a:pt x="1397206" y="512130"/>
                  </a:lnTo>
                  <a:lnTo>
                    <a:pt x="1249102" y="464084"/>
                  </a:lnTo>
                  <a:lnTo>
                    <a:pt x="1245531" y="462925"/>
                  </a:lnTo>
                  <a:lnTo>
                    <a:pt x="1241961" y="463747"/>
                  </a:lnTo>
                  <a:lnTo>
                    <a:pt x="1093857" y="497846"/>
                  </a:lnTo>
                  <a:lnTo>
                    <a:pt x="1090286" y="498668"/>
                  </a:lnTo>
                  <a:lnTo>
                    <a:pt x="1086715" y="503169"/>
                  </a:lnTo>
                  <a:lnTo>
                    <a:pt x="938612" y="689858"/>
                  </a:lnTo>
                  <a:lnTo>
                    <a:pt x="935041" y="694359"/>
                  </a:lnTo>
                  <a:lnTo>
                    <a:pt x="931470" y="697808"/>
                  </a:lnTo>
                  <a:lnTo>
                    <a:pt x="783366" y="840870"/>
                  </a:lnTo>
                  <a:lnTo>
                    <a:pt x="779796" y="844319"/>
                  </a:lnTo>
                  <a:lnTo>
                    <a:pt x="776225" y="845207"/>
                  </a:lnTo>
                  <a:lnTo>
                    <a:pt x="628121" y="882051"/>
                  </a:lnTo>
                  <a:lnTo>
                    <a:pt x="624551" y="882939"/>
                  </a:lnTo>
                  <a:lnTo>
                    <a:pt x="620980" y="882377"/>
                  </a:lnTo>
                  <a:lnTo>
                    <a:pt x="472876" y="859051"/>
                  </a:lnTo>
                  <a:lnTo>
                    <a:pt x="469306" y="858489"/>
                  </a:lnTo>
                  <a:lnTo>
                    <a:pt x="465735" y="857056"/>
                  </a:lnTo>
                  <a:lnTo>
                    <a:pt x="317631" y="797649"/>
                  </a:lnTo>
                  <a:lnTo>
                    <a:pt x="314060" y="796217"/>
                  </a:lnTo>
                  <a:lnTo>
                    <a:pt x="310490" y="793349"/>
                  </a:lnTo>
                  <a:lnTo>
                    <a:pt x="162386" y="674388"/>
                  </a:lnTo>
                  <a:lnTo>
                    <a:pt x="158815" y="671520"/>
                  </a:lnTo>
                  <a:lnTo>
                    <a:pt x="155245" y="671335"/>
                  </a:lnTo>
                  <a:lnTo>
                    <a:pt x="7141" y="663636"/>
                  </a:lnTo>
                  <a:lnTo>
                    <a:pt x="3570" y="663450"/>
                  </a:lnTo>
                  <a:lnTo>
                    <a:pt x="0" y="1205375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25670" y="3377477"/>
              <a:ext cx="3570638" cy="882174"/>
            </a:xfrm>
            <a:custGeom>
              <a:avLst/>
              <a:pathLst>
                <a:path w="3570638" h="882174">
                  <a:moveTo>
                    <a:pt x="0" y="661120"/>
                  </a:moveTo>
                  <a:lnTo>
                    <a:pt x="3570" y="661299"/>
                  </a:lnTo>
                  <a:lnTo>
                    <a:pt x="151674" y="668708"/>
                  </a:lnTo>
                  <a:lnTo>
                    <a:pt x="155245" y="668887"/>
                  </a:lnTo>
                  <a:lnTo>
                    <a:pt x="158815" y="671779"/>
                  </a:lnTo>
                  <a:lnTo>
                    <a:pt x="306919" y="791720"/>
                  </a:lnTo>
                  <a:lnTo>
                    <a:pt x="310490" y="794612"/>
                  </a:lnTo>
                  <a:lnTo>
                    <a:pt x="314060" y="796057"/>
                  </a:lnTo>
                  <a:lnTo>
                    <a:pt x="462164" y="856008"/>
                  </a:lnTo>
                  <a:lnTo>
                    <a:pt x="465735" y="857454"/>
                  </a:lnTo>
                  <a:lnTo>
                    <a:pt x="469306" y="858022"/>
                  </a:lnTo>
                  <a:lnTo>
                    <a:pt x="617409" y="881606"/>
                  </a:lnTo>
                  <a:lnTo>
                    <a:pt x="620980" y="882174"/>
                  </a:lnTo>
                  <a:lnTo>
                    <a:pt x="624551" y="881283"/>
                  </a:lnTo>
                  <a:lnTo>
                    <a:pt x="772655" y="844327"/>
                  </a:lnTo>
                  <a:lnTo>
                    <a:pt x="776225" y="843436"/>
                  </a:lnTo>
                  <a:lnTo>
                    <a:pt x="779796" y="839971"/>
                  </a:lnTo>
                  <a:lnTo>
                    <a:pt x="927900" y="696252"/>
                  </a:lnTo>
                  <a:lnTo>
                    <a:pt x="931470" y="692787"/>
                  </a:lnTo>
                  <a:lnTo>
                    <a:pt x="935041" y="688267"/>
                  </a:lnTo>
                  <a:lnTo>
                    <a:pt x="1083145" y="500803"/>
                  </a:lnTo>
                  <a:lnTo>
                    <a:pt x="1086715" y="496283"/>
                  </a:lnTo>
                  <a:lnTo>
                    <a:pt x="1090286" y="495465"/>
                  </a:lnTo>
                  <a:lnTo>
                    <a:pt x="1238390" y="461507"/>
                  </a:lnTo>
                  <a:lnTo>
                    <a:pt x="1241961" y="460688"/>
                  </a:lnTo>
                  <a:lnTo>
                    <a:pt x="1245531" y="461856"/>
                  </a:lnTo>
                  <a:lnTo>
                    <a:pt x="1393635" y="510289"/>
                  </a:lnTo>
                  <a:lnTo>
                    <a:pt x="1397206" y="511457"/>
                  </a:lnTo>
                  <a:lnTo>
                    <a:pt x="1400776" y="512345"/>
                  </a:lnTo>
                  <a:lnTo>
                    <a:pt x="1548880" y="549201"/>
                  </a:lnTo>
                  <a:lnTo>
                    <a:pt x="1552451" y="550089"/>
                  </a:lnTo>
                  <a:lnTo>
                    <a:pt x="1556022" y="550160"/>
                  </a:lnTo>
                  <a:lnTo>
                    <a:pt x="1704125" y="553082"/>
                  </a:lnTo>
                  <a:lnTo>
                    <a:pt x="1707696" y="553153"/>
                  </a:lnTo>
                  <a:lnTo>
                    <a:pt x="1711267" y="553044"/>
                  </a:lnTo>
                  <a:lnTo>
                    <a:pt x="1859371" y="548552"/>
                  </a:lnTo>
                  <a:lnTo>
                    <a:pt x="1862941" y="548444"/>
                  </a:lnTo>
                  <a:lnTo>
                    <a:pt x="1866512" y="548656"/>
                  </a:lnTo>
                  <a:lnTo>
                    <a:pt x="2014616" y="557456"/>
                  </a:lnTo>
                  <a:lnTo>
                    <a:pt x="2018186" y="557668"/>
                  </a:lnTo>
                  <a:lnTo>
                    <a:pt x="2021757" y="558747"/>
                  </a:lnTo>
                  <a:lnTo>
                    <a:pt x="2169861" y="603485"/>
                  </a:lnTo>
                  <a:lnTo>
                    <a:pt x="2173431" y="604564"/>
                  </a:lnTo>
                  <a:lnTo>
                    <a:pt x="2177002" y="604108"/>
                  </a:lnTo>
                  <a:lnTo>
                    <a:pt x="2325106" y="585208"/>
                  </a:lnTo>
                  <a:lnTo>
                    <a:pt x="2328677" y="584752"/>
                  </a:lnTo>
                  <a:lnTo>
                    <a:pt x="2332247" y="582803"/>
                  </a:lnTo>
                  <a:lnTo>
                    <a:pt x="2480351" y="501955"/>
                  </a:lnTo>
                  <a:lnTo>
                    <a:pt x="2483922" y="500005"/>
                  </a:lnTo>
                  <a:lnTo>
                    <a:pt x="2487492" y="493819"/>
                  </a:lnTo>
                  <a:lnTo>
                    <a:pt x="2635596" y="237217"/>
                  </a:lnTo>
                  <a:lnTo>
                    <a:pt x="2639167" y="231031"/>
                  </a:lnTo>
                  <a:lnTo>
                    <a:pt x="2642737" y="225717"/>
                  </a:lnTo>
                  <a:lnTo>
                    <a:pt x="2790841" y="5313"/>
                  </a:lnTo>
                  <a:lnTo>
                    <a:pt x="2794412" y="0"/>
                  </a:lnTo>
                  <a:lnTo>
                    <a:pt x="2797983" y="908"/>
                  </a:lnTo>
                  <a:lnTo>
                    <a:pt x="2946086" y="38605"/>
                  </a:lnTo>
                  <a:lnTo>
                    <a:pt x="2949657" y="39514"/>
                  </a:lnTo>
                  <a:lnTo>
                    <a:pt x="2953228" y="42145"/>
                  </a:lnTo>
                  <a:lnTo>
                    <a:pt x="3101332" y="151291"/>
                  </a:lnTo>
                  <a:lnTo>
                    <a:pt x="3104902" y="153923"/>
                  </a:lnTo>
                  <a:lnTo>
                    <a:pt x="3108473" y="157483"/>
                  </a:lnTo>
                  <a:lnTo>
                    <a:pt x="3256577" y="305161"/>
                  </a:lnTo>
                  <a:lnTo>
                    <a:pt x="3260147" y="308721"/>
                  </a:lnTo>
                  <a:lnTo>
                    <a:pt x="3263718" y="312653"/>
                  </a:lnTo>
                  <a:lnTo>
                    <a:pt x="3411822" y="475733"/>
                  </a:lnTo>
                  <a:lnTo>
                    <a:pt x="3415393" y="479665"/>
                  </a:lnTo>
                  <a:lnTo>
                    <a:pt x="3418963" y="483730"/>
                  </a:lnTo>
                  <a:lnTo>
                    <a:pt x="3567067" y="652332"/>
                  </a:lnTo>
                  <a:lnTo>
                    <a:pt x="3570638" y="656397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422099" y="3380494"/>
              <a:ext cx="3577779" cy="1202358"/>
            </a:xfrm>
            <a:custGeom>
              <a:avLst/>
              <a:pathLst>
                <a:path w="3577779" h="1202358">
                  <a:moveTo>
                    <a:pt x="3570" y="660433"/>
                  </a:moveTo>
                  <a:lnTo>
                    <a:pt x="7141" y="660619"/>
                  </a:lnTo>
                  <a:lnTo>
                    <a:pt x="155245" y="668318"/>
                  </a:lnTo>
                  <a:lnTo>
                    <a:pt x="158815" y="668503"/>
                  </a:lnTo>
                  <a:lnTo>
                    <a:pt x="162386" y="671371"/>
                  </a:lnTo>
                  <a:lnTo>
                    <a:pt x="310490" y="790332"/>
                  </a:lnTo>
                  <a:lnTo>
                    <a:pt x="314060" y="793200"/>
                  </a:lnTo>
                  <a:lnTo>
                    <a:pt x="317631" y="794632"/>
                  </a:lnTo>
                  <a:lnTo>
                    <a:pt x="465735" y="854039"/>
                  </a:lnTo>
                  <a:lnTo>
                    <a:pt x="469306" y="855472"/>
                  </a:lnTo>
                  <a:lnTo>
                    <a:pt x="472876" y="856034"/>
                  </a:lnTo>
                  <a:lnTo>
                    <a:pt x="620980" y="879360"/>
                  </a:lnTo>
                  <a:lnTo>
                    <a:pt x="624551" y="879922"/>
                  </a:lnTo>
                  <a:lnTo>
                    <a:pt x="628121" y="879034"/>
                  </a:lnTo>
                  <a:lnTo>
                    <a:pt x="776225" y="842190"/>
                  </a:lnTo>
                  <a:lnTo>
                    <a:pt x="779796" y="841302"/>
                  </a:lnTo>
                  <a:lnTo>
                    <a:pt x="783366" y="837853"/>
                  </a:lnTo>
                  <a:lnTo>
                    <a:pt x="931470" y="694791"/>
                  </a:lnTo>
                  <a:lnTo>
                    <a:pt x="935041" y="691342"/>
                  </a:lnTo>
                  <a:lnTo>
                    <a:pt x="938612" y="686841"/>
                  </a:lnTo>
                  <a:lnTo>
                    <a:pt x="1086715" y="500152"/>
                  </a:lnTo>
                  <a:lnTo>
                    <a:pt x="1090286" y="495651"/>
                  </a:lnTo>
                  <a:lnTo>
                    <a:pt x="1093857" y="494829"/>
                  </a:lnTo>
                  <a:lnTo>
                    <a:pt x="1241961" y="460730"/>
                  </a:lnTo>
                  <a:lnTo>
                    <a:pt x="1245531" y="459908"/>
                  </a:lnTo>
                  <a:lnTo>
                    <a:pt x="1249102" y="461067"/>
                  </a:lnTo>
                  <a:lnTo>
                    <a:pt x="1397206" y="509113"/>
                  </a:lnTo>
                  <a:lnTo>
                    <a:pt x="1400776" y="510271"/>
                  </a:lnTo>
                  <a:lnTo>
                    <a:pt x="1404347" y="511155"/>
                  </a:lnTo>
                  <a:lnTo>
                    <a:pt x="1552451" y="547811"/>
                  </a:lnTo>
                  <a:lnTo>
                    <a:pt x="1556022" y="548694"/>
                  </a:lnTo>
                  <a:lnTo>
                    <a:pt x="1559592" y="548766"/>
                  </a:lnTo>
                  <a:lnTo>
                    <a:pt x="1707696" y="551735"/>
                  </a:lnTo>
                  <a:lnTo>
                    <a:pt x="1711267" y="551807"/>
                  </a:lnTo>
                  <a:lnTo>
                    <a:pt x="1714837" y="551695"/>
                  </a:lnTo>
                  <a:lnTo>
                    <a:pt x="1862941" y="547056"/>
                  </a:lnTo>
                  <a:lnTo>
                    <a:pt x="1866512" y="546944"/>
                  </a:lnTo>
                  <a:lnTo>
                    <a:pt x="1870082" y="547158"/>
                  </a:lnTo>
                  <a:lnTo>
                    <a:pt x="2018186" y="556052"/>
                  </a:lnTo>
                  <a:lnTo>
                    <a:pt x="2021757" y="556267"/>
                  </a:lnTo>
                  <a:lnTo>
                    <a:pt x="2025328" y="557337"/>
                  </a:lnTo>
                  <a:lnTo>
                    <a:pt x="2173431" y="601725"/>
                  </a:lnTo>
                  <a:lnTo>
                    <a:pt x="2177002" y="602795"/>
                  </a:lnTo>
                  <a:lnTo>
                    <a:pt x="2180573" y="602345"/>
                  </a:lnTo>
                  <a:lnTo>
                    <a:pt x="2328677" y="583668"/>
                  </a:lnTo>
                  <a:lnTo>
                    <a:pt x="2332247" y="583218"/>
                  </a:lnTo>
                  <a:lnTo>
                    <a:pt x="2335818" y="581275"/>
                  </a:lnTo>
                  <a:lnTo>
                    <a:pt x="2483922" y="500715"/>
                  </a:lnTo>
                  <a:lnTo>
                    <a:pt x="2487492" y="498773"/>
                  </a:lnTo>
                  <a:lnTo>
                    <a:pt x="2491063" y="492603"/>
                  </a:lnTo>
                  <a:lnTo>
                    <a:pt x="2639167" y="236702"/>
                  </a:lnTo>
                  <a:lnTo>
                    <a:pt x="2642737" y="230532"/>
                  </a:lnTo>
                  <a:lnTo>
                    <a:pt x="2646308" y="225230"/>
                  </a:lnTo>
                  <a:lnTo>
                    <a:pt x="2794412" y="5302"/>
                  </a:lnTo>
                  <a:lnTo>
                    <a:pt x="2797983" y="0"/>
                  </a:lnTo>
                  <a:lnTo>
                    <a:pt x="2801553" y="909"/>
                  </a:lnTo>
                  <a:lnTo>
                    <a:pt x="2949657" y="38635"/>
                  </a:lnTo>
                  <a:lnTo>
                    <a:pt x="2953228" y="39545"/>
                  </a:lnTo>
                  <a:lnTo>
                    <a:pt x="2956798" y="42171"/>
                  </a:lnTo>
                  <a:lnTo>
                    <a:pt x="3104902" y="151112"/>
                  </a:lnTo>
                  <a:lnTo>
                    <a:pt x="3108473" y="153739"/>
                  </a:lnTo>
                  <a:lnTo>
                    <a:pt x="3112044" y="157290"/>
                  </a:lnTo>
                  <a:lnTo>
                    <a:pt x="3260147" y="304591"/>
                  </a:lnTo>
                  <a:lnTo>
                    <a:pt x="3263718" y="308143"/>
                  </a:lnTo>
                  <a:lnTo>
                    <a:pt x="3267289" y="312067"/>
                  </a:lnTo>
                  <a:lnTo>
                    <a:pt x="3415393" y="474852"/>
                  </a:lnTo>
                  <a:lnTo>
                    <a:pt x="3418963" y="478777"/>
                  </a:lnTo>
                  <a:lnTo>
                    <a:pt x="3422534" y="482828"/>
                  </a:lnTo>
                  <a:lnTo>
                    <a:pt x="3570638" y="650847"/>
                  </a:lnTo>
                  <a:lnTo>
                    <a:pt x="3574208" y="654898"/>
                  </a:lnTo>
                  <a:lnTo>
                    <a:pt x="3577779" y="1202358"/>
                  </a:lnTo>
                  <a:lnTo>
                    <a:pt x="3574208" y="1202358"/>
                  </a:lnTo>
                  <a:lnTo>
                    <a:pt x="3570638" y="1202358"/>
                  </a:lnTo>
                  <a:lnTo>
                    <a:pt x="3422534" y="1202358"/>
                  </a:lnTo>
                  <a:lnTo>
                    <a:pt x="3418963" y="1202358"/>
                  </a:lnTo>
                  <a:lnTo>
                    <a:pt x="3415393" y="1202358"/>
                  </a:lnTo>
                  <a:lnTo>
                    <a:pt x="3267289" y="1202358"/>
                  </a:lnTo>
                  <a:lnTo>
                    <a:pt x="3263718" y="1202358"/>
                  </a:lnTo>
                  <a:lnTo>
                    <a:pt x="3260147" y="1202358"/>
                  </a:lnTo>
                  <a:lnTo>
                    <a:pt x="3112044" y="1202358"/>
                  </a:lnTo>
                  <a:lnTo>
                    <a:pt x="3108473" y="1202358"/>
                  </a:lnTo>
                  <a:lnTo>
                    <a:pt x="3104902" y="1202358"/>
                  </a:lnTo>
                  <a:lnTo>
                    <a:pt x="2956798" y="1202358"/>
                  </a:lnTo>
                  <a:lnTo>
                    <a:pt x="2953228" y="1202358"/>
                  </a:lnTo>
                  <a:lnTo>
                    <a:pt x="2949657" y="1202358"/>
                  </a:lnTo>
                  <a:lnTo>
                    <a:pt x="2801553" y="1202358"/>
                  </a:lnTo>
                  <a:lnTo>
                    <a:pt x="2797983" y="1202358"/>
                  </a:lnTo>
                  <a:lnTo>
                    <a:pt x="2794412" y="1202358"/>
                  </a:lnTo>
                  <a:lnTo>
                    <a:pt x="2646308" y="1202358"/>
                  </a:lnTo>
                  <a:lnTo>
                    <a:pt x="2642737" y="1202358"/>
                  </a:lnTo>
                  <a:lnTo>
                    <a:pt x="2639167" y="1202358"/>
                  </a:lnTo>
                  <a:lnTo>
                    <a:pt x="2491063" y="1202358"/>
                  </a:lnTo>
                  <a:lnTo>
                    <a:pt x="2487492" y="1202358"/>
                  </a:lnTo>
                  <a:lnTo>
                    <a:pt x="2483922" y="1202358"/>
                  </a:lnTo>
                  <a:lnTo>
                    <a:pt x="2335818" y="1202358"/>
                  </a:lnTo>
                  <a:lnTo>
                    <a:pt x="2332247" y="1202358"/>
                  </a:lnTo>
                  <a:lnTo>
                    <a:pt x="2328677" y="1202358"/>
                  </a:lnTo>
                  <a:lnTo>
                    <a:pt x="2180573" y="1202358"/>
                  </a:lnTo>
                  <a:lnTo>
                    <a:pt x="2177002" y="1202358"/>
                  </a:lnTo>
                  <a:lnTo>
                    <a:pt x="2173431" y="1202358"/>
                  </a:lnTo>
                  <a:lnTo>
                    <a:pt x="2025328" y="1202358"/>
                  </a:lnTo>
                  <a:lnTo>
                    <a:pt x="2021757" y="1202358"/>
                  </a:lnTo>
                  <a:lnTo>
                    <a:pt x="2018186" y="1202358"/>
                  </a:lnTo>
                  <a:lnTo>
                    <a:pt x="1870082" y="1202358"/>
                  </a:lnTo>
                  <a:lnTo>
                    <a:pt x="1866512" y="1202358"/>
                  </a:lnTo>
                  <a:lnTo>
                    <a:pt x="1862941" y="1202358"/>
                  </a:lnTo>
                  <a:lnTo>
                    <a:pt x="1714837" y="1202358"/>
                  </a:lnTo>
                  <a:lnTo>
                    <a:pt x="1711267" y="1202358"/>
                  </a:lnTo>
                  <a:lnTo>
                    <a:pt x="1707696" y="1202358"/>
                  </a:lnTo>
                  <a:lnTo>
                    <a:pt x="1559592" y="1202358"/>
                  </a:lnTo>
                  <a:lnTo>
                    <a:pt x="1556022" y="1202358"/>
                  </a:lnTo>
                  <a:lnTo>
                    <a:pt x="1552451" y="1202358"/>
                  </a:lnTo>
                  <a:lnTo>
                    <a:pt x="1404347" y="1202358"/>
                  </a:lnTo>
                  <a:lnTo>
                    <a:pt x="1400776" y="1202358"/>
                  </a:lnTo>
                  <a:lnTo>
                    <a:pt x="1397206" y="1202358"/>
                  </a:lnTo>
                  <a:lnTo>
                    <a:pt x="1249102" y="1202358"/>
                  </a:lnTo>
                  <a:lnTo>
                    <a:pt x="1245531" y="1202358"/>
                  </a:lnTo>
                  <a:lnTo>
                    <a:pt x="1241961" y="1202358"/>
                  </a:lnTo>
                  <a:lnTo>
                    <a:pt x="1093857" y="1202358"/>
                  </a:lnTo>
                  <a:lnTo>
                    <a:pt x="1090286" y="1202358"/>
                  </a:lnTo>
                  <a:lnTo>
                    <a:pt x="1086715" y="1202358"/>
                  </a:lnTo>
                  <a:lnTo>
                    <a:pt x="938612" y="1202358"/>
                  </a:lnTo>
                  <a:lnTo>
                    <a:pt x="935041" y="1202358"/>
                  </a:lnTo>
                  <a:lnTo>
                    <a:pt x="931470" y="1202358"/>
                  </a:lnTo>
                  <a:lnTo>
                    <a:pt x="783366" y="1202358"/>
                  </a:lnTo>
                  <a:lnTo>
                    <a:pt x="779796" y="1202358"/>
                  </a:lnTo>
                  <a:lnTo>
                    <a:pt x="776225" y="1202358"/>
                  </a:lnTo>
                  <a:lnTo>
                    <a:pt x="628121" y="1202358"/>
                  </a:lnTo>
                  <a:lnTo>
                    <a:pt x="624551" y="1202358"/>
                  </a:lnTo>
                  <a:lnTo>
                    <a:pt x="620980" y="1202358"/>
                  </a:lnTo>
                  <a:lnTo>
                    <a:pt x="472876" y="1202358"/>
                  </a:lnTo>
                  <a:lnTo>
                    <a:pt x="469306" y="1202358"/>
                  </a:lnTo>
                  <a:lnTo>
                    <a:pt x="465735" y="1202358"/>
                  </a:lnTo>
                  <a:lnTo>
                    <a:pt x="317631" y="1202358"/>
                  </a:lnTo>
                  <a:lnTo>
                    <a:pt x="314060" y="1202358"/>
                  </a:lnTo>
                  <a:lnTo>
                    <a:pt x="310490" y="1202358"/>
                  </a:lnTo>
                  <a:lnTo>
                    <a:pt x="162386" y="1202358"/>
                  </a:lnTo>
                  <a:lnTo>
                    <a:pt x="158815" y="1202358"/>
                  </a:lnTo>
                  <a:lnTo>
                    <a:pt x="155245" y="1202358"/>
                  </a:lnTo>
                  <a:lnTo>
                    <a:pt x="7141" y="1202358"/>
                  </a:lnTo>
                  <a:lnTo>
                    <a:pt x="3570" y="1202358"/>
                  </a:lnTo>
                  <a:lnTo>
                    <a:pt x="0" y="1202358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425670" y="3380494"/>
              <a:ext cx="3570638" cy="879922"/>
            </a:xfrm>
            <a:custGeom>
              <a:avLst/>
              <a:pathLst>
                <a:path w="3570638" h="879922">
                  <a:moveTo>
                    <a:pt x="0" y="660433"/>
                  </a:moveTo>
                  <a:lnTo>
                    <a:pt x="3570" y="660619"/>
                  </a:lnTo>
                  <a:lnTo>
                    <a:pt x="151674" y="668318"/>
                  </a:lnTo>
                  <a:lnTo>
                    <a:pt x="155245" y="668503"/>
                  </a:lnTo>
                  <a:lnTo>
                    <a:pt x="158815" y="671371"/>
                  </a:lnTo>
                  <a:lnTo>
                    <a:pt x="306919" y="790332"/>
                  </a:lnTo>
                  <a:lnTo>
                    <a:pt x="310490" y="793200"/>
                  </a:lnTo>
                  <a:lnTo>
                    <a:pt x="314060" y="794632"/>
                  </a:lnTo>
                  <a:lnTo>
                    <a:pt x="462164" y="854039"/>
                  </a:lnTo>
                  <a:lnTo>
                    <a:pt x="465735" y="855472"/>
                  </a:lnTo>
                  <a:lnTo>
                    <a:pt x="469306" y="856034"/>
                  </a:lnTo>
                  <a:lnTo>
                    <a:pt x="617409" y="879360"/>
                  </a:lnTo>
                  <a:lnTo>
                    <a:pt x="620980" y="879922"/>
                  </a:lnTo>
                  <a:lnTo>
                    <a:pt x="624551" y="879034"/>
                  </a:lnTo>
                  <a:lnTo>
                    <a:pt x="772655" y="842190"/>
                  </a:lnTo>
                  <a:lnTo>
                    <a:pt x="776225" y="841302"/>
                  </a:lnTo>
                  <a:lnTo>
                    <a:pt x="779796" y="837853"/>
                  </a:lnTo>
                  <a:lnTo>
                    <a:pt x="927900" y="694791"/>
                  </a:lnTo>
                  <a:lnTo>
                    <a:pt x="931470" y="691342"/>
                  </a:lnTo>
                  <a:lnTo>
                    <a:pt x="935041" y="686841"/>
                  </a:lnTo>
                  <a:lnTo>
                    <a:pt x="1083145" y="500152"/>
                  </a:lnTo>
                  <a:lnTo>
                    <a:pt x="1086715" y="495651"/>
                  </a:lnTo>
                  <a:lnTo>
                    <a:pt x="1090286" y="494829"/>
                  </a:lnTo>
                  <a:lnTo>
                    <a:pt x="1238390" y="460730"/>
                  </a:lnTo>
                  <a:lnTo>
                    <a:pt x="1241961" y="459908"/>
                  </a:lnTo>
                  <a:lnTo>
                    <a:pt x="1245531" y="461067"/>
                  </a:lnTo>
                  <a:lnTo>
                    <a:pt x="1393635" y="509113"/>
                  </a:lnTo>
                  <a:lnTo>
                    <a:pt x="1397206" y="510271"/>
                  </a:lnTo>
                  <a:lnTo>
                    <a:pt x="1400776" y="511155"/>
                  </a:lnTo>
                  <a:lnTo>
                    <a:pt x="1548880" y="547811"/>
                  </a:lnTo>
                  <a:lnTo>
                    <a:pt x="1552451" y="548694"/>
                  </a:lnTo>
                  <a:lnTo>
                    <a:pt x="1556022" y="548766"/>
                  </a:lnTo>
                  <a:lnTo>
                    <a:pt x="1704125" y="551735"/>
                  </a:lnTo>
                  <a:lnTo>
                    <a:pt x="1707696" y="551807"/>
                  </a:lnTo>
                  <a:lnTo>
                    <a:pt x="1711267" y="551695"/>
                  </a:lnTo>
                  <a:lnTo>
                    <a:pt x="1859371" y="547056"/>
                  </a:lnTo>
                  <a:lnTo>
                    <a:pt x="1862941" y="546944"/>
                  </a:lnTo>
                  <a:lnTo>
                    <a:pt x="1866512" y="547158"/>
                  </a:lnTo>
                  <a:lnTo>
                    <a:pt x="2014616" y="556052"/>
                  </a:lnTo>
                  <a:lnTo>
                    <a:pt x="2018186" y="556267"/>
                  </a:lnTo>
                  <a:lnTo>
                    <a:pt x="2021757" y="557337"/>
                  </a:lnTo>
                  <a:lnTo>
                    <a:pt x="2169861" y="601725"/>
                  </a:lnTo>
                  <a:lnTo>
                    <a:pt x="2173431" y="602795"/>
                  </a:lnTo>
                  <a:lnTo>
                    <a:pt x="2177002" y="602345"/>
                  </a:lnTo>
                  <a:lnTo>
                    <a:pt x="2325106" y="583668"/>
                  </a:lnTo>
                  <a:lnTo>
                    <a:pt x="2328677" y="583218"/>
                  </a:lnTo>
                  <a:lnTo>
                    <a:pt x="2332247" y="581275"/>
                  </a:lnTo>
                  <a:lnTo>
                    <a:pt x="2480351" y="500715"/>
                  </a:lnTo>
                  <a:lnTo>
                    <a:pt x="2483922" y="498773"/>
                  </a:lnTo>
                  <a:lnTo>
                    <a:pt x="2487492" y="492603"/>
                  </a:lnTo>
                  <a:lnTo>
                    <a:pt x="2635596" y="236702"/>
                  </a:lnTo>
                  <a:lnTo>
                    <a:pt x="2639167" y="230532"/>
                  </a:lnTo>
                  <a:lnTo>
                    <a:pt x="2642737" y="225230"/>
                  </a:lnTo>
                  <a:lnTo>
                    <a:pt x="2790841" y="5302"/>
                  </a:lnTo>
                  <a:lnTo>
                    <a:pt x="2794412" y="0"/>
                  </a:lnTo>
                  <a:lnTo>
                    <a:pt x="2797983" y="909"/>
                  </a:lnTo>
                  <a:lnTo>
                    <a:pt x="2946086" y="38635"/>
                  </a:lnTo>
                  <a:lnTo>
                    <a:pt x="2949657" y="39545"/>
                  </a:lnTo>
                  <a:lnTo>
                    <a:pt x="2953228" y="42171"/>
                  </a:lnTo>
                  <a:lnTo>
                    <a:pt x="3101332" y="151112"/>
                  </a:lnTo>
                  <a:lnTo>
                    <a:pt x="3104902" y="153739"/>
                  </a:lnTo>
                  <a:lnTo>
                    <a:pt x="3108473" y="157290"/>
                  </a:lnTo>
                  <a:lnTo>
                    <a:pt x="3256577" y="304591"/>
                  </a:lnTo>
                  <a:lnTo>
                    <a:pt x="3260147" y="308143"/>
                  </a:lnTo>
                  <a:lnTo>
                    <a:pt x="3263718" y="312067"/>
                  </a:lnTo>
                  <a:lnTo>
                    <a:pt x="3411822" y="474852"/>
                  </a:lnTo>
                  <a:lnTo>
                    <a:pt x="3415393" y="478777"/>
                  </a:lnTo>
                  <a:lnTo>
                    <a:pt x="3418963" y="482828"/>
                  </a:lnTo>
                  <a:lnTo>
                    <a:pt x="3567067" y="650847"/>
                  </a:lnTo>
                  <a:lnTo>
                    <a:pt x="3570638" y="654898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4236425" y="488172"/>
              <a:ext cx="3631446" cy="17575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4236425" y="2245706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4236425" y="1815240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4236425" y="1384775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4236425" y="954309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4236425" y="523844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4236425" y="653922"/>
              <a:ext cx="3577779" cy="1591783"/>
            </a:xfrm>
            <a:custGeom>
              <a:avLst/>
              <a:pathLst>
                <a:path w="3577779" h="1591783">
                  <a:moveTo>
                    <a:pt x="3570" y="849625"/>
                  </a:moveTo>
                  <a:lnTo>
                    <a:pt x="7141" y="852016"/>
                  </a:lnTo>
                  <a:lnTo>
                    <a:pt x="155245" y="951179"/>
                  </a:lnTo>
                  <a:lnTo>
                    <a:pt x="158815" y="953570"/>
                  </a:lnTo>
                  <a:lnTo>
                    <a:pt x="162386" y="955214"/>
                  </a:lnTo>
                  <a:lnTo>
                    <a:pt x="310490" y="1023411"/>
                  </a:lnTo>
                  <a:lnTo>
                    <a:pt x="314060" y="1025055"/>
                  </a:lnTo>
                  <a:lnTo>
                    <a:pt x="317631" y="1025884"/>
                  </a:lnTo>
                  <a:lnTo>
                    <a:pt x="465735" y="1060252"/>
                  </a:lnTo>
                  <a:lnTo>
                    <a:pt x="469306" y="1061080"/>
                  </a:lnTo>
                  <a:lnTo>
                    <a:pt x="472876" y="1062109"/>
                  </a:lnTo>
                  <a:lnTo>
                    <a:pt x="620980" y="1104804"/>
                  </a:lnTo>
                  <a:lnTo>
                    <a:pt x="624551" y="1105833"/>
                  </a:lnTo>
                  <a:lnTo>
                    <a:pt x="628121" y="1105764"/>
                  </a:lnTo>
                  <a:lnTo>
                    <a:pt x="776225" y="1102900"/>
                  </a:lnTo>
                  <a:lnTo>
                    <a:pt x="779796" y="1102831"/>
                  </a:lnTo>
                  <a:lnTo>
                    <a:pt x="783366" y="1099863"/>
                  </a:lnTo>
                  <a:lnTo>
                    <a:pt x="931470" y="976764"/>
                  </a:lnTo>
                  <a:lnTo>
                    <a:pt x="935041" y="973796"/>
                  </a:lnTo>
                  <a:lnTo>
                    <a:pt x="938612" y="969508"/>
                  </a:lnTo>
                  <a:lnTo>
                    <a:pt x="1086715" y="791661"/>
                  </a:lnTo>
                  <a:lnTo>
                    <a:pt x="1090286" y="787373"/>
                  </a:lnTo>
                  <a:lnTo>
                    <a:pt x="1093857" y="783169"/>
                  </a:lnTo>
                  <a:lnTo>
                    <a:pt x="1241961" y="608794"/>
                  </a:lnTo>
                  <a:lnTo>
                    <a:pt x="1245531" y="604590"/>
                  </a:lnTo>
                  <a:lnTo>
                    <a:pt x="1249102" y="600594"/>
                  </a:lnTo>
                  <a:lnTo>
                    <a:pt x="1397206" y="434851"/>
                  </a:lnTo>
                  <a:lnTo>
                    <a:pt x="1400776" y="430855"/>
                  </a:lnTo>
                  <a:lnTo>
                    <a:pt x="1404347" y="426562"/>
                  </a:lnTo>
                  <a:lnTo>
                    <a:pt x="1552451" y="248495"/>
                  </a:lnTo>
                  <a:lnTo>
                    <a:pt x="1556022" y="244202"/>
                  </a:lnTo>
                  <a:lnTo>
                    <a:pt x="1559592" y="242095"/>
                  </a:lnTo>
                  <a:lnTo>
                    <a:pt x="1707696" y="154697"/>
                  </a:lnTo>
                  <a:lnTo>
                    <a:pt x="1711267" y="152590"/>
                  </a:lnTo>
                  <a:lnTo>
                    <a:pt x="1714837" y="152500"/>
                  </a:lnTo>
                  <a:lnTo>
                    <a:pt x="1862941" y="148782"/>
                  </a:lnTo>
                  <a:lnTo>
                    <a:pt x="1866512" y="148693"/>
                  </a:lnTo>
                  <a:lnTo>
                    <a:pt x="1870082" y="149297"/>
                  </a:lnTo>
                  <a:lnTo>
                    <a:pt x="2018186" y="174378"/>
                  </a:lnTo>
                  <a:lnTo>
                    <a:pt x="2021757" y="174983"/>
                  </a:lnTo>
                  <a:lnTo>
                    <a:pt x="2025328" y="175533"/>
                  </a:lnTo>
                  <a:lnTo>
                    <a:pt x="2173431" y="198350"/>
                  </a:lnTo>
                  <a:lnTo>
                    <a:pt x="2177002" y="198900"/>
                  </a:lnTo>
                  <a:lnTo>
                    <a:pt x="2180573" y="198794"/>
                  </a:lnTo>
                  <a:lnTo>
                    <a:pt x="2328677" y="194405"/>
                  </a:lnTo>
                  <a:lnTo>
                    <a:pt x="2332247" y="194299"/>
                  </a:lnTo>
                  <a:lnTo>
                    <a:pt x="2335818" y="194265"/>
                  </a:lnTo>
                  <a:lnTo>
                    <a:pt x="2483922" y="192865"/>
                  </a:lnTo>
                  <a:lnTo>
                    <a:pt x="2487492" y="192832"/>
                  </a:lnTo>
                  <a:lnTo>
                    <a:pt x="2491063" y="191147"/>
                  </a:lnTo>
                  <a:lnTo>
                    <a:pt x="2639167" y="121268"/>
                  </a:lnTo>
                  <a:lnTo>
                    <a:pt x="2642737" y="119583"/>
                  </a:lnTo>
                  <a:lnTo>
                    <a:pt x="2646308" y="116832"/>
                  </a:lnTo>
                  <a:lnTo>
                    <a:pt x="2794412" y="2750"/>
                  </a:lnTo>
                  <a:lnTo>
                    <a:pt x="2797983" y="0"/>
                  </a:lnTo>
                  <a:lnTo>
                    <a:pt x="2801553" y="350"/>
                  </a:lnTo>
                  <a:lnTo>
                    <a:pt x="2949657" y="14877"/>
                  </a:lnTo>
                  <a:lnTo>
                    <a:pt x="2953228" y="15228"/>
                  </a:lnTo>
                  <a:lnTo>
                    <a:pt x="2956798" y="17860"/>
                  </a:lnTo>
                  <a:lnTo>
                    <a:pt x="3104902" y="127057"/>
                  </a:lnTo>
                  <a:lnTo>
                    <a:pt x="3108473" y="129690"/>
                  </a:lnTo>
                  <a:lnTo>
                    <a:pt x="3112044" y="134797"/>
                  </a:lnTo>
                  <a:lnTo>
                    <a:pt x="3260147" y="346645"/>
                  </a:lnTo>
                  <a:lnTo>
                    <a:pt x="3263718" y="351753"/>
                  </a:lnTo>
                  <a:lnTo>
                    <a:pt x="3267289" y="355748"/>
                  </a:lnTo>
                  <a:lnTo>
                    <a:pt x="3415393" y="521451"/>
                  </a:lnTo>
                  <a:lnTo>
                    <a:pt x="3418963" y="525446"/>
                  </a:lnTo>
                  <a:lnTo>
                    <a:pt x="3422534" y="529460"/>
                  </a:lnTo>
                  <a:lnTo>
                    <a:pt x="3570638" y="695960"/>
                  </a:lnTo>
                  <a:lnTo>
                    <a:pt x="3574208" y="699974"/>
                  </a:lnTo>
                  <a:lnTo>
                    <a:pt x="3577779" y="1591783"/>
                  </a:lnTo>
                  <a:lnTo>
                    <a:pt x="3574208" y="919798"/>
                  </a:lnTo>
                  <a:lnTo>
                    <a:pt x="3570638" y="916524"/>
                  </a:lnTo>
                  <a:lnTo>
                    <a:pt x="3422534" y="780702"/>
                  </a:lnTo>
                  <a:lnTo>
                    <a:pt x="3418963" y="777428"/>
                  </a:lnTo>
                  <a:lnTo>
                    <a:pt x="3415393" y="774209"/>
                  </a:lnTo>
                  <a:lnTo>
                    <a:pt x="3267289" y="640720"/>
                  </a:lnTo>
                  <a:lnTo>
                    <a:pt x="3263718" y="637502"/>
                  </a:lnTo>
                  <a:lnTo>
                    <a:pt x="3260147" y="632730"/>
                  </a:lnTo>
                  <a:lnTo>
                    <a:pt x="3112044" y="434803"/>
                  </a:lnTo>
                  <a:lnTo>
                    <a:pt x="3108473" y="430031"/>
                  </a:lnTo>
                  <a:lnTo>
                    <a:pt x="3104902" y="427055"/>
                  </a:lnTo>
                  <a:lnTo>
                    <a:pt x="2956798" y="303624"/>
                  </a:lnTo>
                  <a:lnTo>
                    <a:pt x="2953228" y="300648"/>
                  </a:lnTo>
                  <a:lnTo>
                    <a:pt x="2949657" y="299565"/>
                  </a:lnTo>
                  <a:lnTo>
                    <a:pt x="2801553" y="254633"/>
                  </a:lnTo>
                  <a:lnTo>
                    <a:pt x="2797983" y="253550"/>
                  </a:lnTo>
                  <a:lnTo>
                    <a:pt x="2794412" y="255793"/>
                  </a:lnTo>
                  <a:lnTo>
                    <a:pt x="2646308" y="348800"/>
                  </a:lnTo>
                  <a:lnTo>
                    <a:pt x="2642737" y="351042"/>
                  </a:lnTo>
                  <a:lnTo>
                    <a:pt x="2639167" y="352460"/>
                  </a:lnTo>
                  <a:lnTo>
                    <a:pt x="2491063" y="411301"/>
                  </a:lnTo>
                  <a:lnTo>
                    <a:pt x="2487492" y="412720"/>
                  </a:lnTo>
                  <a:lnTo>
                    <a:pt x="2483922" y="412799"/>
                  </a:lnTo>
                  <a:lnTo>
                    <a:pt x="2335818" y="416082"/>
                  </a:lnTo>
                  <a:lnTo>
                    <a:pt x="2332247" y="416161"/>
                  </a:lnTo>
                  <a:lnTo>
                    <a:pt x="2328677" y="416418"/>
                  </a:lnTo>
                  <a:lnTo>
                    <a:pt x="2180573" y="427096"/>
                  </a:lnTo>
                  <a:lnTo>
                    <a:pt x="2177002" y="427353"/>
                  </a:lnTo>
                  <a:lnTo>
                    <a:pt x="2173431" y="427075"/>
                  </a:lnTo>
                  <a:lnTo>
                    <a:pt x="2025328" y="415533"/>
                  </a:lnTo>
                  <a:lnTo>
                    <a:pt x="2021757" y="415255"/>
                  </a:lnTo>
                  <a:lnTo>
                    <a:pt x="2018186" y="414860"/>
                  </a:lnTo>
                  <a:lnTo>
                    <a:pt x="1870082" y="398485"/>
                  </a:lnTo>
                  <a:lnTo>
                    <a:pt x="1866512" y="398090"/>
                  </a:lnTo>
                  <a:lnTo>
                    <a:pt x="1862941" y="398206"/>
                  </a:lnTo>
                  <a:lnTo>
                    <a:pt x="1714837" y="403033"/>
                  </a:lnTo>
                  <a:lnTo>
                    <a:pt x="1711267" y="403149"/>
                  </a:lnTo>
                  <a:lnTo>
                    <a:pt x="1707696" y="404966"/>
                  </a:lnTo>
                  <a:lnTo>
                    <a:pt x="1559592" y="480319"/>
                  </a:lnTo>
                  <a:lnTo>
                    <a:pt x="1556022" y="482136"/>
                  </a:lnTo>
                  <a:lnTo>
                    <a:pt x="1552451" y="485713"/>
                  </a:lnTo>
                  <a:lnTo>
                    <a:pt x="1404347" y="634083"/>
                  </a:lnTo>
                  <a:lnTo>
                    <a:pt x="1400776" y="637660"/>
                  </a:lnTo>
                  <a:lnTo>
                    <a:pt x="1397206" y="640655"/>
                  </a:lnTo>
                  <a:lnTo>
                    <a:pt x="1249102" y="764885"/>
                  </a:lnTo>
                  <a:lnTo>
                    <a:pt x="1245531" y="767880"/>
                  </a:lnTo>
                  <a:lnTo>
                    <a:pt x="1241961" y="771041"/>
                  </a:lnTo>
                  <a:lnTo>
                    <a:pt x="1093857" y="902138"/>
                  </a:lnTo>
                  <a:lnTo>
                    <a:pt x="1090286" y="905299"/>
                  </a:lnTo>
                  <a:lnTo>
                    <a:pt x="1086715" y="908794"/>
                  </a:lnTo>
                  <a:lnTo>
                    <a:pt x="938612" y="1053773"/>
                  </a:lnTo>
                  <a:lnTo>
                    <a:pt x="935041" y="1057269"/>
                  </a:lnTo>
                  <a:lnTo>
                    <a:pt x="931470" y="1059906"/>
                  </a:lnTo>
                  <a:lnTo>
                    <a:pt x="783366" y="1169288"/>
                  </a:lnTo>
                  <a:lnTo>
                    <a:pt x="779796" y="1171925"/>
                  </a:lnTo>
                  <a:lnTo>
                    <a:pt x="776225" y="1172200"/>
                  </a:lnTo>
                  <a:lnTo>
                    <a:pt x="628121" y="1183606"/>
                  </a:lnTo>
                  <a:lnTo>
                    <a:pt x="624551" y="1183881"/>
                  </a:lnTo>
                  <a:lnTo>
                    <a:pt x="620980" y="1183438"/>
                  </a:lnTo>
                  <a:lnTo>
                    <a:pt x="472876" y="1165086"/>
                  </a:lnTo>
                  <a:lnTo>
                    <a:pt x="469306" y="1164644"/>
                  </a:lnTo>
                  <a:lnTo>
                    <a:pt x="465735" y="1164564"/>
                  </a:lnTo>
                  <a:lnTo>
                    <a:pt x="317631" y="1161250"/>
                  </a:lnTo>
                  <a:lnTo>
                    <a:pt x="314060" y="1161170"/>
                  </a:lnTo>
                  <a:lnTo>
                    <a:pt x="310490" y="1160256"/>
                  </a:lnTo>
                  <a:lnTo>
                    <a:pt x="162386" y="1122354"/>
                  </a:lnTo>
                  <a:lnTo>
                    <a:pt x="158815" y="1121441"/>
                  </a:lnTo>
                  <a:lnTo>
                    <a:pt x="155245" y="1119629"/>
                  </a:lnTo>
                  <a:lnTo>
                    <a:pt x="7141" y="1044488"/>
                  </a:lnTo>
                  <a:lnTo>
                    <a:pt x="3570" y="1042676"/>
                  </a:lnTo>
                  <a:lnTo>
                    <a:pt x="0" y="1591783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4239996" y="653922"/>
              <a:ext cx="3570638" cy="1105833"/>
            </a:xfrm>
            <a:custGeom>
              <a:avLst/>
              <a:pathLst>
                <a:path w="3570638" h="1105833">
                  <a:moveTo>
                    <a:pt x="0" y="849625"/>
                  </a:moveTo>
                  <a:lnTo>
                    <a:pt x="3570" y="852016"/>
                  </a:lnTo>
                  <a:lnTo>
                    <a:pt x="151674" y="951179"/>
                  </a:lnTo>
                  <a:lnTo>
                    <a:pt x="155245" y="953570"/>
                  </a:lnTo>
                  <a:lnTo>
                    <a:pt x="158815" y="955214"/>
                  </a:lnTo>
                  <a:lnTo>
                    <a:pt x="306919" y="1023411"/>
                  </a:lnTo>
                  <a:lnTo>
                    <a:pt x="310490" y="1025055"/>
                  </a:lnTo>
                  <a:lnTo>
                    <a:pt x="314060" y="1025884"/>
                  </a:lnTo>
                  <a:lnTo>
                    <a:pt x="462164" y="1060252"/>
                  </a:lnTo>
                  <a:lnTo>
                    <a:pt x="465735" y="1061080"/>
                  </a:lnTo>
                  <a:lnTo>
                    <a:pt x="469306" y="1062109"/>
                  </a:lnTo>
                  <a:lnTo>
                    <a:pt x="617409" y="1104804"/>
                  </a:lnTo>
                  <a:lnTo>
                    <a:pt x="620980" y="1105833"/>
                  </a:lnTo>
                  <a:lnTo>
                    <a:pt x="624551" y="1105764"/>
                  </a:lnTo>
                  <a:lnTo>
                    <a:pt x="772655" y="1102900"/>
                  </a:lnTo>
                  <a:lnTo>
                    <a:pt x="776225" y="1102831"/>
                  </a:lnTo>
                  <a:lnTo>
                    <a:pt x="779796" y="1099863"/>
                  </a:lnTo>
                  <a:lnTo>
                    <a:pt x="927900" y="976764"/>
                  </a:lnTo>
                  <a:lnTo>
                    <a:pt x="931470" y="973796"/>
                  </a:lnTo>
                  <a:lnTo>
                    <a:pt x="935041" y="969508"/>
                  </a:lnTo>
                  <a:lnTo>
                    <a:pt x="1083145" y="791661"/>
                  </a:lnTo>
                  <a:lnTo>
                    <a:pt x="1086715" y="787373"/>
                  </a:lnTo>
                  <a:lnTo>
                    <a:pt x="1090286" y="783169"/>
                  </a:lnTo>
                  <a:lnTo>
                    <a:pt x="1238390" y="608794"/>
                  </a:lnTo>
                  <a:lnTo>
                    <a:pt x="1241961" y="604590"/>
                  </a:lnTo>
                  <a:lnTo>
                    <a:pt x="1245531" y="600594"/>
                  </a:lnTo>
                  <a:lnTo>
                    <a:pt x="1393635" y="434851"/>
                  </a:lnTo>
                  <a:lnTo>
                    <a:pt x="1397206" y="430855"/>
                  </a:lnTo>
                  <a:lnTo>
                    <a:pt x="1400776" y="426562"/>
                  </a:lnTo>
                  <a:lnTo>
                    <a:pt x="1548880" y="248495"/>
                  </a:lnTo>
                  <a:lnTo>
                    <a:pt x="1552451" y="244202"/>
                  </a:lnTo>
                  <a:lnTo>
                    <a:pt x="1556022" y="242095"/>
                  </a:lnTo>
                  <a:lnTo>
                    <a:pt x="1704125" y="154697"/>
                  </a:lnTo>
                  <a:lnTo>
                    <a:pt x="1707696" y="152590"/>
                  </a:lnTo>
                  <a:lnTo>
                    <a:pt x="1711267" y="152500"/>
                  </a:lnTo>
                  <a:lnTo>
                    <a:pt x="1859371" y="148782"/>
                  </a:lnTo>
                  <a:lnTo>
                    <a:pt x="1862941" y="148693"/>
                  </a:lnTo>
                  <a:lnTo>
                    <a:pt x="1866512" y="149297"/>
                  </a:lnTo>
                  <a:lnTo>
                    <a:pt x="2014616" y="174378"/>
                  </a:lnTo>
                  <a:lnTo>
                    <a:pt x="2018186" y="174983"/>
                  </a:lnTo>
                  <a:lnTo>
                    <a:pt x="2021757" y="175533"/>
                  </a:lnTo>
                  <a:lnTo>
                    <a:pt x="2169861" y="198350"/>
                  </a:lnTo>
                  <a:lnTo>
                    <a:pt x="2173431" y="198900"/>
                  </a:lnTo>
                  <a:lnTo>
                    <a:pt x="2177002" y="198794"/>
                  </a:lnTo>
                  <a:lnTo>
                    <a:pt x="2325106" y="194405"/>
                  </a:lnTo>
                  <a:lnTo>
                    <a:pt x="2328677" y="194299"/>
                  </a:lnTo>
                  <a:lnTo>
                    <a:pt x="2332247" y="194265"/>
                  </a:lnTo>
                  <a:lnTo>
                    <a:pt x="2480351" y="192865"/>
                  </a:lnTo>
                  <a:lnTo>
                    <a:pt x="2483922" y="192832"/>
                  </a:lnTo>
                  <a:lnTo>
                    <a:pt x="2487492" y="191147"/>
                  </a:lnTo>
                  <a:lnTo>
                    <a:pt x="2635596" y="121268"/>
                  </a:lnTo>
                  <a:lnTo>
                    <a:pt x="2639167" y="119583"/>
                  </a:lnTo>
                  <a:lnTo>
                    <a:pt x="2642737" y="116832"/>
                  </a:lnTo>
                  <a:lnTo>
                    <a:pt x="2790841" y="2750"/>
                  </a:lnTo>
                  <a:lnTo>
                    <a:pt x="2794412" y="0"/>
                  </a:lnTo>
                  <a:lnTo>
                    <a:pt x="2797983" y="350"/>
                  </a:lnTo>
                  <a:lnTo>
                    <a:pt x="2946086" y="14877"/>
                  </a:lnTo>
                  <a:lnTo>
                    <a:pt x="2949657" y="15228"/>
                  </a:lnTo>
                  <a:lnTo>
                    <a:pt x="2953228" y="17860"/>
                  </a:lnTo>
                  <a:lnTo>
                    <a:pt x="3101332" y="127057"/>
                  </a:lnTo>
                  <a:lnTo>
                    <a:pt x="3104902" y="129690"/>
                  </a:lnTo>
                  <a:lnTo>
                    <a:pt x="3108473" y="134797"/>
                  </a:lnTo>
                  <a:lnTo>
                    <a:pt x="3256577" y="346645"/>
                  </a:lnTo>
                  <a:lnTo>
                    <a:pt x="3260147" y="351753"/>
                  </a:lnTo>
                  <a:lnTo>
                    <a:pt x="3263718" y="355748"/>
                  </a:lnTo>
                  <a:lnTo>
                    <a:pt x="3411822" y="521451"/>
                  </a:lnTo>
                  <a:lnTo>
                    <a:pt x="3415393" y="525446"/>
                  </a:lnTo>
                  <a:lnTo>
                    <a:pt x="3418963" y="529460"/>
                  </a:lnTo>
                  <a:lnTo>
                    <a:pt x="3567067" y="695960"/>
                  </a:lnTo>
                  <a:lnTo>
                    <a:pt x="3570638" y="699974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6"/>
            <p:cNvSpPr/>
            <p:nvPr/>
          </p:nvSpPr>
          <p:spPr>
            <a:xfrm>
              <a:off x="4236425" y="907473"/>
              <a:ext cx="3577779" cy="1338232"/>
            </a:xfrm>
            <a:custGeom>
              <a:avLst/>
              <a:pathLst>
                <a:path w="3577779" h="1338232">
                  <a:moveTo>
                    <a:pt x="3570" y="789125"/>
                  </a:moveTo>
                  <a:lnTo>
                    <a:pt x="7141" y="790937"/>
                  </a:lnTo>
                  <a:lnTo>
                    <a:pt x="155245" y="866078"/>
                  </a:lnTo>
                  <a:lnTo>
                    <a:pt x="158815" y="867890"/>
                  </a:lnTo>
                  <a:lnTo>
                    <a:pt x="162386" y="868804"/>
                  </a:lnTo>
                  <a:lnTo>
                    <a:pt x="310490" y="906705"/>
                  </a:lnTo>
                  <a:lnTo>
                    <a:pt x="314060" y="907619"/>
                  </a:lnTo>
                  <a:lnTo>
                    <a:pt x="317631" y="907699"/>
                  </a:lnTo>
                  <a:lnTo>
                    <a:pt x="465735" y="911013"/>
                  </a:lnTo>
                  <a:lnTo>
                    <a:pt x="469306" y="911093"/>
                  </a:lnTo>
                  <a:lnTo>
                    <a:pt x="472876" y="911536"/>
                  </a:lnTo>
                  <a:lnTo>
                    <a:pt x="620980" y="929888"/>
                  </a:lnTo>
                  <a:lnTo>
                    <a:pt x="624551" y="930330"/>
                  </a:lnTo>
                  <a:lnTo>
                    <a:pt x="628121" y="930055"/>
                  </a:lnTo>
                  <a:lnTo>
                    <a:pt x="776225" y="918649"/>
                  </a:lnTo>
                  <a:lnTo>
                    <a:pt x="779796" y="918374"/>
                  </a:lnTo>
                  <a:lnTo>
                    <a:pt x="783366" y="915737"/>
                  </a:lnTo>
                  <a:lnTo>
                    <a:pt x="931470" y="806355"/>
                  </a:lnTo>
                  <a:lnTo>
                    <a:pt x="935041" y="803718"/>
                  </a:lnTo>
                  <a:lnTo>
                    <a:pt x="938612" y="800223"/>
                  </a:lnTo>
                  <a:lnTo>
                    <a:pt x="1086715" y="655244"/>
                  </a:lnTo>
                  <a:lnTo>
                    <a:pt x="1090286" y="651748"/>
                  </a:lnTo>
                  <a:lnTo>
                    <a:pt x="1093857" y="648588"/>
                  </a:lnTo>
                  <a:lnTo>
                    <a:pt x="1241961" y="517490"/>
                  </a:lnTo>
                  <a:lnTo>
                    <a:pt x="1245531" y="514329"/>
                  </a:lnTo>
                  <a:lnTo>
                    <a:pt x="1249102" y="511334"/>
                  </a:lnTo>
                  <a:lnTo>
                    <a:pt x="1397206" y="387104"/>
                  </a:lnTo>
                  <a:lnTo>
                    <a:pt x="1400776" y="384109"/>
                  </a:lnTo>
                  <a:lnTo>
                    <a:pt x="1404347" y="380532"/>
                  </a:lnTo>
                  <a:lnTo>
                    <a:pt x="1552451" y="232162"/>
                  </a:lnTo>
                  <a:lnTo>
                    <a:pt x="1556022" y="228585"/>
                  </a:lnTo>
                  <a:lnTo>
                    <a:pt x="1559592" y="226769"/>
                  </a:lnTo>
                  <a:lnTo>
                    <a:pt x="1707696" y="151415"/>
                  </a:lnTo>
                  <a:lnTo>
                    <a:pt x="1711267" y="149598"/>
                  </a:lnTo>
                  <a:lnTo>
                    <a:pt x="1714837" y="149482"/>
                  </a:lnTo>
                  <a:lnTo>
                    <a:pt x="1862941" y="144656"/>
                  </a:lnTo>
                  <a:lnTo>
                    <a:pt x="1866512" y="144539"/>
                  </a:lnTo>
                  <a:lnTo>
                    <a:pt x="1870082" y="144934"/>
                  </a:lnTo>
                  <a:lnTo>
                    <a:pt x="2018186" y="161310"/>
                  </a:lnTo>
                  <a:lnTo>
                    <a:pt x="2021757" y="161704"/>
                  </a:lnTo>
                  <a:lnTo>
                    <a:pt x="2025328" y="161983"/>
                  </a:lnTo>
                  <a:lnTo>
                    <a:pt x="2173431" y="173524"/>
                  </a:lnTo>
                  <a:lnTo>
                    <a:pt x="2177002" y="173802"/>
                  </a:lnTo>
                  <a:lnTo>
                    <a:pt x="2180573" y="173545"/>
                  </a:lnTo>
                  <a:lnTo>
                    <a:pt x="2328677" y="162868"/>
                  </a:lnTo>
                  <a:lnTo>
                    <a:pt x="2332247" y="162610"/>
                  </a:lnTo>
                  <a:lnTo>
                    <a:pt x="2335818" y="162531"/>
                  </a:lnTo>
                  <a:lnTo>
                    <a:pt x="2483922" y="159248"/>
                  </a:lnTo>
                  <a:lnTo>
                    <a:pt x="2487492" y="159169"/>
                  </a:lnTo>
                  <a:lnTo>
                    <a:pt x="2491063" y="157750"/>
                  </a:lnTo>
                  <a:lnTo>
                    <a:pt x="2639167" y="98910"/>
                  </a:lnTo>
                  <a:lnTo>
                    <a:pt x="2642737" y="97491"/>
                  </a:lnTo>
                  <a:lnTo>
                    <a:pt x="2646308" y="95249"/>
                  </a:lnTo>
                  <a:lnTo>
                    <a:pt x="2794412" y="2242"/>
                  </a:lnTo>
                  <a:lnTo>
                    <a:pt x="2797983" y="0"/>
                  </a:lnTo>
                  <a:lnTo>
                    <a:pt x="2801553" y="1083"/>
                  </a:lnTo>
                  <a:lnTo>
                    <a:pt x="2949657" y="46014"/>
                  </a:lnTo>
                  <a:lnTo>
                    <a:pt x="2953228" y="47097"/>
                  </a:lnTo>
                  <a:lnTo>
                    <a:pt x="2956798" y="50073"/>
                  </a:lnTo>
                  <a:lnTo>
                    <a:pt x="3104902" y="173504"/>
                  </a:lnTo>
                  <a:lnTo>
                    <a:pt x="3108473" y="176480"/>
                  </a:lnTo>
                  <a:lnTo>
                    <a:pt x="3112044" y="181252"/>
                  </a:lnTo>
                  <a:lnTo>
                    <a:pt x="3260147" y="379179"/>
                  </a:lnTo>
                  <a:lnTo>
                    <a:pt x="3263718" y="383951"/>
                  </a:lnTo>
                  <a:lnTo>
                    <a:pt x="3267289" y="387170"/>
                  </a:lnTo>
                  <a:lnTo>
                    <a:pt x="3415393" y="520659"/>
                  </a:lnTo>
                  <a:lnTo>
                    <a:pt x="3418963" y="523877"/>
                  </a:lnTo>
                  <a:lnTo>
                    <a:pt x="3422534" y="527152"/>
                  </a:lnTo>
                  <a:lnTo>
                    <a:pt x="3570638" y="662973"/>
                  </a:lnTo>
                  <a:lnTo>
                    <a:pt x="3574208" y="666247"/>
                  </a:lnTo>
                  <a:lnTo>
                    <a:pt x="3577779" y="1338232"/>
                  </a:lnTo>
                  <a:lnTo>
                    <a:pt x="3574208" y="675859"/>
                  </a:lnTo>
                  <a:lnTo>
                    <a:pt x="3570638" y="672645"/>
                  </a:lnTo>
                  <a:lnTo>
                    <a:pt x="3422534" y="539338"/>
                  </a:lnTo>
                  <a:lnTo>
                    <a:pt x="3418963" y="536124"/>
                  </a:lnTo>
                  <a:lnTo>
                    <a:pt x="3415393" y="532913"/>
                  </a:lnTo>
                  <a:lnTo>
                    <a:pt x="3267289" y="399747"/>
                  </a:lnTo>
                  <a:lnTo>
                    <a:pt x="3263718" y="396537"/>
                  </a:lnTo>
                  <a:lnTo>
                    <a:pt x="3260147" y="391914"/>
                  </a:lnTo>
                  <a:lnTo>
                    <a:pt x="3112044" y="200167"/>
                  </a:lnTo>
                  <a:lnTo>
                    <a:pt x="3108473" y="195544"/>
                  </a:lnTo>
                  <a:lnTo>
                    <a:pt x="3104902" y="192660"/>
                  </a:lnTo>
                  <a:lnTo>
                    <a:pt x="2956798" y="73033"/>
                  </a:lnTo>
                  <a:lnTo>
                    <a:pt x="2953228" y="70149"/>
                  </a:lnTo>
                  <a:lnTo>
                    <a:pt x="2949657" y="69121"/>
                  </a:lnTo>
                  <a:lnTo>
                    <a:pt x="2801553" y="26478"/>
                  </a:lnTo>
                  <a:lnTo>
                    <a:pt x="2797983" y="25450"/>
                  </a:lnTo>
                  <a:lnTo>
                    <a:pt x="2794412" y="27518"/>
                  </a:lnTo>
                  <a:lnTo>
                    <a:pt x="2646308" y="113286"/>
                  </a:lnTo>
                  <a:lnTo>
                    <a:pt x="2642737" y="115354"/>
                  </a:lnTo>
                  <a:lnTo>
                    <a:pt x="2639167" y="116651"/>
                  </a:lnTo>
                  <a:lnTo>
                    <a:pt x="2491063" y="170485"/>
                  </a:lnTo>
                  <a:lnTo>
                    <a:pt x="2487492" y="171783"/>
                  </a:lnTo>
                  <a:lnTo>
                    <a:pt x="2483922" y="171835"/>
                  </a:lnTo>
                  <a:lnTo>
                    <a:pt x="2335818" y="174000"/>
                  </a:lnTo>
                  <a:lnTo>
                    <a:pt x="2332247" y="174052"/>
                  </a:lnTo>
                  <a:lnTo>
                    <a:pt x="2328677" y="174306"/>
                  </a:lnTo>
                  <a:lnTo>
                    <a:pt x="2180573" y="184820"/>
                  </a:lnTo>
                  <a:lnTo>
                    <a:pt x="2177002" y="185073"/>
                  </a:lnTo>
                  <a:lnTo>
                    <a:pt x="2173431" y="184856"/>
                  </a:lnTo>
                  <a:lnTo>
                    <a:pt x="2025328" y="175841"/>
                  </a:lnTo>
                  <a:lnTo>
                    <a:pt x="2021757" y="175624"/>
                  </a:lnTo>
                  <a:lnTo>
                    <a:pt x="2018186" y="175348"/>
                  </a:lnTo>
                  <a:lnTo>
                    <a:pt x="1870082" y="163919"/>
                  </a:lnTo>
                  <a:lnTo>
                    <a:pt x="1866512" y="163643"/>
                  </a:lnTo>
                  <a:lnTo>
                    <a:pt x="1862941" y="163861"/>
                  </a:lnTo>
                  <a:lnTo>
                    <a:pt x="1714837" y="172871"/>
                  </a:lnTo>
                  <a:lnTo>
                    <a:pt x="1711267" y="173088"/>
                  </a:lnTo>
                  <a:lnTo>
                    <a:pt x="1707696" y="174862"/>
                  </a:lnTo>
                  <a:lnTo>
                    <a:pt x="1559592" y="248462"/>
                  </a:lnTo>
                  <a:lnTo>
                    <a:pt x="1556022" y="250236"/>
                  </a:lnTo>
                  <a:lnTo>
                    <a:pt x="1552451" y="253721"/>
                  </a:lnTo>
                  <a:lnTo>
                    <a:pt x="1404347" y="398267"/>
                  </a:lnTo>
                  <a:lnTo>
                    <a:pt x="1400776" y="401752"/>
                  </a:lnTo>
                  <a:lnTo>
                    <a:pt x="1397206" y="404717"/>
                  </a:lnTo>
                  <a:lnTo>
                    <a:pt x="1249102" y="527708"/>
                  </a:lnTo>
                  <a:lnTo>
                    <a:pt x="1245531" y="530673"/>
                  </a:lnTo>
                  <a:lnTo>
                    <a:pt x="1241961" y="533777"/>
                  </a:lnTo>
                  <a:lnTo>
                    <a:pt x="1093857" y="662535"/>
                  </a:lnTo>
                  <a:lnTo>
                    <a:pt x="1090286" y="665639"/>
                  </a:lnTo>
                  <a:lnTo>
                    <a:pt x="1086715" y="669018"/>
                  </a:lnTo>
                  <a:lnTo>
                    <a:pt x="938612" y="809156"/>
                  </a:lnTo>
                  <a:lnTo>
                    <a:pt x="935041" y="812535"/>
                  </a:lnTo>
                  <a:lnTo>
                    <a:pt x="931470" y="815091"/>
                  </a:lnTo>
                  <a:lnTo>
                    <a:pt x="783366" y="921141"/>
                  </a:lnTo>
                  <a:lnTo>
                    <a:pt x="779796" y="923698"/>
                  </a:lnTo>
                  <a:lnTo>
                    <a:pt x="776225" y="923955"/>
                  </a:lnTo>
                  <a:lnTo>
                    <a:pt x="628121" y="934602"/>
                  </a:lnTo>
                  <a:lnTo>
                    <a:pt x="624551" y="934859"/>
                  </a:lnTo>
                  <a:lnTo>
                    <a:pt x="620980" y="934437"/>
                  </a:lnTo>
                  <a:lnTo>
                    <a:pt x="472876" y="916919"/>
                  </a:lnTo>
                  <a:lnTo>
                    <a:pt x="469306" y="916496"/>
                  </a:lnTo>
                  <a:lnTo>
                    <a:pt x="465735" y="916400"/>
                  </a:lnTo>
                  <a:lnTo>
                    <a:pt x="317631" y="912383"/>
                  </a:lnTo>
                  <a:lnTo>
                    <a:pt x="314060" y="912286"/>
                  </a:lnTo>
                  <a:lnTo>
                    <a:pt x="310490" y="911402"/>
                  </a:lnTo>
                  <a:lnTo>
                    <a:pt x="162386" y="874702"/>
                  </a:lnTo>
                  <a:lnTo>
                    <a:pt x="158815" y="873817"/>
                  </a:lnTo>
                  <a:lnTo>
                    <a:pt x="155245" y="872047"/>
                  </a:lnTo>
                  <a:lnTo>
                    <a:pt x="7141" y="798617"/>
                  </a:lnTo>
                  <a:lnTo>
                    <a:pt x="3570" y="796847"/>
                  </a:lnTo>
                  <a:lnTo>
                    <a:pt x="0" y="1338232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4239996" y="907473"/>
              <a:ext cx="3570638" cy="930330"/>
            </a:xfrm>
            <a:custGeom>
              <a:avLst/>
              <a:pathLst>
                <a:path w="3570638" h="930330">
                  <a:moveTo>
                    <a:pt x="0" y="789125"/>
                  </a:moveTo>
                  <a:lnTo>
                    <a:pt x="3570" y="790937"/>
                  </a:lnTo>
                  <a:lnTo>
                    <a:pt x="151674" y="866078"/>
                  </a:lnTo>
                  <a:lnTo>
                    <a:pt x="155245" y="867890"/>
                  </a:lnTo>
                  <a:lnTo>
                    <a:pt x="158815" y="868804"/>
                  </a:lnTo>
                  <a:lnTo>
                    <a:pt x="306919" y="906705"/>
                  </a:lnTo>
                  <a:lnTo>
                    <a:pt x="310490" y="907619"/>
                  </a:lnTo>
                  <a:lnTo>
                    <a:pt x="314060" y="907699"/>
                  </a:lnTo>
                  <a:lnTo>
                    <a:pt x="462164" y="911013"/>
                  </a:lnTo>
                  <a:lnTo>
                    <a:pt x="465735" y="911093"/>
                  </a:lnTo>
                  <a:lnTo>
                    <a:pt x="469306" y="911536"/>
                  </a:lnTo>
                  <a:lnTo>
                    <a:pt x="617409" y="929888"/>
                  </a:lnTo>
                  <a:lnTo>
                    <a:pt x="620980" y="930330"/>
                  </a:lnTo>
                  <a:lnTo>
                    <a:pt x="624551" y="930055"/>
                  </a:lnTo>
                  <a:lnTo>
                    <a:pt x="772655" y="918649"/>
                  </a:lnTo>
                  <a:lnTo>
                    <a:pt x="776225" y="918374"/>
                  </a:lnTo>
                  <a:lnTo>
                    <a:pt x="779796" y="915737"/>
                  </a:lnTo>
                  <a:lnTo>
                    <a:pt x="927900" y="806355"/>
                  </a:lnTo>
                  <a:lnTo>
                    <a:pt x="931470" y="803718"/>
                  </a:lnTo>
                  <a:lnTo>
                    <a:pt x="935041" y="800223"/>
                  </a:lnTo>
                  <a:lnTo>
                    <a:pt x="1083145" y="655244"/>
                  </a:lnTo>
                  <a:lnTo>
                    <a:pt x="1086715" y="651748"/>
                  </a:lnTo>
                  <a:lnTo>
                    <a:pt x="1090286" y="648588"/>
                  </a:lnTo>
                  <a:lnTo>
                    <a:pt x="1238390" y="517490"/>
                  </a:lnTo>
                  <a:lnTo>
                    <a:pt x="1241961" y="514329"/>
                  </a:lnTo>
                  <a:lnTo>
                    <a:pt x="1245531" y="511334"/>
                  </a:lnTo>
                  <a:lnTo>
                    <a:pt x="1393635" y="387104"/>
                  </a:lnTo>
                  <a:lnTo>
                    <a:pt x="1397206" y="384109"/>
                  </a:lnTo>
                  <a:lnTo>
                    <a:pt x="1400776" y="380532"/>
                  </a:lnTo>
                  <a:lnTo>
                    <a:pt x="1548880" y="232162"/>
                  </a:lnTo>
                  <a:lnTo>
                    <a:pt x="1552451" y="228585"/>
                  </a:lnTo>
                  <a:lnTo>
                    <a:pt x="1556022" y="226769"/>
                  </a:lnTo>
                  <a:lnTo>
                    <a:pt x="1704125" y="151415"/>
                  </a:lnTo>
                  <a:lnTo>
                    <a:pt x="1707696" y="149598"/>
                  </a:lnTo>
                  <a:lnTo>
                    <a:pt x="1711267" y="149482"/>
                  </a:lnTo>
                  <a:lnTo>
                    <a:pt x="1859371" y="144656"/>
                  </a:lnTo>
                  <a:lnTo>
                    <a:pt x="1862941" y="144539"/>
                  </a:lnTo>
                  <a:lnTo>
                    <a:pt x="1866512" y="144934"/>
                  </a:lnTo>
                  <a:lnTo>
                    <a:pt x="2014616" y="161310"/>
                  </a:lnTo>
                  <a:lnTo>
                    <a:pt x="2018186" y="161704"/>
                  </a:lnTo>
                  <a:lnTo>
                    <a:pt x="2021757" y="161983"/>
                  </a:lnTo>
                  <a:lnTo>
                    <a:pt x="2169861" y="173524"/>
                  </a:lnTo>
                  <a:lnTo>
                    <a:pt x="2173431" y="173802"/>
                  </a:lnTo>
                  <a:lnTo>
                    <a:pt x="2177002" y="173545"/>
                  </a:lnTo>
                  <a:lnTo>
                    <a:pt x="2325106" y="162868"/>
                  </a:lnTo>
                  <a:lnTo>
                    <a:pt x="2328677" y="162610"/>
                  </a:lnTo>
                  <a:lnTo>
                    <a:pt x="2332247" y="162531"/>
                  </a:lnTo>
                  <a:lnTo>
                    <a:pt x="2480351" y="159248"/>
                  </a:lnTo>
                  <a:lnTo>
                    <a:pt x="2483922" y="159169"/>
                  </a:lnTo>
                  <a:lnTo>
                    <a:pt x="2487492" y="157750"/>
                  </a:lnTo>
                  <a:lnTo>
                    <a:pt x="2635596" y="98910"/>
                  </a:lnTo>
                  <a:lnTo>
                    <a:pt x="2639167" y="97491"/>
                  </a:lnTo>
                  <a:lnTo>
                    <a:pt x="2642737" y="95249"/>
                  </a:lnTo>
                  <a:lnTo>
                    <a:pt x="2790841" y="2242"/>
                  </a:lnTo>
                  <a:lnTo>
                    <a:pt x="2794412" y="0"/>
                  </a:lnTo>
                  <a:lnTo>
                    <a:pt x="2797983" y="1083"/>
                  </a:lnTo>
                  <a:lnTo>
                    <a:pt x="2946086" y="46014"/>
                  </a:lnTo>
                  <a:lnTo>
                    <a:pt x="2949657" y="47097"/>
                  </a:lnTo>
                  <a:lnTo>
                    <a:pt x="2953228" y="50073"/>
                  </a:lnTo>
                  <a:lnTo>
                    <a:pt x="3101332" y="173504"/>
                  </a:lnTo>
                  <a:lnTo>
                    <a:pt x="3104902" y="176480"/>
                  </a:lnTo>
                  <a:lnTo>
                    <a:pt x="3108473" y="181252"/>
                  </a:lnTo>
                  <a:lnTo>
                    <a:pt x="3256577" y="379179"/>
                  </a:lnTo>
                  <a:lnTo>
                    <a:pt x="3260147" y="383951"/>
                  </a:lnTo>
                  <a:lnTo>
                    <a:pt x="3263718" y="387170"/>
                  </a:lnTo>
                  <a:lnTo>
                    <a:pt x="3411822" y="520659"/>
                  </a:lnTo>
                  <a:lnTo>
                    <a:pt x="3415393" y="523877"/>
                  </a:lnTo>
                  <a:lnTo>
                    <a:pt x="3418963" y="527152"/>
                  </a:lnTo>
                  <a:lnTo>
                    <a:pt x="3567067" y="662973"/>
                  </a:lnTo>
                  <a:lnTo>
                    <a:pt x="3570638" y="666247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4236425" y="932923"/>
              <a:ext cx="3577779" cy="1312782"/>
            </a:xfrm>
            <a:custGeom>
              <a:avLst/>
              <a:pathLst>
                <a:path w="3577779" h="1312782">
                  <a:moveTo>
                    <a:pt x="3570" y="771396"/>
                  </a:moveTo>
                  <a:lnTo>
                    <a:pt x="7141" y="773167"/>
                  </a:lnTo>
                  <a:lnTo>
                    <a:pt x="155245" y="846597"/>
                  </a:lnTo>
                  <a:lnTo>
                    <a:pt x="158815" y="848367"/>
                  </a:lnTo>
                  <a:lnTo>
                    <a:pt x="162386" y="849252"/>
                  </a:lnTo>
                  <a:lnTo>
                    <a:pt x="310490" y="885951"/>
                  </a:lnTo>
                  <a:lnTo>
                    <a:pt x="314060" y="886836"/>
                  </a:lnTo>
                  <a:lnTo>
                    <a:pt x="317631" y="886933"/>
                  </a:lnTo>
                  <a:lnTo>
                    <a:pt x="465735" y="890949"/>
                  </a:lnTo>
                  <a:lnTo>
                    <a:pt x="469306" y="891046"/>
                  </a:lnTo>
                  <a:lnTo>
                    <a:pt x="472876" y="891468"/>
                  </a:lnTo>
                  <a:lnTo>
                    <a:pt x="620980" y="908986"/>
                  </a:lnTo>
                  <a:lnTo>
                    <a:pt x="624551" y="909409"/>
                  </a:lnTo>
                  <a:lnTo>
                    <a:pt x="628121" y="909152"/>
                  </a:lnTo>
                  <a:lnTo>
                    <a:pt x="776225" y="898504"/>
                  </a:lnTo>
                  <a:lnTo>
                    <a:pt x="779796" y="898248"/>
                  </a:lnTo>
                  <a:lnTo>
                    <a:pt x="783366" y="895691"/>
                  </a:lnTo>
                  <a:lnTo>
                    <a:pt x="931470" y="789641"/>
                  </a:lnTo>
                  <a:lnTo>
                    <a:pt x="935041" y="787084"/>
                  </a:lnTo>
                  <a:lnTo>
                    <a:pt x="938612" y="783706"/>
                  </a:lnTo>
                  <a:lnTo>
                    <a:pt x="1086715" y="643568"/>
                  </a:lnTo>
                  <a:lnTo>
                    <a:pt x="1090286" y="640189"/>
                  </a:lnTo>
                  <a:lnTo>
                    <a:pt x="1093857" y="637085"/>
                  </a:lnTo>
                  <a:lnTo>
                    <a:pt x="1241961" y="508327"/>
                  </a:lnTo>
                  <a:lnTo>
                    <a:pt x="1245531" y="505223"/>
                  </a:lnTo>
                  <a:lnTo>
                    <a:pt x="1249102" y="502257"/>
                  </a:lnTo>
                  <a:lnTo>
                    <a:pt x="1397206" y="379267"/>
                  </a:lnTo>
                  <a:lnTo>
                    <a:pt x="1400776" y="376302"/>
                  </a:lnTo>
                  <a:lnTo>
                    <a:pt x="1404347" y="372817"/>
                  </a:lnTo>
                  <a:lnTo>
                    <a:pt x="1552451" y="228270"/>
                  </a:lnTo>
                  <a:lnTo>
                    <a:pt x="1556022" y="224786"/>
                  </a:lnTo>
                  <a:lnTo>
                    <a:pt x="1559592" y="223011"/>
                  </a:lnTo>
                  <a:lnTo>
                    <a:pt x="1707696" y="149412"/>
                  </a:lnTo>
                  <a:lnTo>
                    <a:pt x="1711267" y="147638"/>
                  </a:lnTo>
                  <a:lnTo>
                    <a:pt x="1714837" y="147420"/>
                  </a:lnTo>
                  <a:lnTo>
                    <a:pt x="1862941" y="138410"/>
                  </a:lnTo>
                  <a:lnTo>
                    <a:pt x="1866512" y="138193"/>
                  </a:lnTo>
                  <a:lnTo>
                    <a:pt x="1870082" y="138469"/>
                  </a:lnTo>
                  <a:lnTo>
                    <a:pt x="2018186" y="149898"/>
                  </a:lnTo>
                  <a:lnTo>
                    <a:pt x="2021757" y="150173"/>
                  </a:lnTo>
                  <a:lnTo>
                    <a:pt x="2025328" y="150391"/>
                  </a:lnTo>
                  <a:lnTo>
                    <a:pt x="2173431" y="159406"/>
                  </a:lnTo>
                  <a:lnTo>
                    <a:pt x="2177002" y="159623"/>
                  </a:lnTo>
                  <a:lnTo>
                    <a:pt x="2180573" y="159370"/>
                  </a:lnTo>
                  <a:lnTo>
                    <a:pt x="2328677" y="148855"/>
                  </a:lnTo>
                  <a:lnTo>
                    <a:pt x="2332247" y="148602"/>
                  </a:lnTo>
                  <a:lnTo>
                    <a:pt x="2335818" y="148550"/>
                  </a:lnTo>
                  <a:lnTo>
                    <a:pt x="2483922" y="146385"/>
                  </a:lnTo>
                  <a:lnTo>
                    <a:pt x="2487492" y="146333"/>
                  </a:lnTo>
                  <a:lnTo>
                    <a:pt x="2491063" y="145035"/>
                  </a:lnTo>
                  <a:lnTo>
                    <a:pt x="2639167" y="91201"/>
                  </a:lnTo>
                  <a:lnTo>
                    <a:pt x="2642737" y="89903"/>
                  </a:lnTo>
                  <a:lnTo>
                    <a:pt x="2646308" y="87835"/>
                  </a:lnTo>
                  <a:lnTo>
                    <a:pt x="2794412" y="2067"/>
                  </a:lnTo>
                  <a:lnTo>
                    <a:pt x="2797983" y="0"/>
                  </a:lnTo>
                  <a:lnTo>
                    <a:pt x="2801553" y="1028"/>
                  </a:lnTo>
                  <a:lnTo>
                    <a:pt x="2949657" y="43671"/>
                  </a:lnTo>
                  <a:lnTo>
                    <a:pt x="2953228" y="44699"/>
                  </a:lnTo>
                  <a:lnTo>
                    <a:pt x="2956798" y="47583"/>
                  </a:lnTo>
                  <a:lnTo>
                    <a:pt x="3104902" y="167210"/>
                  </a:lnTo>
                  <a:lnTo>
                    <a:pt x="3108473" y="170094"/>
                  </a:lnTo>
                  <a:lnTo>
                    <a:pt x="3112044" y="174717"/>
                  </a:lnTo>
                  <a:lnTo>
                    <a:pt x="3260147" y="366463"/>
                  </a:lnTo>
                  <a:lnTo>
                    <a:pt x="3263718" y="371086"/>
                  </a:lnTo>
                  <a:lnTo>
                    <a:pt x="3267289" y="374297"/>
                  </a:lnTo>
                  <a:lnTo>
                    <a:pt x="3415393" y="507463"/>
                  </a:lnTo>
                  <a:lnTo>
                    <a:pt x="3418963" y="510673"/>
                  </a:lnTo>
                  <a:lnTo>
                    <a:pt x="3422534" y="513887"/>
                  </a:lnTo>
                  <a:lnTo>
                    <a:pt x="3570638" y="647195"/>
                  </a:lnTo>
                  <a:lnTo>
                    <a:pt x="3574208" y="650409"/>
                  </a:lnTo>
                  <a:lnTo>
                    <a:pt x="3577779" y="1312782"/>
                  </a:lnTo>
                  <a:lnTo>
                    <a:pt x="3574208" y="1312782"/>
                  </a:lnTo>
                  <a:lnTo>
                    <a:pt x="3570638" y="1312782"/>
                  </a:lnTo>
                  <a:lnTo>
                    <a:pt x="3422534" y="1312782"/>
                  </a:lnTo>
                  <a:lnTo>
                    <a:pt x="3418963" y="1312782"/>
                  </a:lnTo>
                  <a:lnTo>
                    <a:pt x="3415393" y="1312782"/>
                  </a:lnTo>
                  <a:lnTo>
                    <a:pt x="3267289" y="1312782"/>
                  </a:lnTo>
                  <a:lnTo>
                    <a:pt x="3263718" y="1312782"/>
                  </a:lnTo>
                  <a:lnTo>
                    <a:pt x="3260147" y="1312782"/>
                  </a:lnTo>
                  <a:lnTo>
                    <a:pt x="3112044" y="1312782"/>
                  </a:lnTo>
                  <a:lnTo>
                    <a:pt x="3108473" y="1312782"/>
                  </a:lnTo>
                  <a:lnTo>
                    <a:pt x="3104902" y="1312782"/>
                  </a:lnTo>
                  <a:lnTo>
                    <a:pt x="2956798" y="1312782"/>
                  </a:lnTo>
                  <a:lnTo>
                    <a:pt x="2953228" y="1312782"/>
                  </a:lnTo>
                  <a:lnTo>
                    <a:pt x="2949657" y="1312782"/>
                  </a:lnTo>
                  <a:lnTo>
                    <a:pt x="2801553" y="1312782"/>
                  </a:lnTo>
                  <a:lnTo>
                    <a:pt x="2797983" y="1312782"/>
                  </a:lnTo>
                  <a:lnTo>
                    <a:pt x="2794412" y="1312782"/>
                  </a:lnTo>
                  <a:lnTo>
                    <a:pt x="2646308" y="1312782"/>
                  </a:lnTo>
                  <a:lnTo>
                    <a:pt x="2642737" y="1312782"/>
                  </a:lnTo>
                  <a:lnTo>
                    <a:pt x="2639167" y="1312782"/>
                  </a:lnTo>
                  <a:lnTo>
                    <a:pt x="2491063" y="1312782"/>
                  </a:lnTo>
                  <a:lnTo>
                    <a:pt x="2487492" y="1312782"/>
                  </a:lnTo>
                  <a:lnTo>
                    <a:pt x="2483922" y="1312782"/>
                  </a:lnTo>
                  <a:lnTo>
                    <a:pt x="2335818" y="1312782"/>
                  </a:lnTo>
                  <a:lnTo>
                    <a:pt x="2332247" y="1312782"/>
                  </a:lnTo>
                  <a:lnTo>
                    <a:pt x="2328677" y="1312782"/>
                  </a:lnTo>
                  <a:lnTo>
                    <a:pt x="2180573" y="1312782"/>
                  </a:lnTo>
                  <a:lnTo>
                    <a:pt x="2177002" y="1312782"/>
                  </a:lnTo>
                  <a:lnTo>
                    <a:pt x="2173431" y="1312782"/>
                  </a:lnTo>
                  <a:lnTo>
                    <a:pt x="2025328" y="1312782"/>
                  </a:lnTo>
                  <a:lnTo>
                    <a:pt x="2021757" y="1312782"/>
                  </a:lnTo>
                  <a:lnTo>
                    <a:pt x="2018186" y="1312782"/>
                  </a:lnTo>
                  <a:lnTo>
                    <a:pt x="1870082" y="1312782"/>
                  </a:lnTo>
                  <a:lnTo>
                    <a:pt x="1866512" y="1312782"/>
                  </a:lnTo>
                  <a:lnTo>
                    <a:pt x="1862941" y="1312782"/>
                  </a:lnTo>
                  <a:lnTo>
                    <a:pt x="1714837" y="1312782"/>
                  </a:lnTo>
                  <a:lnTo>
                    <a:pt x="1711267" y="1312782"/>
                  </a:lnTo>
                  <a:lnTo>
                    <a:pt x="1707696" y="1312782"/>
                  </a:lnTo>
                  <a:lnTo>
                    <a:pt x="1559592" y="1312782"/>
                  </a:lnTo>
                  <a:lnTo>
                    <a:pt x="1556022" y="1312782"/>
                  </a:lnTo>
                  <a:lnTo>
                    <a:pt x="1552451" y="1312782"/>
                  </a:lnTo>
                  <a:lnTo>
                    <a:pt x="1404347" y="1312782"/>
                  </a:lnTo>
                  <a:lnTo>
                    <a:pt x="1400776" y="1312782"/>
                  </a:lnTo>
                  <a:lnTo>
                    <a:pt x="1397206" y="1312782"/>
                  </a:lnTo>
                  <a:lnTo>
                    <a:pt x="1249102" y="1312782"/>
                  </a:lnTo>
                  <a:lnTo>
                    <a:pt x="1245531" y="1312782"/>
                  </a:lnTo>
                  <a:lnTo>
                    <a:pt x="1241961" y="1312782"/>
                  </a:lnTo>
                  <a:lnTo>
                    <a:pt x="1093857" y="1312782"/>
                  </a:lnTo>
                  <a:lnTo>
                    <a:pt x="1090286" y="1312782"/>
                  </a:lnTo>
                  <a:lnTo>
                    <a:pt x="1086715" y="1312782"/>
                  </a:lnTo>
                  <a:lnTo>
                    <a:pt x="938612" y="1312782"/>
                  </a:lnTo>
                  <a:lnTo>
                    <a:pt x="935041" y="1312782"/>
                  </a:lnTo>
                  <a:lnTo>
                    <a:pt x="931470" y="1312782"/>
                  </a:lnTo>
                  <a:lnTo>
                    <a:pt x="783366" y="1312782"/>
                  </a:lnTo>
                  <a:lnTo>
                    <a:pt x="779796" y="1312782"/>
                  </a:lnTo>
                  <a:lnTo>
                    <a:pt x="776225" y="1312782"/>
                  </a:lnTo>
                  <a:lnTo>
                    <a:pt x="628121" y="1312782"/>
                  </a:lnTo>
                  <a:lnTo>
                    <a:pt x="624551" y="1312782"/>
                  </a:lnTo>
                  <a:lnTo>
                    <a:pt x="620980" y="1312782"/>
                  </a:lnTo>
                  <a:lnTo>
                    <a:pt x="472876" y="1312782"/>
                  </a:lnTo>
                  <a:lnTo>
                    <a:pt x="469306" y="1312782"/>
                  </a:lnTo>
                  <a:lnTo>
                    <a:pt x="465735" y="1312782"/>
                  </a:lnTo>
                  <a:lnTo>
                    <a:pt x="317631" y="1312782"/>
                  </a:lnTo>
                  <a:lnTo>
                    <a:pt x="314060" y="1312782"/>
                  </a:lnTo>
                  <a:lnTo>
                    <a:pt x="310490" y="1312782"/>
                  </a:lnTo>
                  <a:lnTo>
                    <a:pt x="162386" y="1312782"/>
                  </a:lnTo>
                  <a:lnTo>
                    <a:pt x="158815" y="1312782"/>
                  </a:lnTo>
                  <a:lnTo>
                    <a:pt x="155245" y="1312782"/>
                  </a:lnTo>
                  <a:lnTo>
                    <a:pt x="7141" y="1312782"/>
                  </a:lnTo>
                  <a:lnTo>
                    <a:pt x="3570" y="1312782"/>
                  </a:lnTo>
                  <a:lnTo>
                    <a:pt x="0" y="1312782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4239996" y="932923"/>
              <a:ext cx="3570638" cy="909409"/>
            </a:xfrm>
            <a:custGeom>
              <a:avLst/>
              <a:pathLst>
                <a:path w="3570638" h="909409">
                  <a:moveTo>
                    <a:pt x="0" y="771396"/>
                  </a:moveTo>
                  <a:lnTo>
                    <a:pt x="3570" y="773167"/>
                  </a:lnTo>
                  <a:lnTo>
                    <a:pt x="151674" y="846597"/>
                  </a:lnTo>
                  <a:lnTo>
                    <a:pt x="155245" y="848367"/>
                  </a:lnTo>
                  <a:lnTo>
                    <a:pt x="158815" y="849252"/>
                  </a:lnTo>
                  <a:lnTo>
                    <a:pt x="306919" y="885951"/>
                  </a:lnTo>
                  <a:lnTo>
                    <a:pt x="310490" y="886836"/>
                  </a:lnTo>
                  <a:lnTo>
                    <a:pt x="314060" y="886933"/>
                  </a:lnTo>
                  <a:lnTo>
                    <a:pt x="462164" y="890949"/>
                  </a:lnTo>
                  <a:lnTo>
                    <a:pt x="465735" y="891046"/>
                  </a:lnTo>
                  <a:lnTo>
                    <a:pt x="469306" y="891468"/>
                  </a:lnTo>
                  <a:lnTo>
                    <a:pt x="617409" y="908986"/>
                  </a:lnTo>
                  <a:lnTo>
                    <a:pt x="620980" y="909409"/>
                  </a:lnTo>
                  <a:lnTo>
                    <a:pt x="624551" y="909152"/>
                  </a:lnTo>
                  <a:lnTo>
                    <a:pt x="772655" y="898504"/>
                  </a:lnTo>
                  <a:lnTo>
                    <a:pt x="776225" y="898248"/>
                  </a:lnTo>
                  <a:lnTo>
                    <a:pt x="779796" y="895691"/>
                  </a:lnTo>
                  <a:lnTo>
                    <a:pt x="927900" y="789641"/>
                  </a:lnTo>
                  <a:lnTo>
                    <a:pt x="931470" y="787084"/>
                  </a:lnTo>
                  <a:lnTo>
                    <a:pt x="935041" y="783706"/>
                  </a:lnTo>
                  <a:lnTo>
                    <a:pt x="1083145" y="643568"/>
                  </a:lnTo>
                  <a:lnTo>
                    <a:pt x="1086715" y="640189"/>
                  </a:lnTo>
                  <a:lnTo>
                    <a:pt x="1090286" y="637085"/>
                  </a:lnTo>
                  <a:lnTo>
                    <a:pt x="1238390" y="508327"/>
                  </a:lnTo>
                  <a:lnTo>
                    <a:pt x="1241961" y="505223"/>
                  </a:lnTo>
                  <a:lnTo>
                    <a:pt x="1245531" y="502257"/>
                  </a:lnTo>
                  <a:lnTo>
                    <a:pt x="1393635" y="379267"/>
                  </a:lnTo>
                  <a:lnTo>
                    <a:pt x="1397206" y="376302"/>
                  </a:lnTo>
                  <a:lnTo>
                    <a:pt x="1400776" y="372817"/>
                  </a:lnTo>
                  <a:lnTo>
                    <a:pt x="1548880" y="228270"/>
                  </a:lnTo>
                  <a:lnTo>
                    <a:pt x="1552451" y="224786"/>
                  </a:lnTo>
                  <a:lnTo>
                    <a:pt x="1556022" y="223011"/>
                  </a:lnTo>
                  <a:lnTo>
                    <a:pt x="1704125" y="149412"/>
                  </a:lnTo>
                  <a:lnTo>
                    <a:pt x="1707696" y="147638"/>
                  </a:lnTo>
                  <a:lnTo>
                    <a:pt x="1711267" y="147420"/>
                  </a:lnTo>
                  <a:lnTo>
                    <a:pt x="1859371" y="138410"/>
                  </a:lnTo>
                  <a:lnTo>
                    <a:pt x="1862941" y="138193"/>
                  </a:lnTo>
                  <a:lnTo>
                    <a:pt x="1866512" y="138469"/>
                  </a:lnTo>
                  <a:lnTo>
                    <a:pt x="2014616" y="149898"/>
                  </a:lnTo>
                  <a:lnTo>
                    <a:pt x="2018186" y="150173"/>
                  </a:lnTo>
                  <a:lnTo>
                    <a:pt x="2021757" y="150391"/>
                  </a:lnTo>
                  <a:lnTo>
                    <a:pt x="2169861" y="159406"/>
                  </a:lnTo>
                  <a:lnTo>
                    <a:pt x="2173431" y="159623"/>
                  </a:lnTo>
                  <a:lnTo>
                    <a:pt x="2177002" y="159370"/>
                  </a:lnTo>
                  <a:lnTo>
                    <a:pt x="2325106" y="148855"/>
                  </a:lnTo>
                  <a:lnTo>
                    <a:pt x="2328677" y="148602"/>
                  </a:lnTo>
                  <a:lnTo>
                    <a:pt x="2332247" y="148550"/>
                  </a:lnTo>
                  <a:lnTo>
                    <a:pt x="2480351" y="146385"/>
                  </a:lnTo>
                  <a:lnTo>
                    <a:pt x="2483922" y="146333"/>
                  </a:lnTo>
                  <a:lnTo>
                    <a:pt x="2487492" y="145035"/>
                  </a:lnTo>
                  <a:lnTo>
                    <a:pt x="2635596" y="91201"/>
                  </a:lnTo>
                  <a:lnTo>
                    <a:pt x="2639167" y="89903"/>
                  </a:lnTo>
                  <a:lnTo>
                    <a:pt x="2642737" y="87835"/>
                  </a:lnTo>
                  <a:lnTo>
                    <a:pt x="2790841" y="2067"/>
                  </a:lnTo>
                  <a:lnTo>
                    <a:pt x="2794412" y="0"/>
                  </a:lnTo>
                  <a:lnTo>
                    <a:pt x="2797983" y="1028"/>
                  </a:lnTo>
                  <a:lnTo>
                    <a:pt x="2946086" y="43671"/>
                  </a:lnTo>
                  <a:lnTo>
                    <a:pt x="2949657" y="44699"/>
                  </a:lnTo>
                  <a:lnTo>
                    <a:pt x="2953228" y="47583"/>
                  </a:lnTo>
                  <a:lnTo>
                    <a:pt x="3101332" y="167210"/>
                  </a:lnTo>
                  <a:lnTo>
                    <a:pt x="3104902" y="170094"/>
                  </a:lnTo>
                  <a:lnTo>
                    <a:pt x="3108473" y="174717"/>
                  </a:lnTo>
                  <a:lnTo>
                    <a:pt x="3256577" y="366463"/>
                  </a:lnTo>
                  <a:lnTo>
                    <a:pt x="3260147" y="371086"/>
                  </a:lnTo>
                  <a:lnTo>
                    <a:pt x="3263718" y="374297"/>
                  </a:lnTo>
                  <a:lnTo>
                    <a:pt x="3411822" y="507463"/>
                  </a:lnTo>
                  <a:lnTo>
                    <a:pt x="3415393" y="510673"/>
                  </a:lnTo>
                  <a:lnTo>
                    <a:pt x="3418963" y="513887"/>
                  </a:lnTo>
                  <a:lnTo>
                    <a:pt x="3567067" y="647195"/>
                  </a:lnTo>
                  <a:lnTo>
                    <a:pt x="3570638" y="650409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4239996" y="867747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5" name="tx84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4239996" y="704202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6" name="tx105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2" name="tx111"/>
            <p:cNvSpPr/>
            <p:nvPr/>
          </p:nvSpPr>
          <p:spPr>
            <a:xfrm>
              <a:off x="4239996" y="54434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3" name="rc112"/>
            <p:cNvSpPr/>
            <p:nvPr/>
          </p:nvSpPr>
          <p:spPr>
            <a:xfrm>
              <a:off x="4236425" y="2825318"/>
              <a:ext cx="3631446" cy="17575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4236425" y="4582852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4236425" y="4152386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4236425" y="3721921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4236425" y="3291455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4236425" y="2860990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  <a:lnTo>
                    <a:pt x="36314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8"/>
            <p:cNvSpPr/>
            <p:nvPr/>
          </p:nvSpPr>
          <p:spPr>
            <a:xfrm>
              <a:off x="4236425" y="2851292"/>
              <a:ext cx="3577779" cy="1731560"/>
            </a:xfrm>
            <a:custGeom>
              <a:avLst/>
              <a:pathLst>
                <a:path w="3577779" h="1731560">
                  <a:moveTo>
                    <a:pt x="3570" y="758665"/>
                  </a:moveTo>
                  <a:lnTo>
                    <a:pt x="7141" y="758489"/>
                  </a:lnTo>
                  <a:lnTo>
                    <a:pt x="155245" y="751190"/>
                  </a:lnTo>
                  <a:lnTo>
                    <a:pt x="158815" y="751014"/>
                  </a:lnTo>
                  <a:lnTo>
                    <a:pt x="162386" y="757784"/>
                  </a:lnTo>
                  <a:lnTo>
                    <a:pt x="310490" y="1038568"/>
                  </a:lnTo>
                  <a:lnTo>
                    <a:pt x="314060" y="1045337"/>
                  </a:lnTo>
                  <a:lnTo>
                    <a:pt x="317631" y="1049144"/>
                  </a:lnTo>
                  <a:lnTo>
                    <a:pt x="465735" y="1207017"/>
                  </a:lnTo>
                  <a:lnTo>
                    <a:pt x="469306" y="1210823"/>
                  </a:lnTo>
                  <a:lnTo>
                    <a:pt x="472876" y="1212458"/>
                  </a:lnTo>
                  <a:lnTo>
                    <a:pt x="620980" y="1280271"/>
                  </a:lnTo>
                  <a:lnTo>
                    <a:pt x="624551" y="1281906"/>
                  </a:lnTo>
                  <a:lnTo>
                    <a:pt x="628121" y="1280425"/>
                  </a:lnTo>
                  <a:lnTo>
                    <a:pt x="776225" y="1218979"/>
                  </a:lnTo>
                  <a:lnTo>
                    <a:pt x="779796" y="1217498"/>
                  </a:lnTo>
                  <a:lnTo>
                    <a:pt x="783366" y="1211434"/>
                  </a:lnTo>
                  <a:lnTo>
                    <a:pt x="931470" y="959936"/>
                  </a:lnTo>
                  <a:lnTo>
                    <a:pt x="935041" y="953873"/>
                  </a:lnTo>
                  <a:lnTo>
                    <a:pt x="938612" y="946264"/>
                  </a:lnTo>
                  <a:lnTo>
                    <a:pt x="1086715" y="630642"/>
                  </a:lnTo>
                  <a:lnTo>
                    <a:pt x="1090286" y="623033"/>
                  </a:lnTo>
                  <a:lnTo>
                    <a:pt x="1093857" y="621859"/>
                  </a:lnTo>
                  <a:lnTo>
                    <a:pt x="1241961" y="573163"/>
                  </a:lnTo>
                  <a:lnTo>
                    <a:pt x="1245531" y="571989"/>
                  </a:lnTo>
                  <a:lnTo>
                    <a:pt x="1249102" y="573623"/>
                  </a:lnTo>
                  <a:lnTo>
                    <a:pt x="1397206" y="641401"/>
                  </a:lnTo>
                  <a:lnTo>
                    <a:pt x="1400776" y="643036"/>
                  </a:lnTo>
                  <a:lnTo>
                    <a:pt x="1404347" y="644193"/>
                  </a:lnTo>
                  <a:lnTo>
                    <a:pt x="1552451" y="692186"/>
                  </a:lnTo>
                  <a:lnTo>
                    <a:pt x="1556022" y="693343"/>
                  </a:lnTo>
                  <a:lnTo>
                    <a:pt x="1559592" y="693252"/>
                  </a:lnTo>
                  <a:lnTo>
                    <a:pt x="1707696" y="689457"/>
                  </a:lnTo>
                  <a:lnTo>
                    <a:pt x="1711267" y="689366"/>
                  </a:lnTo>
                  <a:lnTo>
                    <a:pt x="1714837" y="690049"/>
                  </a:lnTo>
                  <a:lnTo>
                    <a:pt x="1862941" y="718407"/>
                  </a:lnTo>
                  <a:lnTo>
                    <a:pt x="1866512" y="719091"/>
                  </a:lnTo>
                  <a:lnTo>
                    <a:pt x="1870082" y="719191"/>
                  </a:lnTo>
                  <a:lnTo>
                    <a:pt x="2018186" y="723366"/>
                  </a:lnTo>
                  <a:lnTo>
                    <a:pt x="2021757" y="723466"/>
                  </a:lnTo>
                  <a:lnTo>
                    <a:pt x="2025328" y="725800"/>
                  </a:lnTo>
                  <a:lnTo>
                    <a:pt x="2173431" y="822589"/>
                  </a:lnTo>
                  <a:lnTo>
                    <a:pt x="2177002" y="824922"/>
                  </a:lnTo>
                  <a:lnTo>
                    <a:pt x="2180573" y="823770"/>
                  </a:lnTo>
                  <a:lnTo>
                    <a:pt x="2328677" y="775975"/>
                  </a:lnTo>
                  <a:lnTo>
                    <a:pt x="2332247" y="774823"/>
                  </a:lnTo>
                  <a:lnTo>
                    <a:pt x="2335818" y="771905"/>
                  </a:lnTo>
                  <a:lnTo>
                    <a:pt x="2483922" y="650888"/>
                  </a:lnTo>
                  <a:lnTo>
                    <a:pt x="2487492" y="647970"/>
                  </a:lnTo>
                  <a:lnTo>
                    <a:pt x="2491063" y="639867"/>
                  </a:lnTo>
                  <a:lnTo>
                    <a:pt x="2639167" y="303756"/>
                  </a:lnTo>
                  <a:lnTo>
                    <a:pt x="2642737" y="295653"/>
                  </a:lnTo>
                  <a:lnTo>
                    <a:pt x="2646308" y="288853"/>
                  </a:lnTo>
                  <a:lnTo>
                    <a:pt x="2794412" y="6800"/>
                  </a:lnTo>
                  <a:lnTo>
                    <a:pt x="2797983" y="0"/>
                  </a:lnTo>
                  <a:lnTo>
                    <a:pt x="2801553" y="258"/>
                  </a:lnTo>
                  <a:lnTo>
                    <a:pt x="2949657" y="10977"/>
                  </a:lnTo>
                  <a:lnTo>
                    <a:pt x="2953228" y="11235"/>
                  </a:lnTo>
                  <a:lnTo>
                    <a:pt x="2956798" y="14459"/>
                  </a:lnTo>
                  <a:lnTo>
                    <a:pt x="3104902" y="148155"/>
                  </a:lnTo>
                  <a:lnTo>
                    <a:pt x="3108473" y="151378"/>
                  </a:lnTo>
                  <a:lnTo>
                    <a:pt x="3112044" y="156450"/>
                  </a:lnTo>
                  <a:lnTo>
                    <a:pt x="3260147" y="366801"/>
                  </a:lnTo>
                  <a:lnTo>
                    <a:pt x="3263718" y="371873"/>
                  </a:lnTo>
                  <a:lnTo>
                    <a:pt x="3267289" y="376899"/>
                  </a:lnTo>
                  <a:lnTo>
                    <a:pt x="3415393" y="585383"/>
                  </a:lnTo>
                  <a:lnTo>
                    <a:pt x="3418963" y="590409"/>
                  </a:lnTo>
                  <a:lnTo>
                    <a:pt x="3422534" y="596488"/>
                  </a:lnTo>
                  <a:lnTo>
                    <a:pt x="3570638" y="848615"/>
                  </a:lnTo>
                  <a:lnTo>
                    <a:pt x="3574208" y="854694"/>
                  </a:lnTo>
                  <a:lnTo>
                    <a:pt x="3577779" y="1731560"/>
                  </a:lnTo>
                  <a:lnTo>
                    <a:pt x="3574208" y="1056521"/>
                  </a:lnTo>
                  <a:lnTo>
                    <a:pt x="3570638" y="1051086"/>
                  </a:lnTo>
                  <a:lnTo>
                    <a:pt x="3422534" y="825661"/>
                  </a:lnTo>
                  <a:lnTo>
                    <a:pt x="3418963" y="820226"/>
                  </a:lnTo>
                  <a:lnTo>
                    <a:pt x="3415393" y="815973"/>
                  </a:lnTo>
                  <a:lnTo>
                    <a:pt x="3267289" y="639563"/>
                  </a:lnTo>
                  <a:lnTo>
                    <a:pt x="3263718" y="635310"/>
                  </a:lnTo>
                  <a:lnTo>
                    <a:pt x="3260147" y="631051"/>
                  </a:lnTo>
                  <a:lnTo>
                    <a:pt x="3112044" y="454379"/>
                  </a:lnTo>
                  <a:lnTo>
                    <a:pt x="3108473" y="450119"/>
                  </a:lnTo>
                  <a:lnTo>
                    <a:pt x="3104902" y="447247"/>
                  </a:lnTo>
                  <a:lnTo>
                    <a:pt x="2956798" y="328104"/>
                  </a:lnTo>
                  <a:lnTo>
                    <a:pt x="2953228" y="325232"/>
                  </a:lnTo>
                  <a:lnTo>
                    <a:pt x="2949657" y="324615"/>
                  </a:lnTo>
                  <a:lnTo>
                    <a:pt x="2801553" y="299013"/>
                  </a:lnTo>
                  <a:lnTo>
                    <a:pt x="2797983" y="298396"/>
                  </a:lnTo>
                  <a:lnTo>
                    <a:pt x="2794412" y="304429"/>
                  </a:lnTo>
                  <a:lnTo>
                    <a:pt x="2646308" y="554698"/>
                  </a:lnTo>
                  <a:lnTo>
                    <a:pt x="2642737" y="560732"/>
                  </a:lnTo>
                  <a:lnTo>
                    <a:pt x="2639167" y="568304"/>
                  </a:lnTo>
                  <a:lnTo>
                    <a:pt x="2491063" y="882383"/>
                  </a:lnTo>
                  <a:lnTo>
                    <a:pt x="2487492" y="889955"/>
                  </a:lnTo>
                  <a:lnTo>
                    <a:pt x="2483922" y="892595"/>
                  </a:lnTo>
                  <a:lnTo>
                    <a:pt x="2335818" y="1002069"/>
                  </a:lnTo>
                  <a:lnTo>
                    <a:pt x="2332247" y="1004709"/>
                  </a:lnTo>
                  <a:lnTo>
                    <a:pt x="2328677" y="1005908"/>
                  </a:lnTo>
                  <a:lnTo>
                    <a:pt x="2180573" y="1055671"/>
                  </a:lnTo>
                  <a:lnTo>
                    <a:pt x="2177002" y="1056871"/>
                  </a:lnTo>
                  <a:lnTo>
                    <a:pt x="2173431" y="1054696"/>
                  </a:lnTo>
                  <a:lnTo>
                    <a:pt x="2025328" y="964480"/>
                  </a:lnTo>
                  <a:lnTo>
                    <a:pt x="2021757" y="962305"/>
                  </a:lnTo>
                  <a:lnTo>
                    <a:pt x="2018186" y="962488"/>
                  </a:lnTo>
                  <a:lnTo>
                    <a:pt x="1870082" y="970102"/>
                  </a:lnTo>
                  <a:lnTo>
                    <a:pt x="1866512" y="970285"/>
                  </a:lnTo>
                  <a:lnTo>
                    <a:pt x="1862941" y="969821"/>
                  </a:lnTo>
                  <a:lnTo>
                    <a:pt x="1714837" y="950565"/>
                  </a:lnTo>
                  <a:lnTo>
                    <a:pt x="1711267" y="950100"/>
                  </a:lnTo>
                  <a:lnTo>
                    <a:pt x="1707696" y="950220"/>
                  </a:lnTo>
                  <a:lnTo>
                    <a:pt x="1559592" y="955172"/>
                  </a:lnTo>
                  <a:lnTo>
                    <a:pt x="1556022" y="955291"/>
                  </a:lnTo>
                  <a:lnTo>
                    <a:pt x="1552451" y="953831"/>
                  </a:lnTo>
                  <a:lnTo>
                    <a:pt x="1404347" y="893246"/>
                  </a:lnTo>
                  <a:lnTo>
                    <a:pt x="1400776" y="891785"/>
                  </a:lnTo>
                  <a:lnTo>
                    <a:pt x="1397206" y="889402"/>
                  </a:lnTo>
                  <a:lnTo>
                    <a:pt x="1249102" y="790575"/>
                  </a:lnTo>
                  <a:lnTo>
                    <a:pt x="1245531" y="788193"/>
                  </a:lnTo>
                  <a:lnTo>
                    <a:pt x="1241961" y="788320"/>
                  </a:lnTo>
                  <a:lnTo>
                    <a:pt x="1093857" y="793613"/>
                  </a:lnTo>
                  <a:lnTo>
                    <a:pt x="1090286" y="793741"/>
                  </a:lnTo>
                  <a:lnTo>
                    <a:pt x="1086715" y="800259"/>
                  </a:lnTo>
                  <a:lnTo>
                    <a:pt x="938612" y="1070637"/>
                  </a:lnTo>
                  <a:lnTo>
                    <a:pt x="935041" y="1077155"/>
                  </a:lnTo>
                  <a:lnTo>
                    <a:pt x="931470" y="1082390"/>
                  </a:lnTo>
                  <a:lnTo>
                    <a:pt x="783366" y="1299526"/>
                  </a:lnTo>
                  <a:lnTo>
                    <a:pt x="779796" y="1304761"/>
                  </a:lnTo>
                  <a:lnTo>
                    <a:pt x="776225" y="1305896"/>
                  </a:lnTo>
                  <a:lnTo>
                    <a:pt x="628121" y="1353002"/>
                  </a:lnTo>
                  <a:lnTo>
                    <a:pt x="624551" y="1354138"/>
                  </a:lnTo>
                  <a:lnTo>
                    <a:pt x="620980" y="1352718"/>
                  </a:lnTo>
                  <a:lnTo>
                    <a:pt x="472876" y="1293837"/>
                  </a:lnTo>
                  <a:lnTo>
                    <a:pt x="469306" y="1292417"/>
                  </a:lnTo>
                  <a:lnTo>
                    <a:pt x="465735" y="1289225"/>
                  </a:lnTo>
                  <a:lnTo>
                    <a:pt x="317631" y="1156801"/>
                  </a:lnTo>
                  <a:lnTo>
                    <a:pt x="314060" y="1153609"/>
                  </a:lnTo>
                  <a:lnTo>
                    <a:pt x="310490" y="1147622"/>
                  </a:lnTo>
                  <a:lnTo>
                    <a:pt x="162386" y="899303"/>
                  </a:lnTo>
                  <a:lnTo>
                    <a:pt x="158815" y="893316"/>
                  </a:lnTo>
                  <a:lnTo>
                    <a:pt x="155245" y="894256"/>
                  </a:lnTo>
                  <a:lnTo>
                    <a:pt x="7141" y="933227"/>
                  </a:lnTo>
                  <a:lnTo>
                    <a:pt x="3570" y="934167"/>
                  </a:lnTo>
                  <a:lnTo>
                    <a:pt x="0" y="1731560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4239996" y="2851292"/>
              <a:ext cx="3570638" cy="1281906"/>
            </a:xfrm>
            <a:custGeom>
              <a:avLst/>
              <a:pathLst>
                <a:path w="3570638" h="1281906">
                  <a:moveTo>
                    <a:pt x="0" y="758665"/>
                  </a:moveTo>
                  <a:lnTo>
                    <a:pt x="3570" y="758489"/>
                  </a:lnTo>
                  <a:lnTo>
                    <a:pt x="151674" y="751190"/>
                  </a:lnTo>
                  <a:lnTo>
                    <a:pt x="155245" y="751014"/>
                  </a:lnTo>
                  <a:lnTo>
                    <a:pt x="158815" y="757784"/>
                  </a:lnTo>
                  <a:lnTo>
                    <a:pt x="306919" y="1038568"/>
                  </a:lnTo>
                  <a:lnTo>
                    <a:pt x="310490" y="1045337"/>
                  </a:lnTo>
                  <a:lnTo>
                    <a:pt x="314060" y="1049144"/>
                  </a:lnTo>
                  <a:lnTo>
                    <a:pt x="462164" y="1207017"/>
                  </a:lnTo>
                  <a:lnTo>
                    <a:pt x="465735" y="1210823"/>
                  </a:lnTo>
                  <a:lnTo>
                    <a:pt x="469306" y="1212458"/>
                  </a:lnTo>
                  <a:lnTo>
                    <a:pt x="617409" y="1280271"/>
                  </a:lnTo>
                  <a:lnTo>
                    <a:pt x="620980" y="1281906"/>
                  </a:lnTo>
                  <a:lnTo>
                    <a:pt x="624551" y="1280425"/>
                  </a:lnTo>
                  <a:lnTo>
                    <a:pt x="772655" y="1218979"/>
                  </a:lnTo>
                  <a:lnTo>
                    <a:pt x="776225" y="1217498"/>
                  </a:lnTo>
                  <a:lnTo>
                    <a:pt x="779796" y="1211434"/>
                  </a:lnTo>
                  <a:lnTo>
                    <a:pt x="927900" y="959936"/>
                  </a:lnTo>
                  <a:lnTo>
                    <a:pt x="931470" y="953873"/>
                  </a:lnTo>
                  <a:lnTo>
                    <a:pt x="935041" y="946264"/>
                  </a:lnTo>
                  <a:lnTo>
                    <a:pt x="1083145" y="630642"/>
                  </a:lnTo>
                  <a:lnTo>
                    <a:pt x="1086715" y="623033"/>
                  </a:lnTo>
                  <a:lnTo>
                    <a:pt x="1090286" y="621859"/>
                  </a:lnTo>
                  <a:lnTo>
                    <a:pt x="1238390" y="573163"/>
                  </a:lnTo>
                  <a:lnTo>
                    <a:pt x="1241961" y="571989"/>
                  </a:lnTo>
                  <a:lnTo>
                    <a:pt x="1245531" y="573623"/>
                  </a:lnTo>
                  <a:lnTo>
                    <a:pt x="1393635" y="641401"/>
                  </a:lnTo>
                  <a:lnTo>
                    <a:pt x="1397206" y="643036"/>
                  </a:lnTo>
                  <a:lnTo>
                    <a:pt x="1400776" y="644193"/>
                  </a:lnTo>
                  <a:lnTo>
                    <a:pt x="1548880" y="692186"/>
                  </a:lnTo>
                  <a:lnTo>
                    <a:pt x="1552451" y="693343"/>
                  </a:lnTo>
                  <a:lnTo>
                    <a:pt x="1556022" y="693252"/>
                  </a:lnTo>
                  <a:lnTo>
                    <a:pt x="1704125" y="689457"/>
                  </a:lnTo>
                  <a:lnTo>
                    <a:pt x="1707696" y="689366"/>
                  </a:lnTo>
                  <a:lnTo>
                    <a:pt x="1711267" y="690049"/>
                  </a:lnTo>
                  <a:lnTo>
                    <a:pt x="1859371" y="718407"/>
                  </a:lnTo>
                  <a:lnTo>
                    <a:pt x="1862941" y="719091"/>
                  </a:lnTo>
                  <a:lnTo>
                    <a:pt x="1866512" y="719191"/>
                  </a:lnTo>
                  <a:lnTo>
                    <a:pt x="2014616" y="723366"/>
                  </a:lnTo>
                  <a:lnTo>
                    <a:pt x="2018186" y="723466"/>
                  </a:lnTo>
                  <a:lnTo>
                    <a:pt x="2021757" y="725800"/>
                  </a:lnTo>
                  <a:lnTo>
                    <a:pt x="2169861" y="822589"/>
                  </a:lnTo>
                  <a:lnTo>
                    <a:pt x="2173431" y="824922"/>
                  </a:lnTo>
                  <a:lnTo>
                    <a:pt x="2177002" y="823770"/>
                  </a:lnTo>
                  <a:lnTo>
                    <a:pt x="2325106" y="775975"/>
                  </a:lnTo>
                  <a:lnTo>
                    <a:pt x="2328677" y="774823"/>
                  </a:lnTo>
                  <a:lnTo>
                    <a:pt x="2332247" y="771905"/>
                  </a:lnTo>
                  <a:lnTo>
                    <a:pt x="2480351" y="650888"/>
                  </a:lnTo>
                  <a:lnTo>
                    <a:pt x="2483922" y="647970"/>
                  </a:lnTo>
                  <a:lnTo>
                    <a:pt x="2487492" y="639867"/>
                  </a:lnTo>
                  <a:lnTo>
                    <a:pt x="2635596" y="303756"/>
                  </a:lnTo>
                  <a:lnTo>
                    <a:pt x="2639167" y="295653"/>
                  </a:lnTo>
                  <a:lnTo>
                    <a:pt x="2642737" y="288853"/>
                  </a:lnTo>
                  <a:lnTo>
                    <a:pt x="2790841" y="6800"/>
                  </a:lnTo>
                  <a:lnTo>
                    <a:pt x="2794412" y="0"/>
                  </a:lnTo>
                  <a:lnTo>
                    <a:pt x="2797983" y="258"/>
                  </a:lnTo>
                  <a:lnTo>
                    <a:pt x="2946086" y="10977"/>
                  </a:lnTo>
                  <a:lnTo>
                    <a:pt x="2949657" y="11235"/>
                  </a:lnTo>
                  <a:lnTo>
                    <a:pt x="2953228" y="14459"/>
                  </a:lnTo>
                  <a:lnTo>
                    <a:pt x="3101332" y="148155"/>
                  </a:lnTo>
                  <a:lnTo>
                    <a:pt x="3104902" y="151378"/>
                  </a:lnTo>
                  <a:lnTo>
                    <a:pt x="3108473" y="156450"/>
                  </a:lnTo>
                  <a:lnTo>
                    <a:pt x="3256577" y="366801"/>
                  </a:lnTo>
                  <a:lnTo>
                    <a:pt x="3260147" y="371873"/>
                  </a:lnTo>
                  <a:lnTo>
                    <a:pt x="3263718" y="376899"/>
                  </a:lnTo>
                  <a:lnTo>
                    <a:pt x="3411822" y="585383"/>
                  </a:lnTo>
                  <a:lnTo>
                    <a:pt x="3415393" y="590409"/>
                  </a:lnTo>
                  <a:lnTo>
                    <a:pt x="3418963" y="596488"/>
                  </a:lnTo>
                  <a:lnTo>
                    <a:pt x="3567067" y="848615"/>
                  </a:lnTo>
                  <a:lnTo>
                    <a:pt x="3570638" y="854694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4236425" y="3149688"/>
              <a:ext cx="3577779" cy="1433164"/>
            </a:xfrm>
            <a:custGeom>
              <a:avLst/>
              <a:pathLst>
                <a:path w="3577779" h="1433164">
                  <a:moveTo>
                    <a:pt x="3570" y="635771"/>
                  </a:moveTo>
                  <a:lnTo>
                    <a:pt x="7141" y="634831"/>
                  </a:lnTo>
                  <a:lnTo>
                    <a:pt x="155245" y="595860"/>
                  </a:lnTo>
                  <a:lnTo>
                    <a:pt x="158815" y="594920"/>
                  </a:lnTo>
                  <a:lnTo>
                    <a:pt x="162386" y="600907"/>
                  </a:lnTo>
                  <a:lnTo>
                    <a:pt x="310490" y="849226"/>
                  </a:lnTo>
                  <a:lnTo>
                    <a:pt x="314060" y="855213"/>
                  </a:lnTo>
                  <a:lnTo>
                    <a:pt x="317631" y="858405"/>
                  </a:lnTo>
                  <a:lnTo>
                    <a:pt x="465735" y="990829"/>
                  </a:lnTo>
                  <a:lnTo>
                    <a:pt x="469306" y="994021"/>
                  </a:lnTo>
                  <a:lnTo>
                    <a:pt x="472876" y="995441"/>
                  </a:lnTo>
                  <a:lnTo>
                    <a:pt x="620980" y="1054322"/>
                  </a:lnTo>
                  <a:lnTo>
                    <a:pt x="624551" y="1055742"/>
                  </a:lnTo>
                  <a:lnTo>
                    <a:pt x="628121" y="1054606"/>
                  </a:lnTo>
                  <a:lnTo>
                    <a:pt x="776225" y="1007500"/>
                  </a:lnTo>
                  <a:lnTo>
                    <a:pt x="779796" y="1006365"/>
                  </a:lnTo>
                  <a:lnTo>
                    <a:pt x="783366" y="1001130"/>
                  </a:lnTo>
                  <a:lnTo>
                    <a:pt x="931470" y="783994"/>
                  </a:lnTo>
                  <a:lnTo>
                    <a:pt x="935041" y="778759"/>
                  </a:lnTo>
                  <a:lnTo>
                    <a:pt x="938612" y="772241"/>
                  </a:lnTo>
                  <a:lnTo>
                    <a:pt x="1086715" y="501863"/>
                  </a:lnTo>
                  <a:lnTo>
                    <a:pt x="1090286" y="495345"/>
                  </a:lnTo>
                  <a:lnTo>
                    <a:pt x="1093857" y="495217"/>
                  </a:lnTo>
                  <a:lnTo>
                    <a:pt x="1241961" y="489924"/>
                  </a:lnTo>
                  <a:lnTo>
                    <a:pt x="1245531" y="489797"/>
                  </a:lnTo>
                  <a:lnTo>
                    <a:pt x="1249102" y="492179"/>
                  </a:lnTo>
                  <a:lnTo>
                    <a:pt x="1397206" y="591006"/>
                  </a:lnTo>
                  <a:lnTo>
                    <a:pt x="1400776" y="593389"/>
                  </a:lnTo>
                  <a:lnTo>
                    <a:pt x="1404347" y="594850"/>
                  </a:lnTo>
                  <a:lnTo>
                    <a:pt x="1552451" y="655435"/>
                  </a:lnTo>
                  <a:lnTo>
                    <a:pt x="1556022" y="656895"/>
                  </a:lnTo>
                  <a:lnTo>
                    <a:pt x="1559592" y="656776"/>
                  </a:lnTo>
                  <a:lnTo>
                    <a:pt x="1707696" y="651824"/>
                  </a:lnTo>
                  <a:lnTo>
                    <a:pt x="1711267" y="651704"/>
                  </a:lnTo>
                  <a:lnTo>
                    <a:pt x="1714837" y="652169"/>
                  </a:lnTo>
                  <a:lnTo>
                    <a:pt x="1862941" y="671425"/>
                  </a:lnTo>
                  <a:lnTo>
                    <a:pt x="1866512" y="671889"/>
                  </a:lnTo>
                  <a:lnTo>
                    <a:pt x="1870082" y="671706"/>
                  </a:lnTo>
                  <a:lnTo>
                    <a:pt x="2018186" y="664092"/>
                  </a:lnTo>
                  <a:lnTo>
                    <a:pt x="2021757" y="663909"/>
                  </a:lnTo>
                  <a:lnTo>
                    <a:pt x="2025328" y="666084"/>
                  </a:lnTo>
                  <a:lnTo>
                    <a:pt x="2173431" y="756300"/>
                  </a:lnTo>
                  <a:lnTo>
                    <a:pt x="2177002" y="758475"/>
                  </a:lnTo>
                  <a:lnTo>
                    <a:pt x="2180573" y="757275"/>
                  </a:lnTo>
                  <a:lnTo>
                    <a:pt x="2328677" y="707512"/>
                  </a:lnTo>
                  <a:lnTo>
                    <a:pt x="2332247" y="706313"/>
                  </a:lnTo>
                  <a:lnTo>
                    <a:pt x="2335818" y="703673"/>
                  </a:lnTo>
                  <a:lnTo>
                    <a:pt x="2483922" y="594199"/>
                  </a:lnTo>
                  <a:lnTo>
                    <a:pt x="2487492" y="591559"/>
                  </a:lnTo>
                  <a:lnTo>
                    <a:pt x="2491063" y="583987"/>
                  </a:lnTo>
                  <a:lnTo>
                    <a:pt x="2639167" y="269908"/>
                  </a:lnTo>
                  <a:lnTo>
                    <a:pt x="2642737" y="262336"/>
                  </a:lnTo>
                  <a:lnTo>
                    <a:pt x="2646308" y="256302"/>
                  </a:lnTo>
                  <a:lnTo>
                    <a:pt x="2794412" y="6033"/>
                  </a:lnTo>
                  <a:lnTo>
                    <a:pt x="2797983" y="0"/>
                  </a:lnTo>
                  <a:lnTo>
                    <a:pt x="2801553" y="617"/>
                  </a:lnTo>
                  <a:lnTo>
                    <a:pt x="2949657" y="26218"/>
                  </a:lnTo>
                  <a:lnTo>
                    <a:pt x="2953228" y="26836"/>
                  </a:lnTo>
                  <a:lnTo>
                    <a:pt x="2956798" y="29708"/>
                  </a:lnTo>
                  <a:lnTo>
                    <a:pt x="3104902" y="148851"/>
                  </a:lnTo>
                  <a:lnTo>
                    <a:pt x="3108473" y="151723"/>
                  </a:lnTo>
                  <a:lnTo>
                    <a:pt x="3112044" y="155983"/>
                  </a:lnTo>
                  <a:lnTo>
                    <a:pt x="3260147" y="332655"/>
                  </a:lnTo>
                  <a:lnTo>
                    <a:pt x="3263718" y="336914"/>
                  </a:lnTo>
                  <a:lnTo>
                    <a:pt x="3267289" y="341167"/>
                  </a:lnTo>
                  <a:lnTo>
                    <a:pt x="3415393" y="517577"/>
                  </a:lnTo>
                  <a:lnTo>
                    <a:pt x="3418963" y="521830"/>
                  </a:lnTo>
                  <a:lnTo>
                    <a:pt x="3422534" y="527265"/>
                  </a:lnTo>
                  <a:lnTo>
                    <a:pt x="3570638" y="752690"/>
                  </a:lnTo>
                  <a:lnTo>
                    <a:pt x="3574208" y="758124"/>
                  </a:lnTo>
                  <a:lnTo>
                    <a:pt x="3577779" y="1433164"/>
                  </a:lnTo>
                  <a:lnTo>
                    <a:pt x="3574208" y="995032"/>
                  </a:lnTo>
                  <a:lnTo>
                    <a:pt x="3570638" y="991790"/>
                  </a:lnTo>
                  <a:lnTo>
                    <a:pt x="3422534" y="857325"/>
                  </a:lnTo>
                  <a:lnTo>
                    <a:pt x="3418963" y="854083"/>
                  </a:lnTo>
                  <a:lnTo>
                    <a:pt x="3415393" y="850942"/>
                  </a:lnTo>
                  <a:lnTo>
                    <a:pt x="3267289" y="720665"/>
                  </a:lnTo>
                  <a:lnTo>
                    <a:pt x="3263718" y="717524"/>
                  </a:lnTo>
                  <a:lnTo>
                    <a:pt x="3260147" y="714682"/>
                  </a:lnTo>
                  <a:lnTo>
                    <a:pt x="3112044" y="596797"/>
                  </a:lnTo>
                  <a:lnTo>
                    <a:pt x="3108473" y="593955"/>
                  </a:lnTo>
                  <a:lnTo>
                    <a:pt x="3104902" y="591853"/>
                  </a:lnTo>
                  <a:lnTo>
                    <a:pt x="2956798" y="504668"/>
                  </a:lnTo>
                  <a:lnTo>
                    <a:pt x="2953228" y="502566"/>
                  </a:lnTo>
                  <a:lnTo>
                    <a:pt x="2949657" y="501838"/>
                  </a:lnTo>
                  <a:lnTo>
                    <a:pt x="2801553" y="471646"/>
                  </a:lnTo>
                  <a:lnTo>
                    <a:pt x="2797983" y="470918"/>
                  </a:lnTo>
                  <a:lnTo>
                    <a:pt x="2794412" y="475161"/>
                  </a:lnTo>
                  <a:lnTo>
                    <a:pt x="2646308" y="651169"/>
                  </a:lnTo>
                  <a:lnTo>
                    <a:pt x="2642737" y="655413"/>
                  </a:lnTo>
                  <a:lnTo>
                    <a:pt x="2639167" y="660350"/>
                  </a:lnTo>
                  <a:lnTo>
                    <a:pt x="2491063" y="865148"/>
                  </a:lnTo>
                  <a:lnTo>
                    <a:pt x="2487492" y="870086"/>
                  </a:lnTo>
                  <a:lnTo>
                    <a:pt x="2483922" y="871640"/>
                  </a:lnTo>
                  <a:lnTo>
                    <a:pt x="2335818" y="936112"/>
                  </a:lnTo>
                  <a:lnTo>
                    <a:pt x="2332247" y="937667"/>
                  </a:lnTo>
                  <a:lnTo>
                    <a:pt x="2328677" y="938027"/>
                  </a:lnTo>
                  <a:lnTo>
                    <a:pt x="2180573" y="952974"/>
                  </a:lnTo>
                  <a:lnTo>
                    <a:pt x="2177002" y="953335"/>
                  </a:lnTo>
                  <a:lnTo>
                    <a:pt x="2173431" y="952478"/>
                  </a:lnTo>
                  <a:lnTo>
                    <a:pt x="2025328" y="916954"/>
                  </a:lnTo>
                  <a:lnTo>
                    <a:pt x="2021757" y="916098"/>
                  </a:lnTo>
                  <a:lnTo>
                    <a:pt x="2018186" y="915926"/>
                  </a:lnTo>
                  <a:lnTo>
                    <a:pt x="1870082" y="908808"/>
                  </a:lnTo>
                  <a:lnTo>
                    <a:pt x="1866512" y="908637"/>
                  </a:lnTo>
                  <a:lnTo>
                    <a:pt x="1862941" y="908726"/>
                  </a:lnTo>
                  <a:lnTo>
                    <a:pt x="1714837" y="912439"/>
                  </a:lnTo>
                  <a:lnTo>
                    <a:pt x="1711267" y="912528"/>
                  </a:lnTo>
                  <a:lnTo>
                    <a:pt x="1707696" y="912471"/>
                  </a:lnTo>
                  <a:lnTo>
                    <a:pt x="1559592" y="910095"/>
                  </a:lnTo>
                  <a:lnTo>
                    <a:pt x="1556022" y="910038"/>
                  </a:lnTo>
                  <a:lnTo>
                    <a:pt x="1552451" y="909330"/>
                  </a:lnTo>
                  <a:lnTo>
                    <a:pt x="1404347" y="879995"/>
                  </a:lnTo>
                  <a:lnTo>
                    <a:pt x="1400776" y="879288"/>
                  </a:lnTo>
                  <a:lnTo>
                    <a:pt x="1397206" y="878361"/>
                  </a:lnTo>
                  <a:lnTo>
                    <a:pt x="1249102" y="839909"/>
                  </a:lnTo>
                  <a:lnTo>
                    <a:pt x="1245531" y="838982"/>
                  </a:lnTo>
                  <a:lnTo>
                    <a:pt x="1241961" y="839640"/>
                  </a:lnTo>
                  <a:lnTo>
                    <a:pt x="1093857" y="866929"/>
                  </a:lnTo>
                  <a:lnTo>
                    <a:pt x="1090286" y="867587"/>
                  </a:lnTo>
                  <a:lnTo>
                    <a:pt x="1086715" y="871189"/>
                  </a:lnTo>
                  <a:lnTo>
                    <a:pt x="938612" y="1020596"/>
                  </a:lnTo>
                  <a:lnTo>
                    <a:pt x="935041" y="1024199"/>
                  </a:lnTo>
                  <a:lnTo>
                    <a:pt x="931470" y="1026959"/>
                  </a:lnTo>
                  <a:lnTo>
                    <a:pt x="783366" y="1141451"/>
                  </a:lnTo>
                  <a:lnTo>
                    <a:pt x="779796" y="1144211"/>
                  </a:lnTo>
                  <a:lnTo>
                    <a:pt x="776225" y="1144922"/>
                  </a:lnTo>
                  <a:lnTo>
                    <a:pt x="628121" y="1174408"/>
                  </a:lnTo>
                  <a:lnTo>
                    <a:pt x="624551" y="1175119"/>
                  </a:lnTo>
                  <a:lnTo>
                    <a:pt x="620980" y="1174669"/>
                  </a:lnTo>
                  <a:lnTo>
                    <a:pt x="472876" y="1156001"/>
                  </a:lnTo>
                  <a:lnTo>
                    <a:pt x="469306" y="1155551"/>
                  </a:lnTo>
                  <a:lnTo>
                    <a:pt x="465735" y="1154405"/>
                  </a:lnTo>
                  <a:lnTo>
                    <a:pt x="317631" y="1106861"/>
                  </a:lnTo>
                  <a:lnTo>
                    <a:pt x="314060" y="1105715"/>
                  </a:lnTo>
                  <a:lnTo>
                    <a:pt x="310490" y="1103420"/>
                  </a:lnTo>
                  <a:lnTo>
                    <a:pt x="162386" y="1008216"/>
                  </a:lnTo>
                  <a:lnTo>
                    <a:pt x="158815" y="1005921"/>
                  </a:lnTo>
                  <a:lnTo>
                    <a:pt x="155245" y="1005772"/>
                  </a:lnTo>
                  <a:lnTo>
                    <a:pt x="7141" y="999611"/>
                  </a:lnTo>
                  <a:lnTo>
                    <a:pt x="3570" y="999462"/>
                  </a:lnTo>
                  <a:lnTo>
                    <a:pt x="0" y="1433164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4239996" y="3149688"/>
              <a:ext cx="3570638" cy="1055742"/>
            </a:xfrm>
            <a:custGeom>
              <a:avLst/>
              <a:pathLst>
                <a:path w="3570638" h="1055742">
                  <a:moveTo>
                    <a:pt x="0" y="635771"/>
                  </a:moveTo>
                  <a:lnTo>
                    <a:pt x="3570" y="634831"/>
                  </a:lnTo>
                  <a:lnTo>
                    <a:pt x="151674" y="595860"/>
                  </a:lnTo>
                  <a:lnTo>
                    <a:pt x="155245" y="594920"/>
                  </a:lnTo>
                  <a:lnTo>
                    <a:pt x="158815" y="600907"/>
                  </a:lnTo>
                  <a:lnTo>
                    <a:pt x="306919" y="849226"/>
                  </a:lnTo>
                  <a:lnTo>
                    <a:pt x="310490" y="855213"/>
                  </a:lnTo>
                  <a:lnTo>
                    <a:pt x="314060" y="858405"/>
                  </a:lnTo>
                  <a:lnTo>
                    <a:pt x="462164" y="990829"/>
                  </a:lnTo>
                  <a:lnTo>
                    <a:pt x="465735" y="994021"/>
                  </a:lnTo>
                  <a:lnTo>
                    <a:pt x="469306" y="995441"/>
                  </a:lnTo>
                  <a:lnTo>
                    <a:pt x="617409" y="1054322"/>
                  </a:lnTo>
                  <a:lnTo>
                    <a:pt x="620980" y="1055742"/>
                  </a:lnTo>
                  <a:lnTo>
                    <a:pt x="624551" y="1054606"/>
                  </a:lnTo>
                  <a:lnTo>
                    <a:pt x="772655" y="1007500"/>
                  </a:lnTo>
                  <a:lnTo>
                    <a:pt x="776225" y="1006365"/>
                  </a:lnTo>
                  <a:lnTo>
                    <a:pt x="779796" y="1001130"/>
                  </a:lnTo>
                  <a:lnTo>
                    <a:pt x="927900" y="783994"/>
                  </a:lnTo>
                  <a:lnTo>
                    <a:pt x="931470" y="778759"/>
                  </a:lnTo>
                  <a:lnTo>
                    <a:pt x="935041" y="772241"/>
                  </a:lnTo>
                  <a:lnTo>
                    <a:pt x="1083145" y="501863"/>
                  </a:lnTo>
                  <a:lnTo>
                    <a:pt x="1086715" y="495345"/>
                  </a:lnTo>
                  <a:lnTo>
                    <a:pt x="1090286" y="495217"/>
                  </a:lnTo>
                  <a:lnTo>
                    <a:pt x="1238390" y="489924"/>
                  </a:lnTo>
                  <a:lnTo>
                    <a:pt x="1241961" y="489797"/>
                  </a:lnTo>
                  <a:lnTo>
                    <a:pt x="1245531" y="492179"/>
                  </a:lnTo>
                  <a:lnTo>
                    <a:pt x="1393635" y="591006"/>
                  </a:lnTo>
                  <a:lnTo>
                    <a:pt x="1397206" y="593389"/>
                  </a:lnTo>
                  <a:lnTo>
                    <a:pt x="1400776" y="594850"/>
                  </a:lnTo>
                  <a:lnTo>
                    <a:pt x="1548880" y="655435"/>
                  </a:lnTo>
                  <a:lnTo>
                    <a:pt x="1552451" y="656895"/>
                  </a:lnTo>
                  <a:lnTo>
                    <a:pt x="1556022" y="656776"/>
                  </a:lnTo>
                  <a:lnTo>
                    <a:pt x="1704125" y="651824"/>
                  </a:lnTo>
                  <a:lnTo>
                    <a:pt x="1707696" y="651704"/>
                  </a:lnTo>
                  <a:lnTo>
                    <a:pt x="1711267" y="652169"/>
                  </a:lnTo>
                  <a:lnTo>
                    <a:pt x="1859371" y="671425"/>
                  </a:lnTo>
                  <a:lnTo>
                    <a:pt x="1862941" y="671889"/>
                  </a:lnTo>
                  <a:lnTo>
                    <a:pt x="1866512" y="671706"/>
                  </a:lnTo>
                  <a:lnTo>
                    <a:pt x="2014616" y="664092"/>
                  </a:lnTo>
                  <a:lnTo>
                    <a:pt x="2018186" y="663909"/>
                  </a:lnTo>
                  <a:lnTo>
                    <a:pt x="2021757" y="666084"/>
                  </a:lnTo>
                  <a:lnTo>
                    <a:pt x="2169861" y="756300"/>
                  </a:lnTo>
                  <a:lnTo>
                    <a:pt x="2173431" y="758475"/>
                  </a:lnTo>
                  <a:lnTo>
                    <a:pt x="2177002" y="757275"/>
                  </a:lnTo>
                  <a:lnTo>
                    <a:pt x="2325106" y="707512"/>
                  </a:lnTo>
                  <a:lnTo>
                    <a:pt x="2328677" y="706313"/>
                  </a:lnTo>
                  <a:lnTo>
                    <a:pt x="2332247" y="703673"/>
                  </a:lnTo>
                  <a:lnTo>
                    <a:pt x="2480351" y="594199"/>
                  </a:lnTo>
                  <a:lnTo>
                    <a:pt x="2483922" y="591559"/>
                  </a:lnTo>
                  <a:lnTo>
                    <a:pt x="2487492" y="583987"/>
                  </a:lnTo>
                  <a:lnTo>
                    <a:pt x="2635596" y="269908"/>
                  </a:lnTo>
                  <a:lnTo>
                    <a:pt x="2639167" y="262336"/>
                  </a:lnTo>
                  <a:lnTo>
                    <a:pt x="2642737" y="256302"/>
                  </a:lnTo>
                  <a:lnTo>
                    <a:pt x="2790841" y="6033"/>
                  </a:lnTo>
                  <a:lnTo>
                    <a:pt x="2794412" y="0"/>
                  </a:lnTo>
                  <a:lnTo>
                    <a:pt x="2797983" y="617"/>
                  </a:lnTo>
                  <a:lnTo>
                    <a:pt x="2946086" y="26218"/>
                  </a:lnTo>
                  <a:lnTo>
                    <a:pt x="2949657" y="26836"/>
                  </a:lnTo>
                  <a:lnTo>
                    <a:pt x="2953228" y="29708"/>
                  </a:lnTo>
                  <a:lnTo>
                    <a:pt x="3101332" y="148851"/>
                  </a:lnTo>
                  <a:lnTo>
                    <a:pt x="3104902" y="151723"/>
                  </a:lnTo>
                  <a:lnTo>
                    <a:pt x="3108473" y="155983"/>
                  </a:lnTo>
                  <a:lnTo>
                    <a:pt x="3256577" y="332655"/>
                  </a:lnTo>
                  <a:lnTo>
                    <a:pt x="3260147" y="336914"/>
                  </a:lnTo>
                  <a:lnTo>
                    <a:pt x="3263718" y="341167"/>
                  </a:lnTo>
                  <a:lnTo>
                    <a:pt x="3411822" y="517577"/>
                  </a:lnTo>
                  <a:lnTo>
                    <a:pt x="3415393" y="521830"/>
                  </a:lnTo>
                  <a:lnTo>
                    <a:pt x="3418963" y="527265"/>
                  </a:lnTo>
                  <a:lnTo>
                    <a:pt x="3567067" y="752690"/>
                  </a:lnTo>
                  <a:lnTo>
                    <a:pt x="3570638" y="758124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2"/>
            <p:cNvSpPr/>
            <p:nvPr/>
          </p:nvSpPr>
          <p:spPr>
            <a:xfrm>
              <a:off x="4236425" y="3620606"/>
              <a:ext cx="3577779" cy="962245"/>
            </a:xfrm>
            <a:custGeom>
              <a:avLst/>
              <a:pathLst>
                <a:path w="3577779" h="962245">
                  <a:moveTo>
                    <a:pt x="3570" y="528544"/>
                  </a:moveTo>
                  <a:lnTo>
                    <a:pt x="7141" y="528693"/>
                  </a:lnTo>
                  <a:lnTo>
                    <a:pt x="155245" y="534854"/>
                  </a:lnTo>
                  <a:lnTo>
                    <a:pt x="158815" y="535002"/>
                  </a:lnTo>
                  <a:lnTo>
                    <a:pt x="162386" y="537298"/>
                  </a:lnTo>
                  <a:lnTo>
                    <a:pt x="310490" y="632502"/>
                  </a:lnTo>
                  <a:lnTo>
                    <a:pt x="314060" y="634797"/>
                  </a:lnTo>
                  <a:lnTo>
                    <a:pt x="317631" y="635943"/>
                  </a:lnTo>
                  <a:lnTo>
                    <a:pt x="465735" y="683487"/>
                  </a:lnTo>
                  <a:lnTo>
                    <a:pt x="469306" y="684633"/>
                  </a:lnTo>
                  <a:lnTo>
                    <a:pt x="472876" y="685083"/>
                  </a:lnTo>
                  <a:lnTo>
                    <a:pt x="620980" y="703751"/>
                  </a:lnTo>
                  <a:lnTo>
                    <a:pt x="624551" y="704201"/>
                  </a:lnTo>
                  <a:lnTo>
                    <a:pt x="628121" y="703490"/>
                  </a:lnTo>
                  <a:lnTo>
                    <a:pt x="776225" y="674004"/>
                  </a:lnTo>
                  <a:lnTo>
                    <a:pt x="779796" y="673293"/>
                  </a:lnTo>
                  <a:lnTo>
                    <a:pt x="783366" y="670533"/>
                  </a:lnTo>
                  <a:lnTo>
                    <a:pt x="931470" y="556041"/>
                  </a:lnTo>
                  <a:lnTo>
                    <a:pt x="935041" y="553280"/>
                  </a:lnTo>
                  <a:lnTo>
                    <a:pt x="938612" y="549678"/>
                  </a:lnTo>
                  <a:lnTo>
                    <a:pt x="1086715" y="400271"/>
                  </a:lnTo>
                  <a:lnTo>
                    <a:pt x="1090286" y="396669"/>
                  </a:lnTo>
                  <a:lnTo>
                    <a:pt x="1093857" y="396011"/>
                  </a:lnTo>
                  <a:lnTo>
                    <a:pt x="1241961" y="368722"/>
                  </a:lnTo>
                  <a:lnTo>
                    <a:pt x="1245531" y="368064"/>
                  </a:lnTo>
                  <a:lnTo>
                    <a:pt x="1249102" y="368991"/>
                  </a:lnTo>
                  <a:lnTo>
                    <a:pt x="1397206" y="407442"/>
                  </a:lnTo>
                  <a:lnTo>
                    <a:pt x="1400776" y="408370"/>
                  </a:lnTo>
                  <a:lnTo>
                    <a:pt x="1404347" y="409077"/>
                  </a:lnTo>
                  <a:lnTo>
                    <a:pt x="1552451" y="438412"/>
                  </a:lnTo>
                  <a:lnTo>
                    <a:pt x="1556022" y="439119"/>
                  </a:lnTo>
                  <a:lnTo>
                    <a:pt x="1559592" y="439177"/>
                  </a:lnTo>
                  <a:lnTo>
                    <a:pt x="1707696" y="441553"/>
                  </a:lnTo>
                  <a:lnTo>
                    <a:pt x="1711267" y="441610"/>
                  </a:lnTo>
                  <a:lnTo>
                    <a:pt x="1714837" y="441521"/>
                  </a:lnTo>
                  <a:lnTo>
                    <a:pt x="1862941" y="437808"/>
                  </a:lnTo>
                  <a:lnTo>
                    <a:pt x="1866512" y="437718"/>
                  </a:lnTo>
                  <a:lnTo>
                    <a:pt x="1870082" y="437890"/>
                  </a:lnTo>
                  <a:lnTo>
                    <a:pt x="2018186" y="445008"/>
                  </a:lnTo>
                  <a:lnTo>
                    <a:pt x="2021757" y="445180"/>
                  </a:lnTo>
                  <a:lnTo>
                    <a:pt x="2025328" y="446036"/>
                  </a:lnTo>
                  <a:lnTo>
                    <a:pt x="2173431" y="481560"/>
                  </a:lnTo>
                  <a:lnTo>
                    <a:pt x="2177002" y="482417"/>
                  </a:lnTo>
                  <a:lnTo>
                    <a:pt x="2180573" y="482056"/>
                  </a:lnTo>
                  <a:lnTo>
                    <a:pt x="2328677" y="467109"/>
                  </a:lnTo>
                  <a:lnTo>
                    <a:pt x="2332247" y="466748"/>
                  </a:lnTo>
                  <a:lnTo>
                    <a:pt x="2335818" y="465194"/>
                  </a:lnTo>
                  <a:lnTo>
                    <a:pt x="2483922" y="400722"/>
                  </a:lnTo>
                  <a:lnTo>
                    <a:pt x="2487492" y="399167"/>
                  </a:lnTo>
                  <a:lnTo>
                    <a:pt x="2491063" y="394230"/>
                  </a:lnTo>
                  <a:lnTo>
                    <a:pt x="2639167" y="189432"/>
                  </a:lnTo>
                  <a:lnTo>
                    <a:pt x="2642737" y="184494"/>
                  </a:lnTo>
                  <a:lnTo>
                    <a:pt x="2646308" y="180251"/>
                  </a:lnTo>
                  <a:lnTo>
                    <a:pt x="2794412" y="4243"/>
                  </a:lnTo>
                  <a:lnTo>
                    <a:pt x="2797983" y="0"/>
                  </a:lnTo>
                  <a:lnTo>
                    <a:pt x="2801553" y="727"/>
                  </a:lnTo>
                  <a:lnTo>
                    <a:pt x="2949657" y="30920"/>
                  </a:lnTo>
                  <a:lnTo>
                    <a:pt x="2953228" y="31648"/>
                  </a:lnTo>
                  <a:lnTo>
                    <a:pt x="2956798" y="33749"/>
                  </a:lnTo>
                  <a:lnTo>
                    <a:pt x="3104902" y="120935"/>
                  </a:lnTo>
                  <a:lnTo>
                    <a:pt x="3108473" y="123037"/>
                  </a:lnTo>
                  <a:lnTo>
                    <a:pt x="3112044" y="125879"/>
                  </a:lnTo>
                  <a:lnTo>
                    <a:pt x="3260147" y="243764"/>
                  </a:lnTo>
                  <a:lnTo>
                    <a:pt x="3263718" y="246606"/>
                  </a:lnTo>
                  <a:lnTo>
                    <a:pt x="3267289" y="249747"/>
                  </a:lnTo>
                  <a:lnTo>
                    <a:pt x="3415393" y="380024"/>
                  </a:lnTo>
                  <a:lnTo>
                    <a:pt x="3418963" y="383165"/>
                  </a:lnTo>
                  <a:lnTo>
                    <a:pt x="3422534" y="386406"/>
                  </a:lnTo>
                  <a:lnTo>
                    <a:pt x="3570638" y="520872"/>
                  </a:lnTo>
                  <a:lnTo>
                    <a:pt x="3574208" y="524114"/>
                  </a:lnTo>
                  <a:lnTo>
                    <a:pt x="3577779" y="962245"/>
                  </a:lnTo>
                  <a:lnTo>
                    <a:pt x="3574208" y="962245"/>
                  </a:lnTo>
                  <a:lnTo>
                    <a:pt x="3570638" y="962245"/>
                  </a:lnTo>
                  <a:lnTo>
                    <a:pt x="3422534" y="962245"/>
                  </a:lnTo>
                  <a:lnTo>
                    <a:pt x="3418963" y="962245"/>
                  </a:lnTo>
                  <a:lnTo>
                    <a:pt x="3415393" y="962245"/>
                  </a:lnTo>
                  <a:lnTo>
                    <a:pt x="3267289" y="962245"/>
                  </a:lnTo>
                  <a:lnTo>
                    <a:pt x="3263718" y="962245"/>
                  </a:lnTo>
                  <a:lnTo>
                    <a:pt x="3260147" y="962245"/>
                  </a:lnTo>
                  <a:lnTo>
                    <a:pt x="3112044" y="962245"/>
                  </a:lnTo>
                  <a:lnTo>
                    <a:pt x="3108473" y="962245"/>
                  </a:lnTo>
                  <a:lnTo>
                    <a:pt x="3104902" y="962245"/>
                  </a:lnTo>
                  <a:lnTo>
                    <a:pt x="2956798" y="962245"/>
                  </a:lnTo>
                  <a:lnTo>
                    <a:pt x="2953228" y="962245"/>
                  </a:lnTo>
                  <a:lnTo>
                    <a:pt x="2949657" y="962245"/>
                  </a:lnTo>
                  <a:lnTo>
                    <a:pt x="2801553" y="962245"/>
                  </a:lnTo>
                  <a:lnTo>
                    <a:pt x="2797983" y="962245"/>
                  </a:lnTo>
                  <a:lnTo>
                    <a:pt x="2794412" y="962245"/>
                  </a:lnTo>
                  <a:lnTo>
                    <a:pt x="2646308" y="962245"/>
                  </a:lnTo>
                  <a:lnTo>
                    <a:pt x="2642737" y="962245"/>
                  </a:lnTo>
                  <a:lnTo>
                    <a:pt x="2639167" y="962245"/>
                  </a:lnTo>
                  <a:lnTo>
                    <a:pt x="2491063" y="962245"/>
                  </a:lnTo>
                  <a:lnTo>
                    <a:pt x="2487492" y="962245"/>
                  </a:lnTo>
                  <a:lnTo>
                    <a:pt x="2483922" y="962245"/>
                  </a:lnTo>
                  <a:lnTo>
                    <a:pt x="2335818" y="962245"/>
                  </a:lnTo>
                  <a:lnTo>
                    <a:pt x="2332247" y="962245"/>
                  </a:lnTo>
                  <a:lnTo>
                    <a:pt x="2328677" y="962245"/>
                  </a:lnTo>
                  <a:lnTo>
                    <a:pt x="2180573" y="962245"/>
                  </a:lnTo>
                  <a:lnTo>
                    <a:pt x="2177002" y="962245"/>
                  </a:lnTo>
                  <a:lnTo>
                    <a:pt x="2173431" y="962245"/>
                  </a:lnTo>
                  <a:lnTo>
                    <a:pt x="2025328" y="962245"/>
                  </a:lnTo>
                  <a:lnTo>
                    <a:pt x="2021757" y="962245"/>
                  </a:lnTo>
                  <a:lnTo>
                    <a:pt x="2018186" y="962245"/>
                  </a:lnTo>
                  <a:lnTo>
                    <a:pt x="1870082" y="962245"/>
                  </a:lnTo>
                  <a:lnTo>
                    <a:pt x="1866512" y="962245"/>
                  </a:lnTo>
                  <a:lnTo>
                    <a:pt x="1862941" y="962245"/>
                  </a:lnTo>
                  <a:lnTo>
                    <a:pt x="1714837" y="962245"/>
                  </a:lnTo>
                  <a:lnTo>
                    <a:pt x="1711267" y="962245"/>
                  </a:lnTo>
                  <a:lnTo>
                    <a:pt x="1707696" y="962245"/>
                  </a:lnTo>
                  <a:lnTo>
                    <a:pt x="1559592" y="962245"/>
                  </a:lnTo>
                  <a:lnTo>
                    <a:pt x="1556022" y="962245"/>
                  </a:lnTo>
                  <a:lnTo>
                    <a:pt x="1552451" y="962245"/>
                  </a:lnTo>
                  <a:lnTo>
                    <a:pt x="1404347" y="962245"/>
                  </a:lnTo>
                  <a:lnTo>
                    <a:pt x="1400776" y="962245"/>
                  </a:lnTo>
                  <a:lnTo>
                    <a:pt x="1397206" y="962245"/>
                  </a:lnTo>
                  <a:lnTo>
                    <a:pt x="1249102" y="962245"/>
                  </a:lnTo>
                  <a:lnTo>
                    <a:pt x="1245531" y="962245"/>
                  </a:lnTo>
                  <a:lnTo>
                    <a:pt x="1241961" y="962245"/>
                  </a:lnTo>
                  <a:lnTo>
                    <a:pt x="1093857" y="962245"/>
                  </a:lnTo>
                  <a:lnTo>
                    <a:pt x="1090286" y="962245"/>
                  </a:lnTo>
                  <a:lnTo>
                    <a:pt x="1086715" y="962245"/>
                  </a:lnTo>
                  <a:lnTo>
                    <a:pt x="938612" y="962245"/>
                  </a:lnTo>
                  <a:lnTo>
                    <a:pt x="935041" y="962245"/>
                  </a:lnTo>
                  <a:lnTo>
                    <a:pt x="931470" y="962245"/>
                  </a:lnTo>
                  <a:lnTo>
                    <a:pt x="783366" y="962245"/>
                  </a:lnTo>
                  <a:lnTo>
                    <a:pt x="779796" y="962245"/>
                  </a:lnTo>
                  <a:lnTo>
                    <a:pt x="776225" y="962245"/>
                  </a:lnTo>
                  <a:lnTo>
                    <a:pt x="628121" y="962245"/>
                  </a:lnTo>
                  <a:lnTo>
                    <a:pt x="624551" y="962245"/>
                  </a:lnTo>
                  <a:lnTo>
                    <a:pt x="620980" y="962245"/>
                  </a:lnTo>
                  <a:lnTo>
                    <a:pt x="472876" y="962245"/>
                  </a:lnTo>
                  <a:lnTo>
                    <a:pt x="469306" y="962245"/>
                  </a:lnTo>
                  <a:lnTo>
                    <a:pt x="465735" y="962245"/>
                  </a:lnTo>
                  <a:lnTo>
                    <a:pt x="317631" y="962245"/>
                  </a:lnTo>
                  <a:lnTo>
                    <a:pt x="314060" y="962245"/>
                  </a:lnTo>
                  <a:lnTo>
                    <a:pt x="310490" y="962245"/>
                  </a:lnTo>
                  <a:lnTo>
                    <a:pt x="162386" y="962245"/>
                  </a:lnTo>
                  <a:lnTo>
                    <a:pt x="158815" y="962245"/>
                  </a:lnTo>
                  <a:lnTo>
                    <a:pt x="155245" y="962245"/>
                  </a:lnTo>
                  <a:lnTo>
                    <a:pt x="7141" y="962245"/>
                  </a:lnTo>
                  <a:lnTo>
                    <a:pt x="3570" y="962245"/>
                  </a:lnTo>
                  <a:lnTo>
                    <a:pt x="0" y="962245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4239996" y="3620606"/>
              <a:ext cx="3570638" cy="704201"/>
            </a:xfrm>
            <a:custGeom>
              <a:avLst/>
              <a:pathLst>
                <a:path w="3570638" h="704201">
                  <a:moveTo>
                    <a:pt x="0" y="528544"/>
                  </a:moveTo>
                  <a:lnTo>
                    <a:pt x="3570" y="528693"/>
                  </a:lnTo>
                  <a:lnTo>
                    <a:pt x="151674" y="534854"/>
                  </a:lnTo>
                  <a:lnTo>
                    <a:pt x="155245" y="535002"/>
                  </a:lnTo>
                  <a:lnTo>
                    <a:pt x="158815" y="537298"/>
                  </a:lnTo>
                  <a:lnTo>
                    <a:pt x="306919" y="632502"/>
                  </a:lnTo>
                  <a:lnTo>
                    <a:pt x="310490" y="634797"/>
                  </a:lnTo>
                  <a:lnTo>
                    <a:pt x="314060" y="635943"/>
                  </a:lnTo>
                  <a:lnTo>
                    <a:pt x="462164" y="683487"/>
                  </a:lnTo>
                  <a:lnTo>
                    <a:pt x="465735" y="684633"/>
                  </a:lnTo>
                  <a:lnTo>
                    <a:pt x="469306" y="685083"/>
                  </a:lnTo>
                  <a:lnTo>
                    <a:pt x="617409" y="703751"/>
                  </a:lnTo>
                  <a:lnTo>
                    <a:pt x="620980" y="704201"/>
                  </a:lnTo>
                  <a:lnTo>
                    <a:pt x="624551" y="703490"/>
                  </a:lnTo>
                  <a:lnTo>
                    <a:pt x="772655" y="674004"/>
                  </a:lnTo>
                  <a:lnTo>
                    <a:pt x="776225" y="673293"/>
                  </a:lnTo>
                  <a:lnTo>
                    <a:pt x="779796" y="670533"/>
                  </a:lnTo>
                  <a:lnTo>
                    <a:pt x="927900" y="556041"/>
                  </a:lnTo>
                  <a:lnTo>
                    <a:pt x="931470" y="553280"/>
                  </a:lnTo>
                  <a:lnTo>
                    <a:pt x="935041" y="549678"/>
                  </a:lnTo>
                  <a:lnTo>
                    <a:pt x="1083145" y="400271"/>
                  </a:lnTo>
                  <a:lnTo>
                    <a:pt x="1086715" y="396669"/>
                  </a:lnTo>
                  <a:lnTo>
                    <a:pt x="1090286" y="396011"/>
                  </a:lnTo>
                  <a:lnTo>
                    <a:pt x="1238390" y="368722"/>
                  </a:lnTo>
                  <a:lnTo>
                    <a:pt x="1241961" y="368064"/>
                  </a:lnTo>
                  <a:lnTo>
                    <a:pt x="1245531" y="368991"/>
                  </a:lnTo>
                  <a:lnTo>
                    <a:pt x="1393635" y="407442"/>
                  </a:lnTo>
                  <a:lnTo>
                    <a:pt x="1397206" y="408370"/>
                  </a:lnTo>
                  <a:lnTo>
                    <a:pt x="1400776" y="409077"/>
                  </a:lnTo>
                  <a:lnTo>
                    <a:pt x="1548880" y="438412"/>
                  </a:lnTo>
                  <a:lnTo>
                    <a:pt x="1552451" y="439119"/>
                  </a:lnTo>
                  <a:lnTo>
                    <a:pt x="1556022" y="439177"/>
                  </a:lnTo>
                  <a:lnTo>
                    <a:pt x="1704125" y="441553"/>
                  </a:lnTo>
                  <a:lnTo>
                    <a:pt x="1707696" y="441610"/>
                  </a:lnTo>
                  <a:lnTo>
                    <a:pt x="1711267" y="441521"/>
                  </a:lnTo>
                  <a:lnTo>
                    <a:pt x="1859371" y="437808"/>
                  </a:lnTo>
                  <a:lnTo>
                    <a:pt x="1862941" y="437718"/>
                  </a:lnTo>
                  <a:lnTo>
                    <a:pt x="1866512" y="437890"/>
                  </a:lnTo>
                  <a:lnTo>
                    <a:pt x="2014616" y="445008"/>
                  </a:lnTo>
                  <a:lnTo>
                    <a:pt x="2018186" y="445180"/>
                  </a:lnTo>
                  <a:lnTo>
                    <a:pt x="2021757" y="446036"/>
                  </a:lnTo>
                  <a:lnTo>
                    <a:pt x="2169861" y="481560"/>
                  </a:lnTo>
                  <a:lnTo>
                    <a:pt x="2173431" y="482417"/>
                  </a:lnTo>
                  <a:lnTo>
                    <a:pt x="2177002" y="482056"/>
                  </a:lnTo>
                  <a:lnTo>
                    <a:pt x="2325106" y="467109"/>
                  </a:lnTo>
                  <a:lnTo>
                    <a:pt x="2328677" y="466748"/>
                  </a:lnTo>
                  <a:lnTo>
                    <a:pt x="2332247" y="465194"/>
                  </a:lnTo>
                  <a:lnTo>
                    <a:pt x="2480351" y="400722"/>
                  </a:lnTo>
                  <a:lnTo>
                    <a:pt x="2483922" y="399167"/>
                  </a:lnTo>
                  <a:lnTo>
                    <a:pt x="2487492" y="394230"/>
                  </a:lnTo>
                  <a:lnTo>
                    <a:pt x="2635596" y="189432"/>
                  </a:lnTo>
                  <a:lnTo>
                    <a:pt x="2639167" y="184494"/>
                  </a:lnTo>
                  <a:lnTo>
                    <a:pt x="2642737" y="180251"/>
                  </a:lnTo>
                  <a:lnTo>
                    <a:pt x="2790841" y="4243"/>
                  </a:lnTo>
                  <a:lnTo>
                    <a:pt x="2794412" y="0"/>
                  </a:lnTo>
                  <a:lnTo>
                    <a:pt x="2797983" y="727"/>
                  </a:lnTo>
                  <a:lnTo>
                    <a:pt x="2946086" y="30920"/>
                  </a:lnTo>
                  <a:lnTo>
                    <a:pt x="2949657" y="31648"/>
                  </a:lnTo>
                  <a:lnTo>
                    <a:pt x="2953228" y="33749"/>
                  </a:lnTo>
                  <a:lnTo>
                    <a:pt x="3101332" y="120935"/>
                  </a:lnTo>
                  <a:lnTo>
                    <a:pt x="3104902" y="123037"/>
                  </a:lnTo>
                  <a:lnTo>
                    <a:pt x="3108473" y="125879"/>
                  </a:lnTo>
                  <a:lnTo>
                    <a:pt x="3256577" y="243764"/>
                  </a:lnTo>
                  <a:lnTo>
                    <a:pt x="3260147" y="246606"/>
                  </a:lnTo>
                  <a:lnTo>
                    <a:pt x="3263718" y="249747"/>
                  </a:lnTo>
                  <a:lnTo>
                    <a:pt x="3411822" y="380024"/>
                  </a:lnTo>
                  <a:lnTo>
                    <a:pt x="3415393" y="383165"/>
                  </a:lnTo>
                  <a:lnTo>
                    <a:pt x="3418963" y="386406"/>
                  </a:lnTo>
                  <a:lnTo>
                    <a:pt x="3567067" y="520872"/>
                  </a:lnTo>
                  <a:lnTo>
                    <a:pt x="3570638" y="524114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tx124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7" name="tx126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8" name="tx127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9" name="tx128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0" name="tx129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3" name="tx132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5" name="tx134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6" name="tx135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7" name="tx136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8" name="tx137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9" name="tx138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0" name="tx139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1" name="tx140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2" name="tx141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3" name="tx142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4" name="tx143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5" name="tx144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6" name="tx145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7" name="tx146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8" name="tx147"/>
            <p:cNvSpPr/>
            <p:nvPr/>
          </p:nvSpPr>
          <p:spPr>
            <a:xfrm>
              <a:off x="4239996" y="3204893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9" name="tx148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0" name="tx149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1" name="tx150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2" name="tx151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3" name="tx152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4" name="tx153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5" name="tx154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6" name="tx155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7" name="tx156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8" name="tx157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9" name="tx158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0" name="tx159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1" name="tx160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2" name="tx161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3" name="tx162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4" name="tx163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5" name="tx164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6" name="tx165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7" name="tx166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8" name="tx167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9" name="tx168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0" name="tx169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1" name="tx170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2" name="tx171"/>
            <p:cNvSpPr/>
            <p:nvPr/>
          </p:nvSpPr>
          <p:spPr>
            <a:xfrm>
              <a:off x="4239996" y="3041348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3" name="tx172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4" name="tx173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5" name="tx174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6" name="tx175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7" name="tx176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8" name="tx177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9" name="tx178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0" name="tx179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1" name="tx180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2" name="tx181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3" name="tx182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4" name="tx183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5" name="tx184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6" name="tx185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7" name="tx186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8" name="tx187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9" name="tx188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0" name="tx189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1" name="tx190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2" name="tx191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3" name="tx192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4" name="tx193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5" name="tx194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6" name="tx195"/>
            <p:cNvSpPr/>
            <p:nvPr/>
          </p:nvSpPr>
          <p:spPr>
            <a:xfrm>
              <a:off x="4239996" y="288148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7" name="rc196"/>
            <p:cNvSpPr/>
            <p:nvPr/>
          </p:nvSpPr>
          <p:spPr>
            <a:xfrm>
              <a:off x="422099" y="2428586"/>
              <a:ext cx="3631446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tx197"/>
            <p:cNvSpPr/>
            <p:nvPr/>
          </p:nvSpPr>
          <p:spPr>
            <a:xfrm>
              <a:off x="1361206" y="2540613"/>
              <a:ext cx="1753232" cy="1683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Vic Winter - 2025</a:t>
              </a:r>
            </a:p>
          </p:txBody>
        </p:sp>
        <p:sp>
          <p:nvSpPr>
            <p:cNvPr id="199" name="rc198"/>
            <p:cNvSpPr/>
            <p:nvPr/>
          </p:nvSpPr>
          <p:spPr>
            <a:xfrm>
              <a:off x="4236425" y="2428586"/>
              <a:ext cx="3631446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tx199"/>
            <p:cNvSpPr/>
            <p:nvPr/>
          </p:nvSpPr>
          <p:spPr>
            <a:xfrm>
              <a:off x="5175532" y="2540613"/>
              <a:ext cx="1753232" cy="1683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Vic Winter - 2040</a:t>
              </a:r>
            </a:p>
          </p:txBody>
        </p:sp>
        <p:sp>
          <p:nvSpPr>
            <p:cNvPr id="201" name="rc200"/>
            <p:cNvSpPr/>
            <p:nvPr/>
          </p:nvSpPr>
          <p:spPr>
            <a:xfrm>
              <a:off x="422099" y="91439"/>
              <a:ext cx="3631446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tx201"/>
            <p:cNvSpPr/>
            <p:nvPr/>
          </p:nvSpPr>
          <p:spPr>
            <a:xfrm>
              <a:off x="1240488" y="190296"/>
              <a:ext cx="1994668" cy="181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Qld Summer - 2025</a:t>
              </a:r>
            </a:p>
          </p:txBody>
        </p:sp>
        <p:sp>
          <p:nvSpPr>
            <p:cNvPr id="203" name="rc202"/>
            <p:cNvSpPr/>
            <p:nvPr/>
          </p:nvSpPr>
          <p:spPr>
            <a:xfrm>
              <a:off x="4236425" y="91439"/>
              <a:ext cx="3631446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tx203"/>
            <p:cNvSpPr/>
            <p:nvPr/>
          </p:nvSpPr>
          <p:spPr>
            <a:xfrm>
              <a:off x="5054814" y="190296"/>
              <a:ext cx="1994668" cy="181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Qld Summer - 2040</a:t>
              </a:r>
            </a:p>
          </p:txBody>
        </p:sp>
        <p:sp>
          <p:nvSpPr>
            <p:cNvPr id="205" name="pl204"/>
            <p:cNvSpPr/>
            <p:nvPr/>
          </p:nvSpPr>
          <p:spPr>
            <a:xfrm>
              <a:off x="422099" y="4582852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425670" y="45828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1667631" y="45828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2909592" y="45828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tx208"/>
            <p:cNvSpPr/>
            <p:nvPr/>
          </p:nvSpPr>
          <p:spPr>
            <a:xfrm>
              <a:off x="139752" y="4715257"/>
              <a:ext cx="571834" cy="164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12am</a:t>
              </a:r>
            </a:p>
          </p:txBody>
        </p:sp>
        <p:sp>
          <p:nvSpPr>
            <p:cNvPr id="210" name="tx209"/>
            <p:cNvSpPr/>
            <p:nvPr/>
          </p:nvSpPr>
          <p:spPr>
            <a:xfrm>
              <a:off x="1445282" y="4714811"/>
              <a:ext cx="444698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8am</a:t>
              </a:r>
            </a:p>
          </p:txBody>
        </p:sp>
        <p:sp>
          <p:nvSpPr>
            <p:cNvPr id="211" name="tx210"/>
            <p:cNvSpPr/>
            <p:nvPr/>
          </p:nvSpPr>
          <p:spPr>
            <a:xfrm>
              <a:off x="2687243" y="4671725"/>
              <a:ext cx="444698" cy="207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4pm</a:t>
              </a:r>
            </a:p>
          </p:txBody>
        </p:sp>
        <p:sp>
          <p:nvSpPr>
            <p:cNvPr id="212" name="pl211"/>
            <p:cNvSpPr/>
            <p:nvPr/>
          </p:nvSpPr>
          <p:spPr>
            <a:xfrm>
              <a:off x="4236425" y="4582852"/>
              <a:ext cx="3631446" cy="0"/>
            </a:xfrm>
            <a:custGeom>
              <a:avLst/>
              <a:pathLst>
                <a:path w="3631446" h="0">
                  <a:moveTo>
                    <a:pt x="0" y="0"/>
                  </a:moveTo>
                  <a:lnTo>
                    <a:pt x="363144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2"/>
            <p:cNvSpPr/>
            <p:nvPr/>
          </p:nvSpPr>
          <p:spPr>
            <a:xfrm>
              <a:off x="4239996" y="45828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3"/>
            <p:cNvSpPr/>
            <p:nvPr/>
          </p:nvSpPr>
          <p:spPr>
            <a:xfrm>
              <a:off x="5481957" y="45828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6723918" y="45828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tx215"/>
            <p:cNvSpPr/>
            <p:nvPr/>
          </p:nvSpPr>
          <p:spPr>
            <a:xfrm>
              <a:off x="3954079" y="4715257"/>
              <a:ext cx="571834" cy="164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12am</a:t>
              </a:r>
            </a:p>
          </p:txBody>
        </p:sp>
        <p:sp>
          <p:nvSpPr>
            <p:cNvPr id="217" name="tx216"/>
            <p:cNvSpPr/>
            <p:nvPr/>
          </p:nvSpPr>
          <p:spPr>
            <a:xfrm>
              <a:off x="5259608" y="4714811"/>
              <a:ext cx="444698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8am</a:t>
              </a:r>
            </a:p>
          </p:txBody>
        </p:sp>
        <p:sp>
          <p:nvSpPr>
            <p:cNvPr id="218" name="tx217"/>
            <p:cNvSpPr/>
            <p:nvPr/>
          </p:nvSpPr>
          <p:spPr>
            <a:xfrm>
              <a:off x="6501569" y="4671725"/>
              <a:ext cx="444698" cy="207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4pm</a:t>
              </a:r>
            </a:p>
          </p:txBody>
        </p:sp>
        <p:sp>
          <p:nvSpPr>
            <p:cNvPr id="219" name="tx218"/>
            <p:cNvSpPr/>
            <p:nvPr/>
          </p:nvSpPr>
          <p:spPr>
            <a:xfrm>
              <a:off x="1828" y="2163497"/>
              <a:ext cx="317785" cy="164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20" name="tx219"/>
            <p:cNvSpPr/>
            <p:nvPr/>
          </p:nvSpPr>
          <p:spPr>
            <a:xfrm>
              <a:off x="1828" y="1732585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21" name="tx220"/>
            <p:cNvSpPr/>
            <p:nvPr/>
          </p:nvSpPr>
          <p:spPr>
            <a:xfrm>
              <a:off x="1828" y="1301896"/>
              <a:ext cx="317785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222" name="tx221"/>
            <p:cNvSpPr/>
            <p:nvPr/>
          </p:nvSpPr>
          <p:spPr>
            <a:xfrm>
              <a:off x="1828" y="875895"/>
              <a:ext cx="317785" cy="160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223" name="tx222"/>
            <p:cNvSpPr/>
            <p:nvPr/>
          </p:nvSpPr>
          <p:spPr>
            <a:xfrm>
              <a:off x="1828" y="441188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  <p:sp>
          <p:nvSpPr>
            <p:cNvPr id="224" name="tx223"/>
            <p:cNvSpPr/>
            <p:nvPr/>
          </p:nvSpPr>
          <p:spPr>
            <a:xfrm>
              <a:off x="1828" y="4500643"/>
              <a:ext cx="317785" cy="164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25" name="tx224"/>
            <p:cNvSpPr/>
            <p:nvPr/>
          </p:nvSpPr>
          <p:spPr>
            <a:xfrm>
              <a:off x="1828" y="4069731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26" name="tx225"/>
            <p:cNvSpPr/>
            <p:nvPr/>
          </p:nvSpPr>
          <p:spPr>
            <a:xfrm>
              <a:off x="1828" y="3639042"/>
              <a:ext cx="317785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227" name="tx226"/>
            <p:cNvSpPr/>
            <p:nvPr/>
          </p:nvSpPr>
          <p:spPr>
            <a:xfrm>
              <a:off x="1828" y="3213041"/>
              <a:ext cx="317785" cy="160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228" name="tx227"/>
            <p:cNvSpPr/>
            <p:nvPr/>
          </p:nvSpPr>
          <p:spPr>
            <a:xfrm>
              <a:off x="1828" y="2778334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</p:grpSp>
      <p:sp>
        <p:nvSpPr>
          <p:cNvPr id="229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/>
          <a:lstStyle/>
          <a:p>
            <a:r>
              <a:rPr/>
              <a:t>Underlying electricity demand will change substantially over time</a:t>
            </a:r>
          </a:p>
        </p:txBody>
      </p:sp>
      <p:sp>
        <p:nvSpPr>
          <p:cNvPr id="230" name="Caption Placeholder 1"/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>bjjefferson</cp:lastModifiedBy>
  <cp:revision>37</cp:revision>
  <dcterms:created xsi:type="dcterms:W3CDTF">2019-02-12T04:35:04Z</dcterms:created>
  <dcterms:modified xsi:type="dcterms:W3CDTF">2025-08-05T18:35:39Z</dcterms:modified>
</cp:coreProperties>
</file>