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Jones/Apps/Overleaf/energy-2025-carbon-pricing-for-electricity/atlas/average_energy_wallet/average_energy_wallet_normal.pptx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Average annual household energy costs in NEM states, by fuel source, 2025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39"/>
              <a:ext cx="7064362" cy="44914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4582852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3177054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1771257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03509" y="36545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3342264" y="1732504"/>
              <a:ext cx="1986852" cy="285034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5B50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549877" y="3632771"/>
              <a:ext cx="1986852" cy="95008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EF79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134651" y="157815"/>
              <a:ext cx="1986852" cy="442503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A1253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446750" y="4461129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828" y="3047853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$1,000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1828" y="1642055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$2,000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828" y="236258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$3,000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803509" y="4582852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28077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335690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6543303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829490" y="4711350"/>
              <a:ext cx="59717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Petrol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846678" y="4666702"/>
              <a:ext cx="978024" cy="2129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Electricity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333679" y="4706662"/>
              <a:ext cx="419248" cy="1730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Gas</a:t>
              </a:r>
            </a:p>
          </p:txBody>
        </p:sp>
      </p:grpSp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Electricity forms just part of total household energy costs</a:t>
            </a:r>
          </a:p>
        </p:txBody>
      </p:sp>
      <p:sp>
        <p:nvSpPr>
          <p:cNvPr id="25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37</cp:revision>
  <dcterms:created xsi:type="dcterms:W3CDTF">2019-02-12T04:35:04Z</dcterms:created>
  <dcterms:modified xsi:type="dcterms:W3CDTF">2025-08-12T13:38:11Z</dcterms:modified>
</cp:coreProperties>
</file>