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7977188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59" d="100"/>
          <a:sy n="59" d="100"/>
        </p:scale>
        <p:origin x="2896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slide" Target="slides/slide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2.xml"/>
<Relationship Id="rId8" Type="http://schemas.openxmlformats.org/officeDocument/2006/relationships/notesMaster" Target="notesMasters/notesMaster1.xml"/>
</Relationships>

</file>

<file path=ppt/notesMasters/_rels/notesMaster1.xml.rels><?xml version="1.0" encoding="UTF-8" standalone="yes"?>

<Relationships  xmlns="http://schemas.openxmlformats.org/package/2006/relationships">
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Dropbox/Dominic  Jones/Apps/Overleaf/energy-2025-carbon-pricing-for-electricity/atlas/projected_nem_gas_supply_charges/projected_nem_gas_supply_charges_wholecolumn.pptx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1305527"/>
            <a:ext cx="6780610" cy="2777243"/>
          </a:xfrm>
        </p:spPr>
        <p:txBody>
          <a:bodyPr anchor="b"/>
          <a:lstStyle>
            <a:lvl1pPr algn="ctr"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4189871"/>
            <a:ext cx="5982891" cy="1925973"/>
          </a:xfrm>
        </p:spPr>
        <p:txBody>
          <a:bodyPr/>
          <a:lstStyle>
            <a:lvl1pPr marL="0" indent="0" algn="ctr">
              <a:buNone/>
              <a:defRPr sz="2094"/>
            </a:lvl1pPr>
            <a:lvl2pPr marL="398861" indent="0" algn="ctr">
              <a:buNone/>
              <a:defRPr sz="1745"/>
            </a:lvl2pPr>
            <a:lvl3pPr marL="797723" indent="0" algn="ctr">
              <a:buNone/>
              <a:defRPr sz="1570"/>
            </a:lvl3pPr>
            <a:lvl4pPr marL="1196584" indent="0" algn="ctr">
              <a:buNone/>
              <a:defRPr sz="1396"/>
            </a:lvl4pPr>
            <a:lvl5pPr marL="1595445" indent="0" algn="ctr">
              <a:buNone/>
              <a:defRPr sz="1396"/>
            </a:lvl5pPr>
            <a:lvl6pPr marL="1994306" indent="0" algn="ctr">
              <a:buNone/>
              <a:defRPr sz="1396"/>
            </a:lvl6pPr>
            <a:lvl7pPr marL="2393168" indent="0" algn="ctr">
              <a:buNone/>
              <a:defRPr sz="1396"/>
            </a:lvl7pPr>
            <a:lvl8pPr marL="2792029" indent="0" algn="ctr">
              <a:buNone/>
              <a:defRPr sz="1396"/>
            </a:lvl8pPr>
            <a:lvl9pPr marL="3190890" indent="0" algn="ctr">
              <a:buNone/>
              <a:defRPr sz="139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988760"/>
            <a:ext cx="6880325" cy="3318288"/>
          </a:xfrm>
        </p:spPr>
        <p:txBody>
          <a:bodyPr anchor="b"/>
          <a:lstStyle>
            <a:lvl1pPr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5338440"/>
            <a:ext cx="6880325" cy="1745009"/>
          </a:xfrm>
        </p:spPr>
        <p:txBody>
          <a:bodyPr/>
          <a:lstStyle>
            <a:lvl1pPr marL="0" indent="0">
              <a:buNone/>
              <a:defRPr sz="2094">
                <a:solidFill>
                  <a:schemeClr val="tx1"/>
                </a:solidFill>
              </a:defRPr>
            </a:lvl1pPr>
            <a:lvl2pPr marL="398861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7723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6584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4pPr>
            <a:lvl5pPr marL="1595445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5pPr>
            <a:lvl6pPr marL="1994306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6pPr>
            <a:lvl7pPr marL="2393168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7pPr>
            <a:lvl8pPr marL="2792029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8pPr>
            <a:lvl9pPr marL="3190890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4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7977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CB53B34F-3514-88FE-3AF1-811EBBCF08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24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72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230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55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424713"/>
            <a:ext cx="6880325" cy="15418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2123557"/>
            <a:ext cx="6880325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432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2444" y="7393673"/>
            <a:ext cx="2692301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33889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90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797723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99431" indent="-199431" algn="l" defTabSz="797723" rtl="0" eaLnBrk="1" latinLnBrk="0" hangingPunct="1">
        <a:lnSpc>
          <a:spcPct val="90000"/>
        </a:lnSpc>
        <a:spcBef>
          <a:spcPts val="87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98292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97153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96014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794876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193737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2598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91460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90321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861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7723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6584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5445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4306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3168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92029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9089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342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15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/>
          <a:p>
            <a:r>
              <a:rPr/>
              <a:t>Projected annual average NEM residential network charges ($2025)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7977600"/>
            <a:chOff x="0" y="0"/>
            <a:chExt cx="79776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79776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612860" y="91440"/>
              <a:ext cx="7255011" cy="72490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12860" y="7340452"/>
              <a:ext cx="7255011" cy="0"/>
            </a:xfrm>
            <a:custGeom>
              <a:avLst/>
              <a:pathLst>
                <a:path w="7255011" h="0">
                  <a:moveTo>
                    <a:pt x="0" y="0"/>
                  </a:moveTo>
                  <a:lnTo>
                    <a:pt x="7255011" y="0"/>
                  </a:lnTo>
                  <a:lnTo>
                    <a:pt x="72550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612860" y="5301767"/>
              <a:ext cx="7255011" cy="0"/>
            </a:xfrm>
            <a:custGeom>
              <a:avLst/>
              <a:pathLst>
                <a:path w="7255011" h="0">
                  <a:moveTo>
                    <a:pt x="0" y="0"/>
                  </a:moveTo>
                  <a:lnTo>
                    <a:pt x="7255011" y="0"/>
                  </a:lnTo>
                  <a:lnTo>
                    <a:pt x="72550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612860" y="3263082"/>
              <a:ext cx="7255011" cy="0"/>
            </a:xfrm>
            <a:custGeom>
              <a:avLst/>
              <a:pathLst>
                <a:path w="7255011" h="0">
                  <a:moveTo>
                    <a:pt x="0" y="0"/>
                  </a:moveTo>
                  <a:lnTo>
                    <a:pt x="7255011" y="0"/>
                  </a:lnTo>
                  <a:lnTo>
                    <a:pt x="72550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612860" y="1224397"/>
              <a:ext cx="7255011" cy="0"/>
            </a:xfrm>
            <a:custGeom>
              <a:avLst/>
              <a:pathLst>
                <a:path w="7255011" h="0">
                  <a:moveTo>
                    <a:pt x="0" y="0"/>
                  </a:moveTo>
                  <a:lnTo>
                    <a:pt x="7255011" y="0"/>
                  </a:lnTo>
                  <a:lnTo>
                    <a:pt x="72550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942633" y="4427153"/>
              <a:ext cx="373328" cy="291329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357442" y="4338273"/>
              <a:ext cx="373328" cy="300217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772251" y="4221856"/>
              <a:ext cx="373328" cy="311859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187060" y="4064002"/>
              <a:ext cx="373328" cy="327644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601869" y="3901297"/>
              <a:ext cx="373328" cy="343915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3016679" y="3698048"/>
              <a:ext cx="373328" cy="364240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431488" y="3523757"/>
              <a:ext cx="373328" cy="381669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3846297" y="3321784"/>
              <a:ext cx="373328" cy="401866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4261106" y="3092350"/>
              <a:ext cx="373328" cy="424810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4675915" y="2834970"/>
              <a:ext cx="373328" cy="450548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5090724" y="2544125"/>
              <a:ext cx="373328" cy="479632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5505533" y="2198773"/>
              <a:ext cx="373328" cy="514167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5920343" y="1788161"/>
              <a:ext cx="373328" cy="555229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6335152" y="1324045"/>
              <a:ext cx="373328" cy="601640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6749961" y="806679"/>
              <a:ext cx="373328" cy="653377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7164770" y="198568"/>
              <a:ext cx="373328" cy="714188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256101" y="7218729"/>
              <a:ext cx="254272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828" y="5180044"/>
              <a:ext cx="508545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$200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828" y="3141359"/>
              <a:ext cx="508545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$400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1828" y="1102675"/>
              <a:ext cx="508545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$600</a:t>
              </a:r>
            </a:p>
          </p:txBody>
        </p:sp>
        <p:sp>
          <p:nvSpPr>
            <p:cNvPr id="30" name="pl29"/>
            <p:cNvSpPr/>
            <p:nvPr/>
          </p:nvSpPr>
          <p:spPr>
            <a:xfrm>
              <a:off x="612860" y="7340452"/>
              <a:ext cx="7255011" cy="0"/>
            </a:xfrm>
            <a:custGeom>
              <a:avLst/>
              <a:pathLst>
                <a:path w="7255011" h="0">
                  <a:moveTo>
                    <a:pt x="0" y="0"/>
                  </a:moveTo>
                  <a:lnTo>
                    <a:pt x="7255011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129297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3203343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5277388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7351434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875024" y="7472522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2025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2949070" y="7472522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2030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023116" y="7472522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2035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097161" y="7472522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2040</a:t>
              </a:r>
            </a:p>
          </p:txBody>
        </p:sp>
      </p:grpSp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/>
              <a:t>Residential gas network charges are set to rise rapidly</a:t>
            </a:r>
          </a:p>
        </p:txBody>
      </p:sp>
      <p:sp>
        <p:nvSpPr>
          <p:cNvPr id="40" name="Caption Placeholder 1"/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>bjjefferson</cp:lastModifiedBy>
  <cp:revision>38</cp:revision>
  <dcterms:created xsi:type="dcterms:W3CDTF">2019-02-12T04:35:04Z</dcterms:created>
  <dcterms:modified xsi:type="dcterms:W3CDTF">2025-08-05T18:35:27Z</dcterms:modified>
</cp:coreProperties>
</file>