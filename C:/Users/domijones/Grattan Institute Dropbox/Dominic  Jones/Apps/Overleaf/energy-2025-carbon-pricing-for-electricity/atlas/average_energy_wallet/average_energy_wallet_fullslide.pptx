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Dropbox/Dominic  Jones/Apps/Overleaf/energy-2025-carbon-pricing-for-electricity/atlas/average_energy_wallet/average_energy_wallet_fullslide.pptx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Average annual household energy costs in NEM states, by fuel source, 2025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74984" y="1899602"/>
              <a:ext cx="10499300" cy="355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174984" y="5455677"/>
              <a:ext cx="10499300" cy="0"/>
            </a:xfrm>
            <a:custGeom>
              <a:avLst/>
              <a:pathLst>
                <a:path w="10499300" h="0">
                  <a:moveTo>
                    <a:pt x="0" y="0"/>
                  </a:moveTo>
                  <a:lnTo>
                    <a:pt x="10499300" y="0"/>
                  </a:lnTo>
                  <a:lnTo>
                    <a:pt x="10499300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174984" y="4342637"/>
              <a:ext cx="10499300" cy="0"/>
            </a:xfrm>
            <a:custGeom>
              <a:avLst/>
              <a:pathLst>
                <a:path w="10499300" h="0">
                  <a:moveTo>
                    <a:pt x="0" y="0"/>
                  </a:moveTo>
                  <a:lnTo>
                    <a:pt x="10499300" y="0"/>
                  </a:lnTo>
                  <a:lnTo>
                    <a:pt x="10499300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174984" y="3229597"/>
              <a:ext cx="10499300" cy="0"/>
            </a:xfrm>
            <a:custGeom>
              <a:avLst/>
              <a:pathLst>
                <a:path w="10499300" h="0">
                  <a:moveTo>
                    <a:pt x="0" y="0"/>
                  </a:moveTo>
                  <a:lnTo>
                    <a:pt x="10499300" y="0"/>
                  </a:lnTo>
                  <a:lnTo>
                    <a:pt x="10499300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174984" y="2116557"/>
              <a:ext cx="10499300" cy="0"/>
            </a:xfrm>
            <a:custGeom>
              <a:avLst/>
              <a:pathLst>
                <a:path w="10499300" h="0">
                  <a:moveTo>
                    <a:pt x="0" y="0"/>
                  </a:moveTo>
                  <a:lnTo>
                    <a:pt x="10499300" y="0"/>
                  </a:lnTo>
                  <a:lnTo>
                    <a:pt x="10499300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948170" y="3198915"/>
              <a:ext cx="2952928" cy="2256761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5B50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8229201" y="4703451"/>
              <a:ext cx="2952928" cy="75222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EF79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667138" y="1952155"/>
              <a:ext cx="2952928" cy="3503521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A1253E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tx12"/>
            <p:cNvSpPr/>
            <p:nvPr/>
          </p:nvSpPr>
          <p:spPr>
            <a:xfrm>
              <a:off x="818225" y="5333954"/>
              <a:ext cx="254272" cy="2037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$0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373303" y="4213436"/>
              <a:ext cx="699194" cy="2111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$1,000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73303" y="3100396"/>
              <a:ext cx="699194" cy="2111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$2,000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373303" y="1987356"/>
              <a:ext cx="699194" cy="2111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$3,000</a:t>
              </a:r>
            </a:p>
          </p:txBody>
        </p:sp>
        <p:sp>
          <p:nvSpPr>
            <p:cNvPr id="17" name="pl16"/>
            <p:cNvSpPr/>
            <p:nvPr/>
          </p:nvSpPr>
          <p:spPr>
            <a:xfrm>
              <a:off x="1174984" y="5455677"/>
              <a:ext cx="10499300" cy="0"/>
            </a:xfrm>
            <a:custGeom>
              <a:avLst/>
              <a:pathLst>
                <a:path w="10499300" h="0">
                  <a:moveTo>
                    <a:pt x="0" y="0"/>
                  </a:moveTo>
                  <a:lnTo>
                    <a:pt x="10499300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143602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6424634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9705666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0"/>
            <p:cNvSpPr/>
            <p:nvPr/>
          </p:nvSpPr>
          <p:spPr>
            <a:xfrm>
              <a:off x="2845016" y="5584175"/>
              <a:ext cx="597172" cy="1683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Petrol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935622" y="5539527"/>
              <a:ext cx="978024" cy="2129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Electricity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9496041" y="5579487"/>
              <a:ext cx="419248" cy="173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Gas</a:t>
              </a:r>
            </a:p>
          </p:txBody>
        </p:sp>
      </p:grpSp>
      <p:sp>
        <p:nvSpPr>
          <p:cNvPr id="24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Electricity forms just part of total household energy costs</a:t>
            </a:r>
          </a:p>
        </p:txBody>
      </p:sp>
      <p:sp>
        <p:nvSpPr>
          <p:cNvPr id="25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
Source: Grattan Institute analaysis see app 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bjjefferson</cp:lastModifiedBy>
  <cp:revision>271</cp:revision>
  <dcterms:created xsi:type="dcterms:W3CDTF">2022-05-20T01:54:03Z</dcterms:created>
  <dcterms:modified xsi:type="dcterms:W3CDTF">2025-08-12T13:38:11Z</dcterms:modified>
</cp:coreProperties>
</file>