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4"/>
    <p:restoredTop sz="94694"/>
  </p:normalViewPr>
  <p:slideViewPr>
    <p:cSldViewPr snapToGrid="0" snapToObjects="1">
      <p:cViewPr varScale="1">
        <p:scale>
          <a:sx n="92" d="100"/>
          <a:sy n="92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Jones/Apps/Overleaf/energy-2025-carbon-pricing-for-electricity/atlas/projected_nem_gas_supply_charges/projected_nem_gas_supply_charges_fullslide_narrow.pptx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7EA18-F774-5352-DF7D-C871920DB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894800" y="1807200"/>
            <a:ext cx="8402400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4" name="Caption Placeholder 1">
            <a:extLst>
              <a:ext uri="{FF2B5EF4-FFF2-40B4-BE49-F238E27FC236}">
                <a16:creationId xmlns:a16="http://schemas.microsoft.com/office/drawing/2014/main" id="{532C8F0A-0D9B-4C4D-CC2B-EEF1FA341C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794EEF-8416-F4A3-9441-5437A54F0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Projected annual average NEM residential network charges ($2025)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1894800" y="1807200"/>
            <a:ext cx="8402400" cy="4284662"/>
            <a:chOff x="1894800" y="1807200"/>
            <a:chExt cx="8402400" cy="4284662"/>
          </a:xfrm>
        </p:grpSpPr>
        <p:sp>
          <p:nvSpPr>
            <p:cNvPr id="4" name="rc3"/>
            <p:cNvSpPr/>
            <p:nvPr/>
          </p:nvSpPr>
          <p:spPr>
            <a:xfrm>
              <a:off x="1894800" y="1807199"/>
              <a:ext cx="840240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507660" y="1898639"/>
              <a:ext cx="7679811" cy="35560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507660" y="5454714"/>
              <a:ext cx="7679811" cy="0"/>
            </a:xfrm>
            <a:custGeom>
              <a:avLst/>
              <a:pathLst>
                <a:path w="7679811" h="0">
                  <a:moveTo>
                    <a:pt x="0" y="0"/>
                  </a:moveTo>
                  <a:lnTo>
                    <a:pt x="7679811" y="0"/>
                  </a:lnTo>
                  <a:lnTo>
                    <a:pt x="76798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507660" y="4454617"/>
              <a:ext cx="7679811" cy="0"/>
            </a:xfrm>
            <a:custGeom>
              <a:avLst/>
              <a:pathLst>
                <a:path w="7679811" h="0">
                  <a:moveTo>
                    <a:pt x="0" y="0"/>
                  </a:moveTo>
                  <a:lnTo>
                    <a:pt x="7679811" y="0"/>
                  </a:lnTo>
                  <a:lnTo>
                    <a:pt x="76798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507660" y="3454520"/>
              <a:ext cx="7679811" cy="0"/>
            </a:xfrm>
            <a:custGeom>
              <a:avLst/>
              <a:pathLst>
                <a:path w="7679811" h="0">
                  <a:moveTo>
                    <a:pt x="0" y="0"/>
                  </a:moveTo>
                  <a:lnTo>
                    <a:pt x="7679811" y="0"/>
                  </a:lnTo>
                  <a:lnTo>
                    <a:pt x="76798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507660" y="2454423"/>
              <a:ext cx="7679811" cy="0"/>
            </a:xfrm>
            <a:custGeom>
              <a:avLst/>
              <a:pathLst>
                <a:path w="7679811" h="0">
                  <a:moveTo>
                    <a:pt x="0" y="0"/>
                  </a:moveTo>
                  <a:lnTo>
                    <a:pt x="7679811" y="0"/>
                  </a:lnTo>
                  <a:lnTo>
                    <a:pt x="76798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856742" y="4025566"/>
              <a:ext cx="395187" cy="142914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3295839" y="3981966"/>
              <a:ext cx="395187" cy="147274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3734937" y="3924856"/>
              <a:ext cx="395187" cy="152985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4174034" y="3847419"/>
              <a:ext cx="395187" cy="160729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4613131" y="3767603"/>
              <a:ext cx="395187" cy="168711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5052229" y="3667897"/>
              <a:ext cx="395187" cy="178681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5491326" y="3582397"/>
              <a:ext cx="395187" cy="187231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5930423" y="3483317"/>
              <a:ext cx="395187" cy="197139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6369520" y="3370765"/>
              <a:ext cx="395187" cy="208394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6808618" y="3244506"/>
              <a:ext cx="395187" cy="221020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7247715" y="3101828"/>
              <a:ext cx="395187" cy="235288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7686812" y="2932413"/>
              <a:ext cx="395187" cy="252230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8125910" y="2730983"/>
              <a:ext cx="395187" cy="272373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8565007" y="2503306"/>
              <a:ext cx="395187" cy="295140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9004104" y="2249507"/>
              <a:ext cx="395187" cy="320520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9443202" y="1951192"/>
              <a:ext cx="395187" cy="350352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2150901" y="5332991"/>
              <a:ext cx="254272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896628" y="4332894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$200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896628" y="3332797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$400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896628" y="2332700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$600</a:t>
              </a:r>
            </a:p>
          </p:txBody>
        </p:sp>
        <p:sp>
          <p:nvSpPr>
            <p:cNvPr id="30" name="pl29"/>
            <p:cNvSpPr/>
            <p:nvPr/>
          </p:nvSpPr>
          <p:spPr>
            <a:xfrm>
              <a:off x="2507660" y="5454714"/>
              <a:ext cx="7679811" cy="0"/>
            </a:xfrm>
            <a:custGeom>
              <a:avLst/>
              <a:pathLst>
                <a:path w="7679811" h="0">
                  <a:moveTo>
                    <a:pt x="0" y="0"/>
                  </a:moveTo>
                  <a:lnTo>
                    <a:pt x="767981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054336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5249822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7445309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9640795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2800063" y="5586784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2025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4995549" y="5586784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191036" y="5586784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9386523" y="5586784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2040</a:t>
              </a:r>
            </a:p>
          </p:txBody>
        </p:sp>
      </p:grpSp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Residential gas network charges are set to rise rapidly</a:t>
            </a:r>
          </a:p>
        </p:txBody>
      </p:sp>
      <p:sp>
        <p:nvSpPr>
          <p:cNvPr id="40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bjjefferson</cp:lastModifiedBy>
  <cp:revision>269</cp:revision>
  <dcterms:created xsi:type="dcterms:W3CDTF">2022-05-20T01:54:03Z</dcterms:created>
  <dcterms:modified xsi:type="dcterms:W3CDTF">2025-08-05T18:35:27Z</dcterms:modified>
</cp:coreProperties>
</file>