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1" r:id="rId1"/>
  </p:sldMasterIdLst>
  <p:notesMasterIdLst>
    <p:notesMasterId r:id="rId2"/>
  </p:notesMasterIdLst>
  <p:sldIdLst>
    <p:sldId id="25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27A25-491E-F020-8D4D-24B2035FFD33}" name="Kat Clay" initials="KC" userId="S::kat.clay@grattaninstitute.edu.au::98d84789-129b-4d4d-9a75-a87bac8c8f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4E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41"/>
    <p:restoredTop sz="94653"/>
  </p:normalViewPr>
  <p:slideViewPr>
    <p:cSldViewPr snapToGrid="0" snapToObjects="1">
      <p:cViewPr varScale="1">
        <p:scale>
          <a:sx n="121" d="100"/>
          <a:sy n="121" d="100"/>
        </p:scale>
        <p:origin x="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6" d="100"/>
          <a:sy n="106" d="100"/>
        </p:scale>
        <p:origin x="3620" y="56"/>
      </p:cViewPr>
      <p:guideLst/>
    </p:cSldViewPr>
  </p:notes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presProps" Target="presProps.xml"/>
<Relationship Id="rId7" Type="http://schemas.microsoft.com/office/2018/10/relationships/authors" Target="author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ableStyles" Target="tableStyles.xml"/>
<Relationship Id="rId5" Type="http://schemas.openxmlformats.org/officeDocument/2006/relationships/theme" Target="theme/theme1.xml"/>
<Relationship Id="rId4" Type="http://schemas.openxmlformats.org/officeDocument/2006/relationships/viewProps" Target="viewProps.xml"/>
<Relationship Id="rId8" Type="http://schemas.openxmlformats.org/officeDocument/2006/relationships/slide" Target="slides/slide1.xml"/>
</Relationships>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75376-077A-8F42-9E71-155E70FB596E}" type="datetimeFigureOut">
              <a:rPr lang="en-US" smtClean="0"/>
              <a:t>4/3/25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9419A-B53B-B044-8F99-D2573F3A8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8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
Powerpoint file location: Dropbox/Dominic  Jones/Apps/Overleaf/energy-2025-carbon-pricing-for-electricity/atlas/average_demand_shape_over_time/average_demand_shape_over_time_fullslide.pptx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CBC2DE-EA68-5645-6DC4-19921CEEB0B0}"/>
              </a:ext>
            </a:extLst>
          </p:cNvPr>
          <p:cNvSpPr txBox="1"/>
          <p:nvPr userDrawn="1"/>
        </p:nvSpPr>
        <p:spPr>
          <a:xfrm>
            <a:off x="116541" y="12909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2C78F-E40D-3A6B-24C2-906FA20E603F}"/>
              </a:ext>
            </a:extLst>
          </p:cNvPr>
          <p:cNvSpPr/>
          <p:nvPr userDrawn="1"/>
        </p:nvSpPr>
        <p:spPr>
          <a:xfrm>
            <a:off x="-11575" y="0"/>
            <a:ext cx="12203575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D39A8-9F28-D01B-F290-1C31B5FA8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905970"/>
            <a:ext cx="1933575" cy="532929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AC38636-A519-1DAA-F186-6178D64B12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1575" y="0"/>
            <a:ext cx="4181474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0A3FD-BE2F-A94A-0A45-53E6C58A00E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043488" y="5091113"/>
            <a:ext cx="1306512" cy="12065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Insert headshot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4C6B55-78E8-9DB5-56FA-E4A3B5705F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4300" y="5141913"/>
            <a:ext cx="2335213" cy="33972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 and title</a:t>
            </a:r>
            <a:endParaRPr lang="en-A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F4E9AF8-FC9F-0A5C-B569-D51DA3E363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4300" y="5732462"/>
            <a:ext cx="2276475" cy="268287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FC04F8-DC87-4C48-7442-FA72D1647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4913" y="2014538"/>
            <a:ext cx="5573712" cy="1206500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</a:t>
            </a:r>
            <a:endParaRPr lang="en-A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CF6FB1-F9E4-A648-B189-9DD172BB1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4913" y="3429000"/>
            <a:ext cx="5573712" cy="652463"/>
          </a:xfrm>
        </p:spPr>
        <p:txBody>
          <a:bodyPr>
            <a:normAutofit/>
          </a:bodyPr>
          <a:lstStyle>
            <a:lvl1pPr marL="0" indent="0">
              <a:buNone/>
              <a:defRPr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Subheading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1635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0FF13B-17DE-B58E-23D0-863404B8498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4C34C6-D93D-964F-98F1-8B05274CB5BF}" type="datetimeFigureOut">
              <a:rPr lang="en-US" smtClean="0"/>
              <a:t>4/3/25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1C777A-97BF-664C-98A5-2907D0932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6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B1789E7-BA20-0780-FB52-B02484AC77D3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B8918E-1EDB-7F60-9A99-7D4A0E14AB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7BE69A9-24E9-418A-68B9-AAE233480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B216488-F6B2-C054-EB55-0F9A57D9C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ECB45-057A-1EA2-2F6E-7C55F945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A2F51-0C2E-D1D9-EFED-E3A2276D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BAC65C7-BF2B-A350-909C-35D42AF84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9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orang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CF076BF-B4D2-731F-A8C4-B4C0523DA8D6}"/>
              </a:ext>
            </a:extLst>
          </p:cNvPr>
          <p:cNvSpPr/>
          <p:nvPr userDrawn="1"/>
        </p:nvSpPr>
        <p:spPr>
          <a:xfrm>
            <a:off x="0" y="-1"/>
            <a:ext cx="12192000" cy="1329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C0B9F51-D432-89C3-BAF5-11132AE40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482CF5D-DEBD-DB20-7858-2A857E71D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015322-31D2-917E-375B-3379430E14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3A11B26-D536-E55C-FEA5-61BBE902E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535906"/>
            <a:ext cx="11398531" cy="4615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E6EC27F-20CE-4CCF-3D5C-A051E0347B27}"/>
              </a:ext>
            </a:extLst>
          </p:cNvPr>
          <p:cNvSpPr txBox="1">
            <a:spLocks/>
          </p:cNvSpPr>
          <p:nvPr userDrawn="1"/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1C777A-97BF-664C-98A5-2907D09321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22FC4E-C0DC-E3DE-BD6B-D5CA591803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879474"/>
            <a:ext cx="6230937" cy="2921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A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EE96F9-3E03-A2B8-1CAD-49604615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6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4C90D1F-6BBA-97AB-88AA-507E0C7AD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721463F-DE73-8A1C-4B1D-EC5523146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B2FF0-4955-916C-E396-EBC8532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836AB3-6799-2DF5-B516-EDC045CE4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3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EC5B233-B10D-77D4-13F6-C9B4EACA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add slide title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C09E446-08E7-FD8F-80D1-1B02D15A6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3794" y="6356350"/>
            <a:ext cx="7189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5DDA1B1-E990-1373-D6AB-EF6EEB4045CA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1475" y="1808163"/>
            <a:ext cx="11412538" cy="4284662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AU"/>
          </a:p>
        </p:txBody>
      </p:sp>
      <p:sp>
        <p:nvSpPr>
          <p:cNvPr id="7" name="Caption Placeholder 1">
            <a:extLst>
              <a:ext uri="{FF2B5EF4-FFF2-40B4-BE49-F238E27FC236}">
                <a16:creationId xmlns:a16="http://schemas.microsoft.com/office/drawing/2014/main" id="{0B68B2F7-35DA-8DD2-1D07-9D280795C2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 anchor="t">
            <a:normAutofit/>
          </a:bodyPr>
          <a:lstStyle>
            <a:lvl1pPr marL="0" indent="0">
              <a:spcBef>
                <a:spcPts val="200"/>
              </a:spcBef>
              <a:buNone/>
              <a:defRPr sz="800"/>
            </a:lvl1pPr>
          </a:lstStyle>
          <a:p>
            <a:pPr lvl="0"/>
            <a:r>
              <a:rPr lang="en-GB" dirty="0"/>
              <a:t>Insert source and notes here</a:t>
            </a:r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B2EC199-2580-9D84-9E72-CE7324DB7A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GB" dirty="0"/>
              <a:t>Insert unit title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540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 userDrawn="1">
          <p15:clr>
            <a:srgbClr val="FBAE40"/>
          </p15:clr>
        </p15:guide>
        <p15:guide id="3" pos="234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orient="horz" pos="3929" userDrawn="1">
          <p15:clr>
            <a:srgbClr val="FBAE40"/>
          </p15:clr>
        </p15:guide>
        <p15:guide id="6" orient="horz" pos="1139" userDrawn="1">
          <p15:clr>
            <a:srgbClr val="FBAE40"/>
          </p15:clr>
        </p15:guide>
        <p15:guide id="7" orient="horz" pos="104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AU" noProof="0" smtClean="0"/>
              <a:t>3/4/2025</a:t>
            </a:fld>
            <a:endParaRPr lang="en-AU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26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4" r:id="rId2"/>
    <p:sldLayoutId id="2147483833" r:id="rId3"/>
    <p:sldLayoutId id="2147483844" r:id="rId4"/>
    <p:sldLayoutId id="2147483837" r:id="rId5"/>
    <p:sldLayoutId id="21474838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DM Serif Display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572" userDrawn="1">
          <p15:clr>
            <a:srgbClr val="F26B43"/>
          </p15:clr>
        </p15:guide>
        <p15:guide id="5" orient="horz" pos="8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notesSlide" Target="../notesSlides/notesSlide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/>
          <a:lstStyle/>
          <a:p>
            <a:r>
              <a:rPr/>
              <a:t>Power (kilowatts)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371475" y="1808163"/>
            <a:ext cx="11412538" cy="4284662"/>
            <a:chOff x="371475" y="1808163"/>
            <a:chExt cx="11412538" cy="4284662"/>
          </a:xfrm>
        </p:grpSpPr>
        <p:sp>
          <p:nvSpPr>
            <p:cNvPr id="4" name="rc3"/>
            <p:cNvSpPr/>
            <p:nvPr/>
          </p:nvSpPr>
          <p:spPr>
            <a:xfrm>
              <a:off x="11784013" y="1808162"/>
              <a:ext cx="0" cy="42846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793574" y="2296335"/>
              <a:ext cx="5348915" cy="128986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793574" y="3586200"/>
              <a:ext cx="5348915" cy="0"/>
            </a:xfrm>
            <a:custGeom>
              <a:avLst/>
              <a:pathLst>
                <a:path w="5348915" h="0">
                  <a:moveTo>
                    <a:pt x="0" y="0"/>
                  </a:moveTo>
                  <a:lnTo>
                    <a:pt x="5348915" y="0"/>
                  </a:lnTo>
                  <a:lnTo>
                    <a:pt x="5348915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793574" y="3270278"/>
              <a:ext cx="5348915" cy="0"/>
            </a:xfrm>
            <a:custGeom>
              <a:avLst/>
              <a:pathLst>
                <a:path w="5348915" h="0">
                  <a:moveTo>
                    <a:pt x="0" y="0"/>
                  </a:moveTo>
                  <a:lnTo>
                    <a:pt x="5348915" y="0"/>
                  </a:lnTo>
                  <a:lnTo>
                    <a:pt x="5348915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793574" y="2954357"/>
              <a:ext cx="5348915" cy="0"/>
            </a:xfrm>
            <a:custGeom>
              <a:avLst/>
              <a:pathLst>
                <a:path w="5348915" h="0">
                  <a:moveTo>
                    <a:pt x="0" y="0"/>
                  </a:moveTo>
                  <a:lnTo>
                    <a:pt x="5348915" y="0"/>
                  </a:lnTo>
                  <a:lnTo>
                    <a:pt x="5348915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793574" y="2638436"/>
              <a:ext cx="5348915" cy="0"/>
            </a:xfrm>
            <a:custGeom>
              <a:avLst/>
              <a:pathLst>
                <a:path w="5348915" h="0">
                  <a:moveTo>
                    <a:pt x="0" y="0"/>
                  </a:moveTo>
                  <a:lnTo>
                    <a:pt x="5348915" y="0"/>
                  </a:lnTo>
                  <a:lnTo>
                    <a:pt x="5348915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793574" y="2322515"/>
              <a:ext cx="5348915" cy="0"/>
            </a:xfrm>
            <a:custGeom>
              <a:avLst/>
              <a:pathLst>
                <a:path w="5348915" h="0">
                  <a:moveTo>
                    <a:pt x="0" y="0"/>
                  </a:moveTo>
                  <a:lnTo>
                    <a:pt x="5348915" y="0"/>
                  </a:lnTo>
                  <a:lnTo>
                    <a:pt x="5348915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793574" y="2537085"/>
              <a:ext cx="5269867" cy="1049115"/>
            </a:xfrm>
            <a:custGeom>
              <a:avLst/>
              <a:pathLst>
                <a:path w="5269867" h="1049115">
                  <a:moveTo>
                    <a:pt x="5259" y="612301"/>
                  </a:moveTo>
                  <a:lnTo>
                    <a:pt x="10518" y="613728"/>
                  </a:lnTo>
                  <a:lnTo>
                    <a:pt x="228667" y="672910"/>
                  </a:lnTo>
                  <a:lnTo>
                    <a:pt x="233926" y="674337"/>
                  </a:lnTo>
                  <a:lnTo>
                    <a:pt x="239186" y="675071"/>
                  </a:lnTo>
                  <a:lnTo>
                    <a:pt x="457334" y="705518"/>
                  </a:lnTo>
                  <a:lnTo>
                    <a:pt x="462593" y="706252"/>
                  </a:lnTo>
                  <a:lnTo>
                    <a:pt x="467853" y="706364"/>
                  </a:lnTo>
                  <a:lnTo>
                    <a:pt x="686001" y="711017"/>
                  </a:lnTo>
                  <a:lnTo>
                    <a:pt x="691261" y="711129"/>
                  </a:lnTo>
                  <a:lnTo>
                    <a:pt x="696520" y="711492"/>
                  </a:lnTo>
                  <a:lnTo>
                    <a:pt x="914669" y="726525"/>
                  </a:lnTo>
                  <a:lnTo>
                    <a:pt x="919928" y="726887"/>
                  </a:lnTo>
                  <a:lnTo>
                    <a:pt x="925187" y="726697"/>
                  </a:lnTo>
                  <a:lnTo>
                    <a:pt x="1143336" y="718784"/>
                  </a:lnTo>
                  <a:lnTo>
                    <a:pt x="1148595" y="718593"/>
                  </a:lnTo>
                  <a:lnTo>
                    <a:pt x="1153855" y="716563"/>
                  </a:lnTo>
                  <a:lnTo>
                    <a:pt x="1372003" y="632360"/>
                  </a:lnTo>
                  <a:lnTo>
                    <a:pt x="1377263" y="630330"/>
                  </a:lnTo>
                  <a:lnTo>
                    <a:pt x="1382522" y="627631"/>
                  </a:lnTo>
                  <a:lnTo>
                    <a:pt x="1600671" y="515670"/>
                  </a:lnTo>
                  <a:lnTo>
                    <a:pt x="1605930" y="512970"/>
                  </a:lnTo>
                  <a:lnTo>
                    <a:pt x="1611189" y="510476"/>
                  </a:lnTo>
                  <a:lnTo>
                    <a:pt x="1829338" y="407009"/>
                  </a:lnTo>
                  <a:lnTo>
                    <a:pt x="1834597" y="404514"/>
                  </a:lnTo>
                  <a:lnTo>
                    <a:pt x="1839857" y="402130"/>
                  </a:lnTo>
                  <a:lnTo>
                    <a:pt x="2058005" y="303244"/>
                  </a:lnTo>
                  <a:lnTo>
                    <a:pt x="2063265" y="300860"/>
                  </a:lnTo>
                  <a:lnTo>
                    <a:pt x="2068524" y="298075"/>
                  </a:lnTo>
                  <a:lnTo>
                    <a:pt x="2286673" y="182533"/>
                  </a:lnTo>
                  <a:lnTo>
                    <a:pt x="2291932" y="179748"/>
                  </a:lnTo>
                  <a:lnTo>
                    <a:pt x="2297191" y="178333"/>
                  </a:lnTo>
                  <a:lnTo>
                    <a:pt x="2515340" y="119645"/>
                  </a:lnTo>
                  <a:lnTo>
                    <a:pt x="2520599" y="118230"/>
                  </a:lnTo>
                  <a:lnTo>
                    <a:pt x="2525859" y="118060"/>
                  </a:lnTo>
                  <a:lnTo>
                    <a:pt x="2744007" y="110984"/>
                  </a:lnTo>
                  <a:lnTo>
                    <a:pt x="2749267" y="110813"/>
                  </a:lnTo>
                  <a:lnTo>
                    <a:pt x="2754526" y="111039"/>
                  </a:lnTo>
                  <a:lnTo>
                    <a:pt x="2972675" y="120404"/>
                  </a:lnTo>
                  <a:lnTo>
                    <a:pt x="2977934" y="120630"/>
                  </a:lnTo>
                  <a:lnTo>
                    <a:pt x="2983193" y="120812"/>
                  </a:lnTo>
                  <a:lnTo>
                    <a:pt x="3201342" y="128360"/>
                  </a:lnTo>
                  <a:lnTo>
                    <a:pt x="3206601" y="128541"/>
                  </a:lnTo>
                  <a:lnTo>
                    <a:pt x="3211861" y="128345"/>
                  </a:lnTo>
                  <a:lnTo>
                    <a:pt x="3430009" y="120186"/>
                  </a:lnTo>
                  <a:lnTo>
                    <a:pt x="3435269" y="119989"/>
                  </a:lnTo>
                  <a:lnTo>
                    <a:pt x="3440528" y="119945"/>
                  </a:lnTo>
                  <a:lnTo>
                    <a:pt x="3658677" y="118098"/>
                  </a:lnTo>
                  <a:lnTo>
                    <a:pt x="3663936" y="118054"/>
                  </a:lnTo>
                  <a:lnTo>
                    <a:pt x="3669195" y="117007"/>
                  </a:lnTo>
                  <a:lnTo>
                    <a:pt x="3887344" y="73591"/>
                  </a:lnTo>
                  <a:lnTo>
                    <a:pt x="3892603" y="72544"/>
                  </a:lnTo>
                  <a:lnTo>
                    <a:pt x="3897863" y="70876"/>
                  </a:lnTo>
                  <a:lnTo>
                    <a:pt x="4116011" y="1668"/>
                  </a:lnTo>
                  <a:lnTo>
                    <a:pt x="4121271" y="0"/>
                  </a:lnTo>
                  <a:lnTo>
                    <a:pt x="4126530" y="774"/>
                  </a:lnTo>
                  <a:lnTo>
                    <a:pt x="4344679" y="32892"/>
                  </a:lnTo>
                  <a:lnTo>
                    <a:pt x="4349938" y="33666"/>
                  </a:lnTo>
                  <a:lnTo>
                    <a:pt x="4355197" y="35928"/>
                  </a:lnTo>
                  <a:lnTo>
                    <a:pt x="4573346" y="129758"/>
                  </a:lnTo>
                  <a:lnTo>
                    <a:pt x="4578605" y="132020"/>
                  </a:lnTo>
                  <a:lnTo>
                    <a:pt x="4583865" y="135688"/>
                  </a:lnTo>
                  <a:lnTo>
                    <a:pt x="4802013" y="287830"/>
                  </a:lnTo>
                  <a:lnTo>
                    <a:pt x="4807273" y="291498"/>
                  </a:lnTo>
                  <a:lnTo>
                    <a:pt x="4812532" y="294072"/>
                  </a:lnTo>
                  <a:lnTo>
                    <a:pt x="5030681" y="400834"/>
                  </a:lnTo>
                  <a:lnTo>
                    <a:pt x="5035940" y="403408"/>
                  </a:lnTo>
                  <a:lnTo>
                    <a:pt x="5041199" y="405984"/>
                  </a:lnTo>
                  <a:lnTo>
                    <a:pt x="5259348" y="512807"/>
                  </a:lnTo>
                  <a:lnTo>
                    <a:pt x="5264607" y="515382"/>
                  </a:lnTo>
                  <a:lnTo>
                    <a:pt x="5269867" y="1049115"/>
                  </a:lnTo>
                  <a:lnTo>
                    <a:pt x="5264607" y="525370"/>
                  </a:lnTo>
                  <a:lnTo>
                    <a:pt x="5259348" y="522829"/>
                  </a:lnTo>
                  <a:lnTo>
                    <a:pt x="5041199" y="417420"/>
                  </a:lnTo>
                  <a:lnTo>
                    <a:pt x="5035940" y="414878"/>
                  </a:lnTo>
                  <a:lnTo>
                    <a:pt x="5030681" y="412340"/>
                  </a:lnTo>
                  <a:lnTo>
                    <a:pt x="4812532" y="307049"/>
                  </a:lnTo>
                  <a:lnTo>
                    <a:pt x="4807273" y="304511"/>
                  </a:lnTo>
                  <a:lnTo>
                    <a:pt x="4802013" y="300855"/>
                  </a:lnTo>
                  <a:lnTo>
                    <a:pt x="4583865" y="149228"/>
                  </a:lnTo>
                  <a:lnTo>
                    <a:pt x="4578605" y="145573"/>
                  </a:lnTo>
                  <a:lnTo>
                    <a:pt x="4573346" y="143292"/>
                  </a:lnTo>
                  <a:lnTo>
                    <a:pt x="4355197" y="48695"/>
                  </a:lnTo>
                  <a:lnTo>
                    <a:pt x="4349938" y="46415"/>
                  </a:lnTo>
                  <a:lnTo>
                    <a:pt x="4344679" y="45601"/>
                  </a:lnTo>
                  <a:lnTo>
                    <a:pt x="4126530" y="11877"/>
                  </a:lnTo>
                  <a:lnTo>
                    <a:pt x="4121271" y="11064"/>
                  </a:lnTo>
                  <a:lnTo>
                    <a:pt x="4116011" y="12700"/>
                  </a:lnTo>
                  <a:lnTo>
                    <a:pt x="3897863" y="80537"/>
                  </a:lnTo>
                  <a:lnTo>
                    <a:pt x="3892603" y="82173"/>
                  </a:lnTo>
                  <a:lnTo>
                    <a:pt x="3887344" y="83200"/>
                  </a:lnTo>
                  <a:lnTo>
                    <a:pt x="3669195" y="125781"/>
                  </a:lnTo>
                  <a:lnTo>
                    <a:pt x="3663936" y="126807"/>
                  </a:lnTo>
                  <a:lnTo>
                    <a:pt x="3658677" y="126849"/>
                  </a:lnTo>
                  <a:lnTo>
                    <a:pt x="3440528" y="128564"/>
                  </a:lnTo>
                  <a:lnTo>
                    <a:pt x="3435269" y="128605"/>
                  </a:lnTo>
                  <a:lnTo>
                    <a:pt x="3430009" y="128806"/>
                  </a:lnTo>
                  <a:lnTo>
                    <a:pt x="3211861" y="137119"/>
                  </a:lnTo>
                  <a:lnTo>
                    <a:pt x="3206601" y="137320"/>
                  </a:lnTo>
                  <a:lnTo>
                    <a:pt x="3201342" y="137148"/>
                  </a:lnTo>
                  <a:lnTo>
                    <a:pt x="2983193" y="130011"/>
                  </a:lnTo>
                  <a:lnTo>
                    <a:pt x="2977934" y="129839"/>
                  </a:lnTo>
                  <a:lnTo>
                    <a:pt x="2972675" y="129621"/>
                  </a:lnTo>
                  <a:lnTo>
                    <a:pt x="2754526" y="120568"/>
                  </a:lnTo>
                  <a:lnTo>
                    <a:pt x="2749267" y="120350"/>
                  </a:lnTo>
                  <a:lnTo>
                    <a:pt x="2744007" y="120521"/>
                  </a:lnTo>
                  <a:lnTo>
                    <a:pt x="2525859" y="127631"/>
                  </a:lnTo>
                  <a:lnTo>
                    <a:pt x="2520599" y="127802"/>
                  </a:lnTo>
                  <a:lnTo>
                    <a:pt x="2515340" y="129206"/>
                  </a:lnTo>
                  <a:lnTo>
                    <a:pt x="2297191" y="187403"/>
                  </a:lnTo>
                  <a:lnTo>
                    <a:pt x="2291932" y="188807"/>
                  </a:lnTo>
                  <a:lnTo>
                    <a:pt x="2286673" y="191562"/>
                  </a:lnTo>
                  <a:lnTo>
                    <a:pt x="2068524" y="305862"/>
                  </a:lnTo>
                  <a:lnTo>
                    <a:pt x="2063265" y="308618"/>
                  </a:lnTo>
                  <a:lnTo>
                    <a:pt x="2058005" y="310962"/>
                  </a:lnTo>
                  <a:lnTo>
                    <a:pt x="1839857" y="408210"/>
                  </a:lnTo>
                  <a:lnTo>
                    <a:pt x="1834597" y="410555"/>
                  </a:lnTo>
                  <a:lnTo>
                    <a:pt x="1829338" y="413009"/>
                  </a:lnTo>
                  <a:lnTo>
                    <a:pt x="1611189" y="514821"/>
                  </a:lnTo>
                  <a:lnTo>
                    <a:pt x="1605930" y="517276"/>
                  </a:lnTo>
                  <a:lnTo>
                    <a:pt x="1600671" y="519947"/>
                  </a:lnTo>
                  <a:lnTo>
                    <a:pt x="1382522" y="630765"/>
                  </a:lnTo>
                  <a:lnTo>
                    <a:pt x="1377263" y="633437"/>
                  </a:lnTo>
                  <a:lnTo>
                    <a:pt x="1372003" y="635459"/>
                  </a:lnTo>
                  <a:lnTo>
                    <a:pt x="1153855" y="719319"/>
                  </a:lnTo>
                  <a:lnTo>
                    <a:pt x="1148595" y="721341"/>
                  </a:lnTo>
                  <a:lnTo>
                    <a:pt x="1143336" y="721544"/>
                  </a:lnTo>
                  <a:lnTo>
                    <a:pt x="925187" y="729965"/>
                  </a:lnTo>
                  <a:lnTo>
                    <a:pt x="919928" y="730168"/>
                  </a:lnTo>
                  <a:lnTo>
                    <a:pt x="914669" y="729834"/>
                  </a:lnTo>
                  <a:lnTo>
                    <a:pt x="696520" y="715981"/>
                  </a:lnTo>
                  <a:lnTo>
                    <a:pt x="691261" y="715647"/>
                  </a:lnTo>
                  <a:lnTo>
                    <a:pt x="686001" y="715570"/>
                  </a:lnTo>
                  <a:lnTo>
                    <a:pt x="467853" y="712397"/>
                  </a:lnTo>
                  <a:lnTo>
                    <a:pt x="462593" y="712321"/>
                  </a:lnTo>
                  <a:lnTo>
                    <a:pt x="457334" y="711621"/>
                  </a:lnTo>
                  <a:lnTo>
                    <a:pt x="239186" y="682600"/>
                  </a:lnTo>
                  <a:lnTo>
                    <a:pt x="233926" y="681900"/>
                  </a:lnTo>
                  <a:lnTo>
                    <a:pt x="228667" y="680501"/>
                  </a:lnTo>
                  <a:lnTo>
                    <a:pt x="10518" y="622437"/>
                  </a:lnTo>
                  <a:lnTo>
                    <a:pt x="5259" y="621037"/>
                  </a:lnTo>
                  <a:lnTo>
                    <a:pt x="0" y="1049115"/>
                  </a:lnTo>
                  <a:close/>
                </a:path>
              </a:pathLst>
            </a:cu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798834" y="2537085"/>
              <a:ext cx="5259348" cy="726887"/>
            </a:xfrm>
            <a:custGeom>
              <a:avLst/>
              <a:pathLst>
                <a:path w="5259348" h="726887">
                  <a:moveTo>
                    <a:pt x="0" y="612301"/>
                  </a:moveTo>
                  <a:lnTo>
                    <a:pt x="5259" y="613728"/>
                  </a:lnTo>
                  <a:lnTo>
                    <a:pt x="223407" y="672910"/>
                  </a:lnTo>
                  <a:lnTo>
                    <a:pt x="228667" y="674337"/>
                  </a:lnTo>
                  <a:lnTo>
                    <a:pt x="233926" y="675071"/>
                  </a:lnTo>
                  <a:lnTo>
                    <a:pt x="452075" y="705518"/>
                  </a:lnTo>
                  <a:lnTo>
                    <a:pt x="457334" y="706252"/>
                  </a:lnTo>
                  <a:lnTo>
                    <a:pt x="462593" y="706364"/>
                  </a:lnTo>
                  <a:lnTo>
                    <a:pt x="680742" y="711017"/>
                  </a:lnTo>
                  <a:lnTo>
                    <a:pt x="686001" y="711129"/>
                  </a:lnTo>
                  <a:lnTo>
                    <a:pt x="691261" y="711492"/>
                  </a:lnTo>
                  <a:lnTo>
                    <a:pt x="909409" y="726525"/>
                  </a:lnTo>
                  <a:lnTo>
                    <a:pt x="914669" y="726887"/>
                  </a:lnTo>
                  <a:lnTo>
                    <a:pt x="919928" y="726697"/>
                  </a:lnTo>
                  <a:lnTo>
                    <a:pt x="1138077" y="718784"/>
                  </a:lnTo>
                  <a:lnTo>
                    <a:pt x="1143336" y="718593"/>
                  </a:lnTo>
                  <a:lnTo>
                    <a:pt x="1148595" y="716563"/>
                  </a:lnTo>
                  <a:lnTo>
                    <a:pt x="1366744" y="632360"/>
                  </a:lnTo>
                  <a:lnTo>
                    <a:pt x="1372003" y="630330"/>
                  </a:lnTo>
                  <a:lnTo>
                    <a:pt x="1377263" y="627631"/>
                  </a:lnTo>
                  <a:lnTo>
                    <a:pt x="1595411" y="515670"/>
                  </a:lnTo>
                  <a:lnTo>
                    <a:pt x="1600671" y="512970"/>
                  </a:lnTo>
                  <a:lnTo>
                    <a:pt x="1605930" y="510476"/>
                  </a:lnTo>
                  <a:lnTo>
                    <a:pt x="1824079" y="407009"/>
                  </a:lnTo>
                  <a:lnTo>
                    <a:pt x="1829338" y="404514"/>
                  </a:lnTo>
                  <a:lnTo>
                    <a:pt x="1834597" y="402130"/>
                  </a:lnTo>
                  <a:lnTo>
                    <a:pt x="2052746" y="303244"/>
                  </a:lnTo>
                  <a:lnTo>
                    <a:pt x="2058005" y="300860"/>
                  </a:lnTo>
                  <a:lnTo>
                    <a:pt x="2063265" y="298075"/>
                  </a:lnTo>
                  <a:lnTo>
                    <a:pt x="2281413" y="182533"/>
                  </a:lnTo>
                  <a:lnTo>
                    <a:pt x="2286673" y="179748"/>
                  </a:lnTo>
                  <a:lnTo>
                    <a:pt x="2291932" y="178333"/>
                  </a:lnTo>
                  <a:lnTo>
                    <a:pt x="2510081" y="119645"/>
                  </a:lnTo>
                  <a:lnTo>
                    <a:pt x="2515340" y="118230"/>
                  </a:lnTo>
                  <a:lnTo>
                    <a:pt x="2520599" y="118060"/>
                  </a:lnTo>
                  <a:lnTo>
                    <a:pt x="2738748" y="110984"/>
                  </a:lnTo>
                  <a:lnTo>
                    <a:pt x="2744007" y="110813"/>
                  </a:lnTo>
                  <a:lnTo>
                    <a:pt x="2749267" y="111039"/>
                  </a:lnTo>
                  <a:lnTo>
                    <a:pt x="2967415" y="120404"/>
                  </a:lnTo>
                  <a:lnTo>
                    <a:pt x="2972675" y="120630"/>
                  </a:lnTo>
                  <a:lnTo>
                    <a:pt x="2977934" y="120812"/>
                  </a:lnTo>
                  <a:lnTo>
                    <a:pt x="3196083" y="128360"/>
                  </a:lnTo>
                  <a:lnTo>
                    <a:pt x="3201342" y="128541"/>
                  </a:lnTo>
                  <a:lnTo>
                    <a:pt x="3206601" y="128345"/>
                  </a:lnTo>
                  <a:lnTo>
                    <a:pt x="3424750" y="120186"/>
                  </a:lnTo>
                  <a:lnTo>
                    <a:pt x="3430009" y="119989"/>
                  </a:lnTo>
                  <a:lnTo>
                    <a:pt x="3435269" y="119945"/>
                  </a:lnTo>
                  <a:lnTo>
                    <a:pt x="3653417" y="118098"/>
                  </a:lnTo>
                  <a:lnTo>
                    <a:pt x="3658677" y="118054"/>
                  </a:lnTo>
                  <a:lnTo>
                    <a:pt x="3663936" y="117007"/>
                  </a:lnTo>
                  <a:lnTo>
                    <a:pt x="3882085" y="73591"/>
                  </a:lnTo>
                  <a:lnTo>
                    <a:pt x="3887344" y="72544"/>
                  </a:lnTo>
                  <a:lnTo>
                    <a:pt x="3892603" y="70876"/>
                  </a:lnTo>
                  <a:lnTo>
                    <a:pt x="4110752" y="1668"/>
                  </a:lnTo>
                  <a:lnTo>
                    <a:pt x="4116011" y="0"/>
                  </a:lnTo>
                  <a:lnTo>
                    <a:pt x="4121271" y="774"/>
                  </a:lnTo>
                  <a:lnTo>
                    <a:pt x="4339419" y="32892"/>
                  </a:lnTo>
                  <a:lnTo>
                    <a:pt x="4344679" y="33666"/>
                  </a:lnTo>
                  <a:lnTo>
                    <a:pt x="4349938" y="35928"/>
                  </a:lnTo>
                  <a:lnTo>
                    <a:pt x="4568087" y="129758"/>
                  </a:lnTo>
                  <a:lnTo>
                    <a:pt x="4573346" y="132020"/>
                  </a:lnTo>
                  <a:lnTo>
                    <a:pt x="4578605" y="135688"/>
                  </a:lnTo>
                  <a:lnTo>
                    <a:pt x="4796754" y="287830"/>
                  </a:lnTo>
                  <a:lnTo>
                    <a:pt x="4802013" y="291498"/>
                  </a:lnTo>
                  <a:lnTo>
                    <a:pt x="4807273" y="294072"/>
                  </a:lnTo>
                  <a:lnTo>
                    <a:pt x="5025421" y="400834"/>
                  </a:lnTo>
                  <a:lnTo>
                    <a:pt x="5030681" y="403408"/>
                  </a:lnTo>
                  <a:lnTo>
                    <a:pt x="5035940" y="405984"/>
                  </a:lnTo>
                  <a:lnTo>
                    <a:pt x="5254089" y="512807"/>
                  </a:lnTo>
                  <a:lnTo>
                    <a:pt x="5259348" y="515382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g12"/>
            <p:cNvSpPr/>
            <p:nvPr/>
          </p:nvSpPr>
          <p:spPr>
            <a:xfrm>
              <a:off x="793574" y="2548149"/>
              <a:ext cx="5269867" cy="1038050"/>
            </a:xfrm>
            <a:custGeom>
              <a:avLst/>
              <a:pathLst>
                <a:path w="5269867" h="1038050">
                  <a:moveTo>
                    <a:pt x="5259" y="609972"/>
                  </a:moveTo>
                  <a:lnTo>
                    <a:pt x="10518" y="611372"/>
                  </a:lnTo>
                  <a:lnTo>
                    <a:pt x="228667" y="669436"/>
                  </a:lnTo>
                  <a:lnTo>
                    <a:pt x="233926" y="670836"/>
                  </a:lnTo>
                  <a:lnTo>
                    <a:pt x="239186" y="671535"/>
                  </a:lnTo>
                  <a:lnTo>
                    <a:pt x="457334" y="700556"/>
                  </a:lnTo>
                  <a:lnTo>
                    <a:pt x="462593" y="701256"/>
                  </a:lnTo>
                  <a:lnTo>
                    <a:pt x="467853" y="701332"/>
                  </a:lnTo>
                  <a:lnTo>
                    <a:pt x="686001" y="704505"/>
                  </a:lnTo>
                  <a:lnTo>
                    <a:pt x="691261" y="704582"/>
                  </a:lnTo>
                  <a:lnTo>
                    <a:pt x="696520" y="704916"/>
                  </a:lnTo>
                  <a:lnTo>
                    <a:pt x="914669" y="718770"/>
                  </a:lnTo>
                  <a:lnTo>
                    <a:pt x="919928" y="719104"/>
                  </a:lnTo>
                  <a:lnTo>
                    <a:pt x="925187" y="718901"/>
                  </a:lnTo>
                  <a:lnTo>
                    <a:pt x="1143336" y="710479"/>
                  </a:lnTo>
                  <a:lnTo>
                    <a:pt x="1148595" y="710276"/>
                  </a:lnTo>
                  <a:lnTo>
                    <a:pt x="1153855" y="708254"/>
                  </a:lnTo>
                  <a:lnTo>
                    <a:pt x="1372003" y="624394"/>
                  </a:lnTo>
                  <a:lnTo>
                    <a:pt x="1377263" y="622372"/>
                  </a:lnTo>
                  <a:lnTo>
                    <a:pt x="1382522" y="619700"/>
                  </a:lnTo>
                  <a:lnTo>
                    <a:pt x="1600671" y="508883"/>
                  </a:lnTo>
                  <a:lnTo>
                    <a:pt x="1605930" y="506211"/>
                  </a:lnTo>
                  <a:lnTo>
                    <a:pt x="1611189" y="503756"/>
                  </a:lnTo>
                  <a:lnTo>
                    <a:pt x="1829338" y="401945"/>
                  </a:lnTo>
                  <a:lnTo>
                    <a:pt x="1834597" y="399490"/>
                  </a:lnTo>
                  <a:lnTo>
                    <a:pt x="1839857" y="397145"/>
                  </a:lnTo>
                  <a:lnTo>
                    <a:pt x="2058005" y="299897"/>
                  </a:lnTo>
                  <a:lnTo>
                    <a:pt x="2063265" y="297553"/>
                  </a:lnTo>
                  <a:lnTo>
                    <a:pt x="2068524" y="294797"/>
                  </a:lnTo>
                  <a:lnTo>
                    <a:pt x="2286673" y="180497"/>
                  </a:lnTo>
                  <a:lnTo>
                    <a:pt x="2291932" y="177742"/>
                  </a:lnTo>
                  <a:lnTo>
                    <a:pt x="2297191" y="176339"/>
                  </a:lnTo>
                  <a:lnTo>
                    <a:pt x="2515340" y="118141"/>
                  </a:lnTo>
                  <a:lnTo>
                    <a:pt x="2520599" y="116738"/>
                  </a:lnTo>
                  <a:lnTo>
                    <a:pt x="2525859" y="116566"/>
                  </a:lnTo>
                  <a:lnTo>
                    <a:pt x="2744007" y="109456"/>
                  </a:lnTo>
                  <a:lnTo>
                    <a:pt x="2749267" y="109285"/>
                  </a:lnTo>
                  <a:lnTo>
                    <a:pt x="2754526" y="109503"/>
                  </a:lnTo>
                  <a:lnTo>
                    <a:pt x="2972675" y="118556"/>
                  </a:lnTo>
                  <a:lnTo>
                    <a:pt x="2977934" y="118775"/>
                  </a:lnTo>
                  <a:lnTo>
                    <a:pt x="2983193" y="118947"/>
                  </a:lnTo>
                  <a:lnTo>
                    <a:pt x="3201342" y="126083"/>
                  </a:lnTo>
                  <a:lnTo>
                    <a:pt x="3206601" y="126255"/>
                  </a:lnTo>
                  <a:lnTo>
                    <a:pt x="3211861" y="126055"/>
                  </a:lnTo>
                  <a:lnTo>
                    <a:pt x="3430009" y="117741"/>
                  </a:lnTo>
                  <a:lnTo>
                    <a:pt x="3435269" y="117540"/>
                  </a:lnTo>
                  <a:lnTo>
                    <a:pt x="3440528" y="117499"/>
                  </a:lnTo>
                  <a:lnTo>
                    <a:pt x="3658677" y="115784"/>
                  </a:lnTo>
                  <a:lnTo>
                    <a:pt x="3663936" y="115742"/>
                  </a:lnTo>
                  <a:lnTo>
                    <a:pt x="3669195" y="114716"/>
                  </a:lnTo>
                  <a:lnTo>
                    <a:pt x="3887344" y="72135"/>
                  </a:lnTo>
                  <a:lnTo>
                    <a:pt x="3892603" y="71108"/>
                  </a:lnTo>
                  <a:lnTo>
                    <a:pt x="3897863" y="69473"/>
                  </a:lnTo>
                  <a:lnTo>
                    <a:pt x="4116011" y="1635"/>
                  </a:lnTo>
                  <a:lnTo>
                    <a:pt x="4121271" y="0"/>
                  </a:lnTo>
                  <a:lnTo>
                    <a:pt x="4126530" y="813"/>
                  </a:lnTo>
                  <a:lnTo>
                    <a:pt x="4344679" y="34537"/>
                  </a:lnTo>
                  <a:lnTo>
                    <a:pt x="4349938" y="35350"/>
                  </a:lnTo>
                  <a:lnTo>
                    <a:pt x="4355197" y="37630"/>
                  </a:lnTo>
                  <a:lnTo>
                    <a:pt x="4573346" y="132227"/>
                  </a:lnTo>
                  <a:lnTo>
                    <a:pt x="4578605" y="134508"/>
                  </a:lnTo>
                  <a:lnTo>
                    <a:pt x="4583865" y="138163"/>
                  </a:lnTo>
                  <a:lnTo>
                    <a:pt x="4802013" y="289791"/>
                  </a:lnTo>
                  <a:lnTo>
                    <a:pt x="4807273" y="293446"/>
                  </a:lnTo>
                  <a:lnTo>
                    <a:pt x="4812532" y="295985"/>
                  </a:lnTo>
                  <a:lnTo>
                    <a:pt x="5030681" y="401275"/>
                  </a:lnTo>
                  <a:lnTo>
                    <a:pt x="5035940" y="403813"/>
                  </a:lnTo>
                  <a:lnTo>
                    <a:pt x="5041199" y="406355"/>
                  </a:lnTo>
                  <a:lnTo>
                    <a:pt x="5259348" y="511764"/>
                  </a:lnTo>
                  <a:lnTo>
                    <a:pt x="5264607" y="514306"/>
                  </a:lnTo>
                  <a:lnTo>
                    <a:pt x="5269867" y="1038050"/>
                  </a:lnTo>
                  <a:lnTo>
                    <a:pt x="5264607" y="514338"/>
                  </a:lnTo>
                  <a:lnTo>
                    <a:pt x="5259348" y="511797"/>
                  </a:lnTo>
                  <a:lnTo>
                    <a:pt x="5041199" y="406396"/>
                  </a:lnTo>
                  <a:lnTo>
                    <a:pt x="5035940" y="403854"/>
                  </a:lnTo>
                  <a:lnTo>
                    <a:pt x="5030681" y="401316"/>
                  </a:lnTo>
                  <a:lnTo>
                    <a:pt x="4812532" y="296027"/>
                  </a:lnTo>
                  <a:lnTo>
                    <a:pt x="4807273" y="293488"/>
                  </a:lnTo>
                  <a:lnTo>
                    <a:pt x="4802013" y="289833"/>
                  </a:lnTo>
                  <a:lnTo>
                    <a:pt x="4583865" y="138227"/>
                  </a:lnTo>
                  <a:lnTo>
                    <a:pt x="4578605" y="134572"/>
                  </a:lnTo>
                  <a:lnTo>
                    <a:pt x="4573346" y="132291"/>
                  </a:lnTo>
                  <a:lnTo>
                    <a:pt x="4355197" y="37707"/>
                  </a:lnTo>
                  <a:lnTo>
                    <a:pt x="4349938" y="35427"/>
                  </a:lnTo>
                  <a:lnTo>
                    <a:pt x="4344679" y="34614"/>
                  </a:lnTo>
                  <a:lnTo>
                    <a:pt x="4126530" y="897"/>
                  </a:lnTo>
                  <a:lnTo>
                    <a:pt x="4121271" y="85"/>
                  </a:lnTo>
                  <a:lnTo>
                    <a:pt x="4116011" y="1719"/>
                  </a:lnTo>
                  <a:lnTo>
                    <a:pt x="3897863" y="69533"/>
                  </a:lnTo>
                  <a:lnTo>
                    <a:pt x="3892603" y="71168"/>
                  </a:lnTo>
                  <a:lnTo>
                    <a:pt x="3887344" y="72194"/>
                  </a:lnTo>
                  <a:lnTo>
                    <a:pt x="3669195" y="114758"/>
                  </a:lnTo>
                  <a:lnTo>
                    <a:pt x="3663936" y="115785"/>
                  </a:lnTo>
                  <a:lnTo>
                    <a:pt x="3658677" y="115826"/>
                  </a:lnTo>
                  <a:lnTo>
                    <a:pt x="3440528" y="117537"/>
                  </a:lnTo>
                  <a:lnTo>
                    <a:pt x="3435269" y="117579"/>
                  </a:lnTo>
                  <a:lnTo>
                    <a:pt x="3430009" y="117779"/>
                  </a:lnTo>
                  <a:lnTo>
                    <a:pt x="3211861" y="126092"/>
                  </a:lnTo>
                  <a:lnTo>
                    <a:pt x="3206601" y="126293"/>
                  </a:lnTo>
                  <a:lnTo>
                    <a:pt x="3201342" y="126121"/>
                  </a:lnTo>
                  <a:lnTo>
                    <a:pt x="2983193" y="118993"/>
                  </a:lnTo>
                  <a:lnTo>
                    <a:pt x="2977934" y="118821"/>
                  </a:lnTo>
                  <a:lnTo>
                    <a:pt x="2972675" y="118603"/>
                  </a:lnTo>
                  <a:lnTo>
                    <a:pt x="2754526" y="109567"/>
                  </a:lnTo>
                  <a:lnTo>
                    <a:pt x="2749267" y="109349"/>
                  </a:lnTo>
                  <a:lnTo>
                    <a:pt x="2744007" y="109521"/>
                  </a:lnTo>
                  <a:lnTo>
                    <a:pt x="2525859" y="116644"/>
                  </a:lnTo>
                  <a:lnTo>
                    <a:pt x="2520599" y="116816"/>
                  </a:lnTo>
                  <a:lnTo>
                    <a:pt x="2515340" y="118219"/>
                  </a:lnTo>
                  <a:lnTo>
                    <a:pt x="2297191" y="176411"/>
                  </a:lnTo>
                  <a:lnTo>
                    <a:pt x="2291932" y="177814"/>
                  </a:lnTo>
                  <a:lnTo>
                    <a:pt x="2286673" y="180569"/>
                  </a:lnTo>
                  <a:lnTo>
                    <a:pt x="2068524" y="294857"/>
                  </a:lnTo>
                  <a:lnTo>
                    <a:pt x="2063265" y="297612"/>
                  </a:lnTo>
                  <a:lnTo>
                    <a:pt x="2058005" y="299956"/>
                  </a:lnTo>
                  <a:lnTo>
                    <a:pt x="1839857" y="397200"/>
                  </a:lnTo>
                  <a:lnTo>
                    <a:pt x="1834597" y="399545"/>
                  </a:lnTo>
                  <a:lnTo>
                    <a:pt x="1829338" y="401999"/>
                  </a:lnTo>
                  <a:lnTo>
                    <a:pt x="1611189" y="503803"/>
                  </a:lnTo>
                  <a:lnTo>
                    <a:pt x="1605930" y="506257"/>
                  </a:lnTo>
                  <a:lnTo>
                    <a:pt x="1600671" y="508929"/>
                  </a:lnTo>
                  <a:lnTo>
                    <a:pt x="1382522" y="619730"/>
                  </a:lnTo>
                  <a:lnTo>
                    <a:pt x="1377263" y="622401"/>
                  </a:lnTo>
                  <a:lnTo>
                    <a:pt x="1372003" y="624423"/>
                  </a:lnTo>
                  <a:lnTo>
                    <a:pt x="1153855" y="708272"/>
                  </a:lnTo>
                  <a:lnTo>
                    <a:pt x="1148595" y="710294"/>
                  </a:lnTo>
                  <a:lnTo>
                    <a:pt x="1143336" y="710497"/>
                  </a:lnTo>
                  <a:lnTo>
                    <a:pt x="925187" y="718916"/>
                  </a:lnTo>
                  <a:lnTo>
                    <a:pt x="919928" y="719119"/>
                  </a:lnTo>
                  <a:lnTo>
                    <a:pt x="914669" y="718785"/>
                  </a:lnTo>
                  <a:lnTo>
                    <a:pt x="696520" y="704934"/>
                  </a:lnTo>
                  <a:lnTo>
                    <a:pt x="691261" y="704600"/>
                  </a:lnTo>
                  <a:lnTo>
                    <a:pt x="686001" y="704523"/>
                  </a:lnTo>
                  <a:lnTo>
                    <a:pt x="467853" y="701348"/>
                  </a:lnTo>
                  <a:lnTo>
                    <a:pt x="462593" y="701271"/>
                  </a:lnTo>
                  <a:lnTo>
                    <a:pt x="457334" y="700572"/>
                  </a:lnTo>
                  <a:lnTo>
                    <a:pt x="239186" y="671555"/>
                  </a:lnTo>
                  <a:lnTo>
                    <a:pt x="233926" y="670855"/>
                  </a:lnTo>
                  <a:lnTo>
                    <a:pt x="228667" y="669456"/>
                  </a:lnTo>
                  <a:lnTo>
                    <a:pt x="10518" y="611397"/>
                  </a:lnTo>
                  <a:lnTo>
                    <a:pt x="5259" y="609998"/>
                  </a:lnTo>
                  <a:lnTo>
                    <a:pt x="0" y="1038050"/>
                  </a:lnTo>
                  <a:close/>
                </a:path>
              </a:pathLst>
            </a:cu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798834" y="2548149"/>
              <a:ext cx="5259348" cy="719104"/>
            </a:xfrm>
            <a:custGeom>
              <a:avLst/>
              <a:pathLst>
                <a:path w="5259348" h="719104">
                  <a:moveTo>
                    <a:pt x="0" y="609972"/>
                  </a:moveTo>
                  <a:lnTo>
                    <a:pt x="5259" y="611372"/>
                  </a:lnTo>
                  <a:lnTo>
                    <a:pt x="223407" y="669436"/>
                  </a:lnTo>
                  <a:lnTo>
                    <a:pt x="228667" y="670836"/>
                  </a:lnTo>
                  <a:lnTo>
                    <a:pt x="233926" y="671535"/>
                  </a:lnTo>
                  <a:lnTo>
                    <a:pt x="452075" y="700556"/>
                  </a:lnTo>
                  <a:lnTo>
                    <a:pt x="457334" y="701256"/>
                  </a:lnTo>
                  <a:lnTo>
                    <a:pt x="462593" y="701332"/>
                  </a:lnTo>
                  <a:lnTo>
                    <a:pt x="680742" y="704505"/>
                  </a:lnTo>
                  <a:lnTo>
                    <a:pt x="686001" y="704582"/>
                  </a:lnTo>
                  <a:lnTo>
                    <a:pt x="691261" y="704916"/>
                  </a:lnTo>
                  <a:lnTo>
                    <a:pt x="909409" y="718770"/>
                  </a:lnTo>
                  <a:lnTo>
                    <a:pt x="914669" y="719104"/>
                  </a:lnTo>
                  <a:lnTo>
                    <a:pt x="919928" y="718901"/>
                  </a:lnTo>
                  <a:lnTo>
                    <a:pt x="1138077" y="710479"/>
                  </a:lnTo>
                  <a:lnTo>
                    <a:pt x="1143336" y="710276"/>
                  </a:lnTo>
                  <a:lnTo>
                    <a:pt x="1148595" y="708254"/>
                  </a:lnTo>
                  <a:lnTo>
                    <a:pt x="1366744" y="624394"/>
                  </a:lnTo>
                  <a:lnTo>
                    <a:pt x="1372003" y="622372"/>
                  </a:lnTo>
                  <a:lnTo>
                    <a:pt x="1377263" y="619700"/>
                  </a:lnTo>
                  <a:lnTo>
                    <a:pt x="1595411" y="508883"/>
                  </a:lnTo>
                  <a:lnTo>
                    <a:pt x="1600671" y="506211"/>
                  </a:lnTo>
                  <a:lnTo>
                    <a:pt x="1605930" y="503756"/>
                  </a:lnTo>
                  <a:lnTo>
                    <a:pt x="1824079" y="401945"/>
                  </a:lnTo>
                  <a:lnTo>
                    <a:pt x="1829338" y="399490"/>
                  </a:lnTo>
                  <a:lnTo>
                    <a:pt x="1834597" y="397145"/>
                  </a:lnTo>
                  <a:lnTo>
                    <a:pt x="2052746" y="299897"/>
                  </a:lnTo>
                  <a:lnTo>
                    <a:pt x="2058005" y="297553"/>
                  </a:lnTo>
                  <a:lnTo>
                    <a:pt x="2063265" y="294797"/>
                  </a:lnTo>
                  <a:lnTo>
                    <a:pt x="2281413" y="180497"/>
                  </a:lnTo>
                  <a:lnTo>
                    <a:pt x="2286673" y="177742"/>
                  </a:lnTo>
                  <a:lnTo>
                    <a:pt x="2291932" y="176339"/>
                  </a:lnTo>
                  <a:lnTo>
                    <a:pt x="2510081" y="118141"/>
                  </a:lnTo>
                  <a:lnTo>
                    <a:pt x="2515340" y="116738"/>
                  </a:lnTo>
                  <a:lnTo>
                    <a:pt x="2520599" y="116566"/>
                  </a:lnTo>
                  <a:lnTo>
                    <a:pt x="2738748" y="109456"/>
                  </a:lnTo>
                  <a:lnTo>
                    <a:pt x="2744007" y="109285"/>
                  </a:lnTo>
                  <a:lnTo>
                    <a:pt x="2749267" y="109503"/>
                  </a:lnTo>
                  <a:lnTo>
                    <a:pt x="2967415" y="118556"/>
                  </a:lnTo>
                  <a:lnTo>
                    <a:pt x="2972675" y="118775"/>
                  </a:lnTo>
                  <a:lnTo>
                    <a:pt x="2977934" y="118947"/>
                  </a:lnTo>
                  <a:lnTo>
                    <a:pt x="3196083" y="126083"/>
                  </a:lnTo>
                  <a:lnTo>
                    <a:pt x="3201342" y="126255"/>
                  </a:lnTo>
                  <a:lnTo>
                    <a:pt x="3206601" y="126055"/>
                  </a:lnTo>
                  <a:lnTo>
                    <a:pt x="3424750" y="117741"/>
                  </a:lnTo>
                  <a:lnTo>
                    <a:pt x="3430009" y="117540"/>
                  </a:lnTo>
                  <a:lnTo>
                    <a:pt x="3435269" y="117499"/>
                  </a:lnTo>
                  <a:lnTo>
                    <a:pt x="3653417" y="115784"/>
                  </a:lnTo>
                  <a:lnTo>
                    <a:pt x="3658677" y="115742"/>
                  </a:lnTo>
                  <a:lnTo>
                    <a:pt x="3663936" y="114716"/>
                  </a:lnTo>
                  <a:lnTo>
                    <a:pt x="3882085" y="72135"/>
                  </a:lnTo>
                  <a:lnTo>
                    <a:pt x="3887344" y="71108"/>
                  </a:lnTo>
                  <a:lnTo>
                    <a:pt x="3892603" y="69473"/>
                  </a:lnTo>
                  <a:lnTo>
                    <a:pt x="4110752" y="1635"/>
                  </a:lnTo>
                  <a:lnTo>
                    <a:pt x="4116011" y="0"/>
                  </a:lnTo>
                  <a:lnTo>
                    <a:pt x="4121271" y="813"/>
                  </a:lnTo>
                  <a:lnTo>
                    <a:pt x="4339419" y="34537"/>
                  </a:lnTo>
                  <a:lnTo>
                    <a:pt x="4344679" y="35350"/>
                  </a:lnTo>
                  <a:lnTo>
                    <a:pt x="4349938" y="37630"/>
                  </a:lnTo>
                  <a:lnTo>
                    <a:pt x="4568087" y="132227"/>
                  </a:lnTo>
                  <a:lnTo>
                    <a:pt x="4573346" y="134508"/>
                  </a:lnTo>
                  <a:lnTo>
                    <a:pt x="4578605" y="138163"/>
                  </a:lnTo>
                  <a:lnTo>
                    <a:pt x="4796754" y="289791"/>
                  </a:lnTo>
                  <a:lnTo>
                    <a:pt x="4802013" y="293446"/>
                  </a:lnTo>
                  <a:lnTo>
                    <a:pt x="4807273" y="295985"/>
                  </a:lnTo>
                  <a:lnTo>
                    <a:pt x="5025421" y="401275"/>
                  </a:lnTo>
                  <a:lnTo>
                    <a:pt x="5030681" y="403813"/>
                  </a:lnTo>
                  <a:lnTo>
                    <a:pt x="5035940" y="406355"/>
                  </a:lnTo>
                  <a:lnTo>
                    <a:pt x="5254089" y="511764"/>
                  </a:lnTo>
                  <a:lnTo>
                    <a:pt x="5259348" y="514306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4"/>
            <p:cNvSpPr/>
            <p:nvPr/>
          </p:nvSpPr>
          <p:spPr>
            <a:xfrm>
              <a:off x="793574" y="2548234"/>
              <a:ext cx="5269867" cy="1037965"/>
            </a:xfrm>
            <a:custGeom>
              <a:avLst/>
              <a:pathLst>
                <a:path w="5269867" h="1037965">
                  <a:moveTo>
                    <a:pt x="5259" y="609913"/>
                  </a:moveTo>
                  <a:lnTo>
                    <a:pt x="10518" y="611312"/>
                  </a:lnTo>
                  <a:lnTo>
                    <a:pt x="228667" y="669371"/>
                  </a:lnTo>
                  <a:lnTo>
                    <a:pt x="233926" y="670770"/>
                  </a:lnTo>
                  <a:lnTo>
                    <a:pt x="239186" y="671470"/>
                  </a:lnTo>
                  <a:lnTo>
                    <a:pt x="457334" y="700487"/>
                  </a:lnTo>
                  <a:lnTo>
                    <a:pt x="462593" y="701186"/>
                  </a:lnTo>
                  <a:lnTo>
                    <a:pt x="467853" y="701263"/>
                  </a:lnTo>
                  <a:lnTo>
                    <a:pt x="686001" y="704438"/>
                  </a:lnTo>
                  <a:lnTo>
                    <a:pt x="691261" y="704515"/>
                  </a:lnTo>
                  <a:lnTo>
                    <a:pt x="696520" y="704849"/>
                  </a:lnTo>
                  <a:lnTo>
                    <a:pt x="914669" y="718700"/>
                  </a:lnTo>
                  <a:lnTo>
                    <a:pt x="919928" y="719034"/>
                  </a:lnTo>
                  <a:lnTo>
                    <a:pt x="925187" y="718831"/>
                  </a:lnTo>
                  <a:lnTo>
                    <a:pt x="1143336" y="710412"/>
                  </a:lnTo>
                  <a:lnTo>
                    <a:pt x="1148595" y="710209"/>
                  </a:lnTo>
                  <a:lnTo>
                    <a:pt x="1153855" y="708187"/>
                  </a:lnTo>
                  <a:lnTo>
                    <a:pt x="1372003" y="624338"/>
                  </a:lnTo>
                  <a:lnTo>
                    <a:pt x="1377263" y="622316"/>
                  </a:lnTo>
                  <a:lnTo>
                    <a:pt x="1382522" y="619645"/>
                  </a:lnTo>
                  <a:lnTo>
                    <a:pt x="1600671" y="508844"/>
                  </a:lnTo>
                  <a:lnTo>
                    <a:pt x="1605930" y="506172"/>
                  </a:lnTo>
                  <a:lnTo>
                    <a:pt x="1611189" y="503718"/>
                  </a:lnTo>
                  <a:lnTo>
                    <a:pt x="1829338" y="401914"/>
                  </a:lnTo>
                  <a:lnTo>
                    <a:pt x="1834597" y="399459"/>
                  </a:lnTo>
                  <a:lnTo>
                    <a:pt x="1839857" y="397115"/>
                  </a:lnTo>
                  <a:lnTo>
                    <a:pt x="2058005" y="299871"/>
                  </a:lnTo>
                  <a:lnTo>
                    <a:pt x="2063265" y="297527"/>
                  </a:lnTo>
                  <a:lnTo>
                    <a:pt x="2068524" y="294771"/>
                  </a:lnTo>
                  <a:lnTo>
                    <a:pt x="2286673" y="180484"/>
                  </a:lnTo>
                  <a:lnTo>
                    <a:pt x="2291932" y="177729"/>
                  </a:lnTo>
                  <a:lnTo>
                    <a:pt x="2297191" y="176326"/>
                  </a:lnTo>
                  <a:lnTo>
                    <a:pt x="2515340" y="118134"/>
                  </a:lnTo>
                  <a:lnTo>
                    <a:pt x="2520599" y="116731"/>
                  </a:lnTo>
                  <a:lnTo>
                    <a:pt x="2525859" y="116559"/>
                  </a:lnTo>
                  <a:lnTo>
                    <a:pt x="2744007" y="109436"/>
                  </a:lnTo>
                  <a:lnTo>
                    <a:pt x="2749267" y="109264"/>
                  </a:lnTo>
                  <a:lnTo>
                    <a:pt x="2754526" y="109482"/>
                  </a:lnTo>
                  <a:lnTo>
                    <a:pt x="2972675" y="118518"/>
                  </a:lnTo>
                  <a:lnTo>
                    <a:pt x="2977934" y="118736"/>
                  </a:lnTo>
                  <a:lnTo>
                    <a:pt x="2983193" y="118908"/>
                  </a:lnTo>
                  <a:lnTo>
                    <a:pt x="3201342" y="126036"/>
                  </a:lnTo>
                  <a:lnTo>
                    <a:pt x="3206601" y="126208"/>
                  </a:lnTo>
                  <a:lnTo>
                    <a:pt x="3211861" y="126007"/>
                  </a:lnTo>
                  <a:lnTo>
                    <a:pt x="3430009" y="117694"/>
                  </a:lnTo>
                  <a:lnTo>
                    <a:pt x="3435269" y="117494"/>
                  </a:lnTo>
                  <a:lnTo>
                    <a:pt x="3440528" y="117452"/>
                  </a:lnTo>
                  <a:lnTo>
                    <a:pt x="3658677" y="115741"/>
                  </a:lnTo>
                  <a:lnTo>
                    <a:pt x="3663936" y="115700"/>
                  </a:lnTo>
                  <a:lnTo>
                    <a:pt x="3669195" y="114673"/>
                  </a:lnTo>
                  <a:lnTo>
                    <a:pt x="3887344" y="72109"/>
                  </a:lnTo>
                  <a:lnTo>
                    <a:pt x="3892603" y="71083"/>
                  </a:lnTo>
                  <a:lnTo>
                    <a:pt x="3897863" y="69448"/>
                  </a:lnTo>
                  <a:lnTo>
                    <a:pt x="4116011" y="1634"/>
                  </a:lnTo>
                  <a:lnTo>
                    <a:pt x="4121271" y="0"/>
                  </a:lnTo>
                  <a:lnTo>
                    <a:pt x="4126530" y="812"/>
                  </a:lnTo>
                  <a:lnTo>
                    <a:pt x="4344679" y="34529"/>
                  </a:lnTo>
                  <a:lnTo>
                    <a:pt x="4349938" y="35342"/>
                  </a:lnTo>
                  <a:lnTo>
                    <a:pt x="4355197" y="37622"/>
                  </a:lnTo>
                  <a:lnTo>
                    <a:pt x="4573346" y="132206"/>
                  </a:lnTo>
                  <a:lnTo>
                    <a:pt x="4578605" y="134487"/>
                  </a:lnTo>
                  <a:lnTo>
                    <a:pt x="4583865" y="138142"/>
                  </a:lnTo>
                  <a:lnTo>
                    <a:pt x="4802013" y="289748"/>
                  </a:lnTo>
                  <a:lnTo>
                    <a:pt x="4807273" y="293403"/>
                  </a:lnTo>
                  <a:lnTo>
                    <a:pt x="4812532" y="295942"/>
                  </a:lnTo>
                  <a:lnTo>
                    <a:pt x="5030681" y="401231"/>
                  </a:lnTo>
                  <a:lnTo>
                    <a:pt x="5035940" y="403769"/>
                  </a:lnTo>
                  <a:lnTo>
                    <a:pt x="5041199" y="406310"/>
                  </a:lnTo>
                  <a:lnTo>
                    <a:pt x="5259348" y="511712"/>
                  </a:lnTo>
                  <a:lnTo>
                    <a:pt x="5264607" y="514253"/>
                  </a:lnTo>
                  <a:lnTo>
                    <a:pt x="5269867" y="1037965"/>
                  </a:lnTo>
                  <a:lnTo>
                    <a:pt x="5264607" y="1037965"/>
                  </a:lnTo>
                  <a:lnTo>
                    <a:pt x="5259348" y="1037965"/>
                  </a:lnTo>
                  <a:lnTo>
                    <a:pt x="5041199" y="1037965"/>
                  </a:lnTo>
                  <a:lnTo>
                    <a:pt x="5035940" y="1037965"/>
                  </a:lnTo>
                  <a:lnTo>
                    <a:pt x="5030681" y="1037965"/>
                  </a:lnTo>
                  <a:lnTo>
                    <a:pt x="4812532" y="1037965"/>
                  </a:lnTo>
                  <a:lnTo>
                    <a:pt x="4807273" y="1037965"/>
                  </a:lnTo>
                  <a:lnTo>
                    <a:pt x="4802013" y="1037965"/>
                  </a:lnTo>
                  <a:lnTo>
                    <a:pt x="4583865" y="1037965"/>
                  </a:lnTo>
                  <a:lnTo>
                    <a:pt x="4578605" y="1037965"/>
                  </a:lnTo>
                  <a:lnTo>
                    <a:pt x="4573346" y="1037965"/>
                  </a:lnTo>
                  <a:lnTo>
                    <a:pt x="4355197" y="1037965"/>
                  </a:lnTo>
                  <a:lnTo>
                    <a:pt x="4349938" y="1037965"/>
                  </a:lnTo>
                  <a:lnTo>
                    <a:pt x="4344679" y="1037965"/>
                  </a:lnTo>
                  <a:lnTo>
                    <a:pt x="4126530" y="1037965"/>
                  </a:lnTo>
                  <a:lnTo>
                    <a:pt x="4121271" y="1037965"/>
                  </a:lnTo>
                  <a:lnTo>
                    <a:pt x="4116011" y="1037965"/>
                  </a:lnTo>
                  <a:lnTo>
                    <a:pt x="3897863" y="1037965"/>
                  </a:lnTo>
                  <a:lnTo>
                    <a:pt x="3892603" y="1037965"/>
                  </a:lnTo>
                  <a:lnTo>
                    <a:pt x="3887344" y="1037965"/>
                  </a:lnTo>
                  <a:lnTo>
                    <a:pt x="3669195" y="1037965"/>
                  </a:lnTo>
                  <a:lnTo>
                    <a:pt x="3663936" y="1037965"/>
                  </a:lnTo>
                  <a:lnTo>
                    <a:pt x="3658677" y="1037965"/>
                  </a:lnTo>
                  <a:lnTo>
                    <a:pt x="3440528" y="1037965"/>
                  </a:lnTo>
                  <a:lnTo>
                    <a:pt x="3435269" y="1037965"/>
                  </a:lnTo>
                  <a:lnTo>
                    <a:pt x="3430009" y="1037965"/>
                  </a:lnTo>
                  <a:lnTo>
                    <a:pt x="3211861" y="1037965"/>
                  </a:lnTo>
                  <a:lnTo>
                    <a:pt x="3206601" y="1037965"/>
                  </a:lnTo>
                  <a:lnTo>
                    <a:pt x="3201342" y="1037965"/>
                  </a:lnTo>
                  <a:lnTo>
                    <a:pt x="2983193" y="1037965"/>
                  </a:lnTo>
                  <a:lnTo>
                    <a:pt x="2977934" y="1037965"/>
                  </a:lnTo>
                  <a:lnTo>
                    <a:pt x="2972675" y="1037965"/>
                  </a:lnTo>
                  <a:lnTo>
                    <a:pt x="2754526" y="1037965"/>
                  </a:lnTo>
                  <a:lnTo>
                    <a:pt x="2749267" y="1037965"/>
                  </a:lnTo>
                  <a:lnTo>
                    <a:pt x="2744007" y="1037965"/>
                  </a:lnTo>
                  <a:lnTo>
                    <a:pt x="2525859" y="1037965"/>
                  </a:lnTo>
                  <a:lnTo>
                    <a:pt x="2520599" y="1037965"/>
                  </a:lnTo>
                  <a:lnTo>
                    <a:pt x="2515340" y="1037965"/>
                  </a:lnTo>
                  <a:lnTo>
                    <a:pt x="2297191" y="1037965"/>
                  </a:lnTo>
                  <a:lnTo>
                    <a:pt x="2291932" y="1037965"/>
                  </a:lnTo>
                  <a:lnTo>
                    <a:pt x="2286673" y="1037965"/>
                  </a:lnTo>
                  <a:lnTo>
                    <a:pt x="2068524" y="1037965"/>
                  </a:lnTo>
                  <a:lnTo>
                    <a:pt x="2063265" y="1037965"/>
                  </a:lnTo>
                  <a:lnTo>
                    <a:pt x="2058005" y="1037965"/>
                  </a:lnTo>
                  <a:lnTo>
                    <a:pt x="1839857" y="1037965"/>
                  </a:lnTo>
                  <a:lnTo>
                    <a:pt x="1834597" y="1037965"/>
                  </a:lnTo>
                  <a:lnTo>
                    <a:pt x="1829338" y="1037965"/>
                  </a:lnTo>
                  <a:lnTo>
                    <a:pt x="1611189" y="1037965"/>
                  </a:lnTo>
                  <a:lnTo>
                    <a:pt x="1605930" y="1037965"/>
                  </a:lnTo>
                  <a:lnTo>
                    <a:pt x="1600671" y="1037965"/>
                  </a:lnTo>
                  <a:lnTo>
                    <a:pt x="1382522" y="1037965"/>
                  </a:lnTo>
                  <a:lnTo>
                    <a:pt x="1377263" y="1037965"/>
                  </a:lnTo>
                  <a:lnTo>
                    <a:pt x="1372003" y="1037965"/>
                  </a:lnTo>
                  <a:lnTo>
                    <a:pt x="1153855" y="1037965"/>
                  </a:lnTo>
                  <a:lnTo>
                    <a:pt x="1148595" y="1037965"/>
                  </a:lnTo>
                  <a:lnTo>
                    <a:pt x="1143336" y="1037965"/>
                  </a:lnTo>
                  <a:lnTo>
                    <a:pt x="925187" y="1037965"/>
                  </a:lnTo>
                  <a:lnTo>
                    <a:pt x="919928" y="1037965"/>
                  </a:lnTo>
                  <a:lnTo>
                    <a:pt x="914669" y="1037965"/>
                  </a:lnTo>
                  <a:lnTo>
                    <a:pt x="696520" y="1037965"/>
                  </a:lnTo>
                  <a:lnTo>
                    <a:pt x="691261" y="1037965"/>
                  </a:lnTo>
                  <a:lnTo>
                    <a:pt x="686001" y="1037965"/>
                  </a:lnTo>
                  <a:lnTo>
                    <a:pt x="467853" y="1037965"/>
                  </a:lnTo>
                  <a:lnTo>
                    <a:pt x="462593" y="1037965"/>
                  </a:lnTo>
                  <a:lnTo>
                    <a:pt x="457334" y="1037965"/>
                  </a:lnTo>
                  <a:lnTo>
                    <a:pt x="239186" y="1037965"/>
                  </a:lnTo>
                  <a:lnTo>
                    <a:pt x="233926" y="1037965"/>
                  </a:lnTo>
                  <a:lnTo>
                    <a:pt x="228667" y="1037965"/>
                  </a:lnTo>
                  <a:lnTo>
                    <a:pt x="10518" y="1037965"/>
                  </a:lnTo>
                  <a:lnTo>
                    <a:pt x="5259" y="1037965"/>
                  </a:lnTo>
                  <a:lnTo>
                    <a:pt x="0" y="1037965"/>
                  </a:lnTo>
                  <a:close/>
                </a:path>
              </a:pathLst>
            </a:cu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798834" y="2548234"/>
              <a:ext cx="5259348" cy="719034"/>
            </a:xfrm>
            <a:custGeom>
              <a:avLst/>
              <a:pathLst>
                <a:path w="5259348" h="719034">
                  <a:moveTo>
                    <a:pt x="0" y="609913"/>
                  </a:moveTo>
                  <a:lnTo>
                    <a:pt x="5259" y="611312"/>
                  </a:lnTo>
                  <a:lnTo>
                    <a:pt x="223407" y="669371"/>
                  </a:lnTo>
                  <a:lnTo>
                    <a:pt x="228667" y="670770"/>
                  </a:lnTo>
                  <a:lnTo>
                    <a:pt x="233926" y="671470"/>
                  </a:lnTo>
                  <a:lnTo>
                    <a:pt x="452075" y="700487"/>
                  </a:lnTo>
                  <a:lnTo>
                    <a:pt x="457334" y="701186"/>
                  </a:lnTo>
                  <a:lnTo>
                    <a:pt x="462593" y="701263"/>
                  </a:lnTo>
                  <a:lnTo>
                    <a:pt x="680742" y="704438"/>
                  </a:lnTo>
                  <a:lnTo>
                    <a:pt x="686001" y="704515"/>
                  </a:lnTo>
                  <a:lnTo>
                    <a:pt x="691261" y="704849"/>
                  </a:lnTo>
                  <a:lnTo>
                    <a:pt x="909409" y="718700"/>
                  </a:lnTo>
                  <a:lnTo>
                    <a:pt x="914669" y="719034"/>
                  </a:lnTo>
                  <a:lnTo>
                    <a:pt x="919928" y="718831"/>
                  </a:lnTo>
                  <a:lnTo>
                    <a:pt x="1138077" y="710412"/>
                  </a:lnTo>
                  <a:lnTo>
                    <a:pt x="1143336" y="710209"/>
                  </a:lnTo>
                  <a:lnTo>
                    <a:pt x="1148595" y="708187"/>
                  </a:lnTo>
                  <a:lnTo>
                    <a:pt x="1366744" y="624338"/>
                  </a:lnTo>
                  <a:lnTo>
                    <a:pt x="1372003" y="622316"/>
                  </a:lnTo>
                  <a:lnTo>
                    <a:pt x="1377263" y="619645"/>
                  </a:lnTo>
                  <a:lnTo>
                    <a:pt x="1595411" y="508844"/>
                  </a:lnTo>
                  <a:lnTo>
                    <a:pt x="1600671" y="506172"/>
                  </a:lnTo>
                  <a:lnTo>
                    <a:pt x="1605930" y="503718"/>
                  </a:lnTo>
                  <a:lnTo>
                    <a:pt x="1824079" y="401914"/>
                  </a:lnTo>
                  <a:lnTo>
                    <a:pt x="1829338" y="399459"/>
                  </a:lnTo>
                  <a:lnTo>
                    <a:pt x="1834597" y="397115"/>
                  </a:lnTo>
                  <a:lnTo>
                    <a:pt x="2052746" y="299871"/>
                  </a:lnTo>
                  <a:lnTo>
                    <a:pt x="2058005" y="297527"/>
                  </a:lnTo>
                  <a:lnTo>
                    <a:pt x="2063265" y="294771"/>
                  </a:lnTo>
                  <a:lnTo>
                    <a:pt x="2281413" y="180484"/>
                  </a:lnTo>
                  <a:lnTo>
                    <a:pt x="2286673" y="177729"/>
                  </a:lnTo>
                  <a:lnTo>
                    <a:pt x="2291932" y="176326"/>
                  </a:lnTo>
                  <a:lnTo>
                    <a:pt x="2510081" y="118134"/>
                  </a:lnTo>
                  <a:lnTo>
                    <a:pt x="2515340" y="116731"/>
                  </a:lnTo>
                  <a:lnTo>
                    <a:pt x="2520599" y="116559"/>
                  </a:lnTo>
                  <a:lnTo>
                    <a:pt x="2738748" y="109436"/>
                  </a:lnTo>
                  <a:lnTo>
                    <a:pt x="2744007" y="109264"/>
                  </a:lnTo>
                  <a:lnTo>
                    <a:pt x="2749267" y="109482"/>
                  </a:lnTo>
                  <a:lnTo>
                    <a:pt x="2967415" y="118518"/>
                  </a:lnTo>
                  <a:lnTo>
                    <a:pt x="2972675" y="118736"/>
                  </a:lnTo>
                  <a:lnTo>
                    <a:pt x="2977934" y="118908"/>
                  </a:lnTo>
                  <a:lnTo>
                    <a:pt x="3196083" y="126036"/>
                  </a:lnTo>
                  <a:lnTo>
                    <a:pt x="3201342" y="126208"/>
                  </a:lnTo>
                  <a:lnTo>
                    <a:pt x="3206601" y="126007"/>
                  </a:lnTo>
                  <a:lnTo>
                    <a:pt x="3424750" y="117694"/>
                  </a:lnTo>
                  <a:lnTo>
                    <a:pt x="3430009" y="117494"/>
                  </a:lnTo>
                  <a:lnTo>
                    <a:pt x="3435269" y="117452"/>
                  </a:lnTo>
                  <a:lnTo>
                    <a:pt x="3653417" y="115741"/>
                  </a:lnTo>
                  <a:lnTo>
                    <a:pt x="3658677" y="115700"/>
                  </a:lnTo>
                  <a:lnTo>
                    <a:pt x="3663936" y="114673"/>
                  </a:lnTo>
                  <a:lnTo>
                    <a:pt x="3882085" y="72109"/>
                  </a:lnTo>
                  <a:lnTo>
                    <a:pt x="3887344" y="71083"/>
                  </a:lnTo>
                  <a:lnTo>
                    <a:pt x="3892603" y="69448"/>
                  </a:lnTo>
                  <a:lnTo>
                    <a:pt x="4110752" y="1634"/>
                  </a:lnTo>
                  <a:lnTo>
                    <a:pt x="4116011" y="0"/>
                  </a:lnTo>
                  <a:lnTo>
                    <a:pt x="4121271" y="812"/>
                  </a:lnTo>
                  <a:lnTo>
                    <a:pt x="4339419" y="34529"/>
                  </a:lnTo>
                  <a:lnTo>
                    <a:pt x="4344679" y="35342"/>
                  </a:lnTo>
                  <a:lnTo>
                    <a:pt x="4349938" y="37622"/>
                  </a:lnTo>
                  <a:lnTo>
                    <a:pt x="4568087" y="132206"/>
                  </a:lnTo>
                  <a:lnTo>
                    <a:pt x="4573346" y="134487"/>
                  </a:lnTo>
                  <a:lnTo>
                    <a:pt x="4578605" y="138142"/>
                  </a:lnTo>
                  <a:lnTo>
                    <a:pt x="4796754" y="289748"/>
                  </a:lnTo>
                  <a:lnTo>
                    <a:pt x="4802013" y="293403"/>
                  </a:lnTo>
                  <a:lnTo>
                    <a:pt x="4807273" y="295942"/>
                  </a:lnTo>
                  <a:lnTo>
                    <a:pt x="5025421" y="401231"/>
                  </a:lnTo>
                  <a:lnTo>
                    <a:pt x="5030681" y="403769"/>
                  </a:lnTo>
                  <a:lnTo>
                    <a:pt x="5035940" y="406310"/>
                  </a:lnTo>
                  <a:lnTo>
                    <a:pt x="5254089" y="511712"/>
                  </a:lnTo>
                  <a:lnTo>
                    <a:pt x="5259348" y="514253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793574" y="4165812"/>
              <a:ext cx="5348915" cy="128986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793574" y="5455677"/>
              <a:ext cx="5348915" cy="0"/>
            </a:xfrm>
            <a:custGeom>
              <a:avLst/>
              <a:pathLst>
                <a:path w="5348915" h="0">
                  <a:moveTo>
                    <a:pt x="0" y="0"/>
                  </a:moveTo>
                  <a:lnTo>
                    <a:pt x="5348915" y="0"/>
                  </a:lnTo>
                  <a:lnTo>
                    <a:pt x="5348915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793574" y="5139755"/>
              <a:ext cx="5348915" cy="0"/>
            </a:xfrm>
            <a:custGeom>
              <a:avLst/>
              <a:pathLst>
                <a:path w="5348915" h="0">
                  <a:moveTo>
                    <a:pt x="0" y="0"/>
                  </a:moveTo>
                  <a:lnTo>
                    <a:pt x="5348915" y="0"/>
                  </a:lnTo>
                  <a:lnTo>
                    <a:pt x="5348915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793574" y="4823834"/>
              <a:ext cx="5348915" cy="0"/>
            </a:xfrm>
            <a:custGeom>
              <a:avLst/>
              <a:pathLst>
                <a:path w="5348915" h="0">
                  <a:moveTo>
                    <a:pt x="0" y="0"/>
                  </a:moveTo>
                  <a:lnTo>
                    <a:pt x="5348915" y="0"/>
                  </a:lnTo>
                  <a:lnTo>
                    <a:pt x="5348915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793574" y="4507913"/>
              <a:ext cx="5348915" cy="0"/>
            </a:xfrm>
            <a:custGeom>
              <a:avLst/>
              <a:pathLst>
                <a:path w="5348915" h="0">
                  <a:moveTo>
                    <a:pt x="0" y="0"/>
                  </a:moveTo>
                  <a:lnTo>
                    <a:pt x="5348915" y="0"/>
                  </a:lnTo>
                  <a:lnTo>
                    <a:pt x="5348915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793574" y="4191992"/>
              <a:ext cx="5348915" cy="0"/>
            </a:xfrm>
            <a:custGeom>
              <a:avLst/>
              <a:pathLst>
                <a:path w="5348915" h="0">
                  <a:moveTo>
                    <a:pt x="0" y="0"/>
                  </a:moveTo>
                  <a:lnTo>
                    <a:pt x="5348915" y="0"/>
                  </a:lnTo>
                  <a:lnTo>
                    <a:pt x="5348915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2"/>
            <p:cNvSpPr/>
            <p:nvPr/>
          </p:nvSpPr>
          <p:spPr>
            <a:xfrm>
              <a:off x="793574" y="4558171"/>
              <a:ext cx="5269867" cy="897505"/>
            </a:xfrm>
            <a:custGeom>
              <a:avLst/>
              <a:pathLst>
                <a:path w="5269867" h="897505">
                  <a:moveTo>
                    <a:pt x="5259" y="490433"/>
                  </a:moveTo>
                  <a:lnTo>
                    <a:pt x="10518" y="490598"/>
                  </a:lnTo>
                  <a:lnTo>
                    <a:pt x="228667" y="497473"/>
                  </a:lnTo>
                  <a:lnTo>
                    <a:pt x="233926" y="497639"/>
                  </a:lnTo>
                  <a:lnTo>
                    <a:pt x="239186" y="499797"/>
                  </a:lnTo>
                  <a:lnTo>
                    <a:pt x="457334" y="589311"/>
                  </a:lnTo>
                  <a:lnTo>
                    <a:pt x="462593" y="591469"/>
                  </a:lnTo>
                  <a:lnTo>
                    <a:pt x="467853" y="592558"/>
                  </a:lnTo>
                  <a:lnTo>
                    <a:pt x="686001" y="637742"/>
                  </a:lnTo>
                  <a:lnTo>
                    <a:pt x="691261" y="638832"/>
                  </a:lnTo>
                  <a:lnTo>
                    <a:pt x="696520" y="639261"/>
                  </a:lnTo>
                  <a:lnTo>
                    <a:pt x="914669" y="657074"/>
                  </a:lnTo>
                  <a:lnTo>
                    <a:pt x="919928" y="657504"/>
                  </a:lnTo>
                  <a:lnTo>
                    <a:pt x="925187" y="656841"/>
                  </a:lnTo>
                  <a:lnTo>
                    <a:pt x="1143336" y="629349"/>
                  </a:lnTo>
                  <a:lnTo>
                    <a:pt x="1148595" y="628686"/>
                  </a:lnTo>
                  <a:lnTo>
                    <a:pt x="1153855" y="626115"/>
                  </a:lnTo>
                  <a:lnTo>
                    <a:pt x="1372003" y="519450"/>
                  </a:lnTo>
                  <a:lnTo>
                    <a:pt x="1377263" y="516879"/>
                  </a:lnTo>
                  <a:lnTo>
                    <a:pt x="1382522" y="513521"/>
                  </a:lnTo>
                  <a:lnTo>
                    <a:pt x="1600671" y="374241"/>
                  </a:lnTo>
                  <a:lnTo>
                    <a:pt x="1605930" y="370883"/>
                  </a:lnTo>
                  <a:lnTo>
                    <a:pt x="1611189" y="370242"/>
                  </a:lnTo>
                  <a:lnTo>
                    <a:pt x="1829338" y="343640"/>
                  </a:lnTo>
                  <a:lnTo>
                    <a:pt x="1834597" y="342998"/>
                  </a:lnTo>
                  <a:lnTo>
                    <a:pt x="1839857" y="343825"/>
                  </a:lnTo>
                  <a:lnTo>
                    <a:pt x="2058005" y="378102"/>
                  </a:lnTo>
                  <a:lnTo>
                    <a:pt x="2063265" y="378928"/>
                  </a:lnTo>
                  <a:lnTo>
                    <a:pt x="2068524" y="379568"/>
                  </a:lnTo>
                  <a:lnTo>
                    <a:pt x="2286673" y="406116"/>
                  </a:lnTo>
                  <a:lnTo>
                    <a:pt x="2291932" y="406756"/>
                  </a:lnTo>
                  <a:lnTo>
                    <a:pt x="2297191" y="406808"/>
                  </a:lnTo>
                  <a:lnTo>
                    <a:pt x="2515340" y="408991"/>
                  </a:lnTo>
                  <a:lnTo>
                    <a:pt x="2520599" y="409043"/>
                  </a:lnTo>
                  <a:lnTo>
                    <a:pt x="2525859" y="408972"/>
                  </a:lnTo>
                  <a:lnTo>
                    <a:pt x="2744007" y="406002"/>
                  </a:lnTo>
                  <a:lnTo>
                    <a:pt x="2749267" y="405931"/>
                  </a:lnTo>
                  <a:lnTo>
                    <a:pt x="2754526" y="406097"/>
                  </a:lnTo>
                  <a:lnTo>
                    <a:pt x="2972675" y="412984"/>
                  </a:lnTo>
                  <a:lnTo>
                    <a:pt x="2977934" y="413150"/>
                  </a:lnTo>
                  <a:lnTo>
                    <a:pt x="2983193" y="413946"/>
                  </a:lnTo>
                  <a:lnTo>
                    <a:pt x="3201342" y="446953"/>
                  </a:lnTo>
                  <a:lnTo>
                    <a:pt x="3206601" y="447748"/>
                  </a:lnTo>
                  <a:lnTo>
                    <a:pt x="3211861" y="447411"/>
                  </a:lnTo>
                  <a:lnTo>
                    <a:pt x="3430009" y="433433"/>
                  </a:lnTo>
                  <a:lnTo>
                    <a:pt x="3435269" y="433096"/>
                  </a:lnTo>
                  <a:lnTo>
                    <a:pt x="3440528" y="431646"/>
                  </a:lnTo>
                  <a:lnTo>
                    <a:pt x="3658677" y="371498"/>
                  </a:lnTo>
                  <a:lnTo>
                    <a:pt x="3663936" y="370048"/>
                  </a:lnTo>
                  <a:lnTo>
                    <a:pt x="3669195" y="365476"/>
                  </a:lnTo>
                  <a:lnTo>
                    <a:pt x="3887344" y="175806"/>
                  </a:lnTo>
                  <a:lnTo>
                    <a:pt x="3892603" y="171234"/>
                  </a:lnTo>
                  <a:lnTo>
                    <a:pt x="3897863" y="167295"/>
                  </a:lnTo>
                  <a:lnTo>
                    <a:pt x="4116011" y="3938"/>
                  </a:lnTo>
                  <a:lnTo>
                    <a:pt x="4121271" y="0"/>
                  </a:lnTo>
                  <a:lnTo>
                    <a:pt x="4126530" y="648"/>
                  </a:lnTo>
                  <a:lnTo>
                    <a:pt x="4344679" y="27546"/>
                  </a:lnTo>
                  <a:lnTo>
                    <a:pt x="4349938" y="28195"/>
                  </a:lnTo>
                  <a:lnTo>
                    <a:pt x="4355197" y="30139"/>
                  </a:lnTo>
                  <a:lnTo>
                    <a:pt x="4573346" y="110765"/>
                  </a:lnTo>
                  <a:lnTo>
                    <a:pt x="4578605" y="112709"/>
                  </a:lnTo>
                  <a:lnTo>
                    <a:pt x="4583865" y="115358"/>
                  </a:lnTo>
                  <a:lnTo>
                    <a:pt x="4802013" y="225221"/>
                  </a:lnTo>
                  <a:lnTo>
                    <a:pt x="4807273" y="227869"/>
                  </a:lnTo>
                  <a:lnTo>
                    <a:pt x="4812532" y="230789"/>
                  </a:lnTo>
                  <a:lnTo>
                    <a:pt x="5030681" y="351899"/>
                  </a:lnTo>
                  <a:lnTo>
                    <a:pt x="5035940" y="354819"/>
                  </a:lnTo>
                  <a:lnTo>
                    <a:pt x="5041199" y="357831"/>
                  </a:lnTo>
                  <a:lnTo>
                    <a:pt x="5259348" y="482772"/>
                  </a:lnTo>
                  <a:lnTo>
                    <a:pt x="5264607" y="485785"/>
                  </a:lnTo>
                  <a:lnTo>
                    <a:pt x="5269867" y="897505"/>
                  </a:lnTo>
                  <a:lnTo>
                    <a:pt x="5264607" y="494607"/>
                  </a:lnTo>
                  <a:lnTo>
                    <a:pt x="5259348" y="491624"/>
                  </a:lnTo>
                  <a:lnTo>
                    <a:pt x="5041199" y="367885"/>
                  </a:lnTo>
                  <a:lnTo>
                    <a:pt x="5035940" y="364902"/>
                  </a:lnTo>
                  <a:lnTo>
                    <a:pt x="5030681" y="362017"/>
                  </a:lnTo>
                  <a:lnTo>
                    <a:pt x="4812532" y="242331"/>
                  </a:lnTo>
                  <a:lnTo>
                    <a:pt x="4807273" y="239445"/>
                  </a:lnTo>
                  <a:lnTo>
                    <a:pt x="4802013" y="236832"/>
                  </a:lnTo>
                  <a:lnTo>
                    <a:pt x="4583865" y="128451"/>
                  </a:lnTo>
                  <a:lnTo>
                    <a:pt x="4578605" y="125838"/>
                  </a:lnTo>
                  <a:lnTo>
                    <a:pt x="4573346" y="123907"/>
                  </a:lnTo>
                  <a:lnTo>
                    <a:pt x="4355197" y="43804"/>
                  </a:lnTo>
                  <a:lnTo>
                    <a:pt x="4349938" y="41873"/>
                  </a:lnTo>
                  <a:lnTo>
                    <a:pt x="4344679" y="41206"/>
                  </a:lnTo>
                  <a:lnTo>
                    <a:pt x="4126530" y="13540"/>
                  </a:lnTo>
                  <a:lnTo>
                    <a:pt x="4121271" y="12873"/>
                  </a:lnTo>
                  <a:lnTo>
                    <a:pt x="4116011" y="16772"/>
                  </a:lnTo>
                  <a:lnTo>
                    <a:pt x="3897863" y="178528"/>
                  </a:lnTo>
                  <a:lnTo>
                    <a:pt x="3892603" y="182428"/>
                  </a:lnTo>
                  <a:lnTo>
                    <a:pt x="3887344" y="186968"/>
                  </a:lnTo>
                  <a:lnTo>
                    <a:pt x="3669195" y="375290"/>
                  </a:lnTo>
                  <a:lnTo>
                    <a:pt x="3663936" y="379830"/>
                  </a:lnTo>
                  <a:lnTo>
                    <a:pt x="3658677" y="381261"/>
                  </a:lnTo>
                  <a:lnTo>
                    <a:pt x="3440528" y="440596"/>
                  </a:lnTo>
                  <a:lnTo>
                    <a:pt x="3435269" y="442026"/>
                  </a:lnTo>
                  <a:lnTo>
                    <a:pt x="3430009" y="442361"/>
                  </a:lnTo>
                  <a:lnTo>
                    <a:pt x="3211861" y="456232"/>
                  </a:lnTo>
                  <a:lnTo>
                    <a:pt x="3206601" y="456566"/>
                  </a:lnTo>
                  <a:lnTo>
                    <a:pt x="3201342" y="455775"/>
                  </a:lnTo>
                  <a:lnTo>
                    <a:pt x="2983193" y="422941"/>
                  </a:lnTo>
                  <a:lnTo>
                    <a:pt x="2977934" y="422149"/>
                  </a:lnTo>
                  <a:lnTo>
                    <a:pt x="2972675" y="421993"/>
                  </a:lnTo>
                  <a:lnTo>
                    <a:pt x="2754526" y="415535"/>
                  </a:lnTo>
                  <a:lnTo>
                    <a:pt x="2749267" y="415379"/>
                  </a:lnTo>
                  <a:lnTo>
                    <a:pt x="2744007" y="415459"/>
                  </a:lnTo>
                  <a:lnTo>
                    <a:pt x="2525859" y="418756"/>
                  </a:lnTo>
                  <a:lnTo>
                    <a:pt x="2520599" y="418835"/>
                  </a:lnTo>
                  <a:lnTo>
                    <a:pt x="2515340" y="418783"/>
                  </a:lnTo>
                  <a:lnTo>
                    <a:pt x="2297191" y="416639"/>
                  </a:lnTo>
                  <a:lnTo>
                    <a:pt x="2291932" y="416587"/>
                  </a:lnTo>
                  <a:lnTo>
                    <a:pt x="2286673" y="415935"/>
                  </a:lnTo>
                  <a:lnTo>
                    <a:pt x="2068524" y="388886"/>
                  </a:lnTo>
                  <a:lnTo>
                    <a:pt x="2063265" y="388234"/>
                  </a:lnTo>
                  <a:lnTo>
                    <a:pt x="2058005" y="387377"/>
                  </a:lnTo>
                  <a:lnTo>
                    <a:pt x="1839857" y="351832"/>
                  </a:lnTo>
                  <a:lnTo>
                    <a:pt x="1834597" y="350975"/>
                  </a:lnTo>
                  <a:lnTo>
                    <a:pt x="1829338" y="351576"/>
                  </a:lnTo>
                  <a:lnTo>
                    <a:pt x="1611189" y="376498"/>
                  </a:lnTo>
                  <a:lnTo>
                    <a:pt x="1605930" y="377098"/>
                  </a:lnTo>
                  <a:lnTo>
                    <a:pt x="1600671" y="380415"/>
                  </a:lnTo>
                  <a:lnTo>
                    <a:pt x="1382522" y="517996"/>
                  </a:lnTo>
                  <a:lnTo>
                    <a:pt x="1377263" y="521313"/>
                  </a:lnTo>
                  <a:lnTo>
                    <a:pt x="1372003" y="523856"/>
                  </a:lnTo>
                  <a:lnTo>
                    <a:pt x="1153855" y="629333"/>
                  </a:lnTo>
                  <a:lnTo>
                    <a:pt x="1148595" y="631876"/>
                  </a:lnTo>
                  <a:lnTo>
                    <a:pt x="1143336" y="632530"/>
                  </a:lnTo>
                  <a:lnTo>
                    <a:pt x="925187" y="659652"/>
                  </a:lnTo>
                  <a:lnTo>
                    <a:pt x="919928" y="660306"/>
                  </a:lnTo>
                  <a:lnTo>
                    <a:pt x="914669" y="659889"/>
                  </a:lnTo>
                  <a:lnTo>
                    <a:pt x="696520" y="642581"/>
                  </a:lnTo>
                  <a:lnTo>
                    <a:pt x="691261" y="642164"/>
                  </a:lnTo>
                  <a:lnTo>
                    <a:pt x="686001" y="641103"/>
                  </a:lnTo>
                  <a:lnTo>
                    <a:pt x="467853" y="597104"/>
                  </a:lnTo>
                  <a:lnTo>
                    <a:pt x="462593" y="596044"/>
                  </a:lnTo>
                  <a:lnTo>
                    <a:pt x="457334" y="593921"/>
                  </a:lnTo>
                  <a:lnTo>
                    <a:pt x="239186" y="505896"/>
                  </a:lnTo>
                  <a:lnTo>
                    <a:pt x="233926" y="503773"/>
                  </a:lnTo>
                  <a:lnTo>
                    <a:pt x="228667" y="503642"/>
                  </a:lnTo>
                  <a:lnTo>
                    <a:pt x="10518" y="498204"/>
                  </a:lnTo>
                  <a:lnTo>
                    <a:pt x="5259" y="498073"/>
                  </a:lnTo>
                  <a:lnTo>
                    <a:pt x="0" y="897505"/>
                  </a:lnTo>
                  <a:close/>
                </a:path>
              </a:pathLst>
            </a:cu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798834" y="4558171"/>
              <a:ext cx="5259348" cy="657504"/>
            </a:xfrm>
            <a:custGeom>
              <a:avLst/>
              <a:pathLst>
                <a:path w="5259348" h="657504">
                  <a:moveTo>
                    <a:pt x="0" y="490433"/>
                  </a:moveTo>
                  <a:lnTo>
                    <a:pt x="5259" y="490598"/>
                  </a:lnTo>
                  <a:lnTo>
                    <a:pt x="223407" y="497473"/>
                  </a:lnTo>
                  <a:lnTo>
                    <a:pt x="228667" y="497639"/>
                  </a:lnTo>
                  <a:lnTo>
                    <a:pt x="233926" y="499797"/>
                  </a:lnTo>
                  <a:lnTo>
                    <a:pt x="452075" y="589311"/>
                  </a:lnTo>
                  <a:lnTo>
                    <a:pt x="457334" y="591469"/>
                  </a:lnTo>
                  <a:lnTo>
                    <a:pt x="462593" y="592558"/>
                  </a:lnTo>
                  <a:lnTo>
                    <a:pt x="680742" y="637742"/>
                  </a:lnTo>
                  <a:lnTo>
                    <a:pt x="686001" y="638832"/>
                  </a:lnTo>
                  <a:lnTo>
                    <a:pt x="691261" y="639261"/>
                  </a:lnTo>
                  <a:lnTo>
                    <a:pt x="909409" y="657074"/>
                  </a:lnTo>
                  <a:lnTo>
                    <a:pt x="914669" y="657504"/>
                  </a:lnTo>
                  <a:lnTo>
                    <a:pt x="919928" y="656841"/>
                  </a:lnTo>
                  <a:lnTo>
                    <a:pt x="1138077" y="629349"/>
                  </a:lnTo>
                  <a:lnTo>
                    <a:pt x="1143336" y="628686"/>
                  </a:lnTo>
                  <a:lnTo>
                    <a:pt x="1148595" y="626115"/>
                  </a:lnTo>
                  <a:lnTo>
                    <a:pt x="1366744" y="519450"/>
                  </a:lnTo>
                  <a:lnTo>
                    <a:pt x="1372003" y="516879"/>
                  </a:lnTo>
                  <a:lnTo>
                    <a:pt x="1377263" y="513521"/>
                  </a:lnTo>
                  <a:lnTo>
                    <a:pt x="1595411" y="374241"/>
                  </a:lnTo>
                  <a:lnTo>
                    <a:pt x="1600671" y="370883"/>
                  </a:lnTo>
                  <a:lnTo>
                    <a:pt x="1605930" y="370242"/>
                  </a:lnTo>
                  <a:lnTo>
                    <a:pt x="1824079" y="343640"/>
                  </a:lnTo>
                  <a:lnTo>
                    <a:pt x="1829338" y="342998"/>
                  </a:lnTo>
                  <a:lnTo>
                    <a:pt x="1834597" y="343825"/>
                  </a:lnTo>
                  <a:lnTo>
                    <a:pt x="2052746" y="378102"/>
                  </a:lnTo>
                  <a:lnTo>
                    <a:pt x="2058005" y="378928"/>
                  </a:lnTo>
                  <a:lnTo>
                    <a:pt x="2063265" y="379568"/>
                  </a:lnTo>
                  <a:lnTo>
                    <a:pt x="2281413" y="406116"/>
                  </a:lnTo>
                  <a:lnTo>
                    <a:pt x="2286673" y="406756"/>
                  </a:lnTo>
                  <a:lnTo>
                    <a:pt x="2291932" y="406808"/>
                  </a:lnTo>
                  <a:lnTo>
                    <a:pt x="2510081" y="408991"/>
                  </a:lnTo>
                  <a:lnTo>
                    <a:pt x="2515340" y="409043"/>
                  </a:lnTo>
                  <a:lnTo>
                    <a:pt x="2520599" y="408972"/>
                  </a:lnTo>
                  <a:lnTo>
                    <a:pt x="2738748" y="406002"/>
                  </a:lnTo>
                  <a:lnTo>
                    <a:pt x="2744007" y="405931"/>
                  </a:lnTo>
                  <a:lnTo>
                    <a:pt x="2749267" y="406097"/>
                  </a:lnTo>
                  <a:lnTo>
                    <a:pt x="2967415" y="412984"/>
                  </a:lnTo>
                  <a:lnTo>
                    <a:pt x="2972675" y="413150"/>
                  </a:lnTo>
                  <a:lnTo>
                    <a:pt x="2977934" y="413946"/>
                  </a:lnTo>
                  <a:lnTo>
                    <a:pt x="3196083" y="446953"/>
                  </a:lnTo>
                  <a:lnTo>
                    <a:pt x="3201342" y="447748"/>
                  </a:lnTo>
                  <a:lnTo>
                    <a:pt x="3206601" y="447411"/>
                  </a:lnTo>
                  <a:lnTo>
                    <a:pt x="3424750" y="433433"/>
                  </a:lnTo>
                  <a:lnTo>
                    <a:pt x="3430009" y="433096"/>
                  </a:lnTo>
                  <a:lnTo>
                    <a:pt x="3435269" y="431646"/>
                  </a:lnTo>
                  <a:lnTo>
                    <a:pt x="3653417" y="371498"/>
                  </a:lnTo>
                  <a:lnTo>
                    <a:pt x="3658677" y="370048"/>
                  </a:lnTo>
                  <a:lnTo>
                    <a:pt x="3663936" y="365476"/>
                  </a:lnTo>
                  <a:lnTo>
                    <a:pt x="3882085" y="175806"/>
                  </a:lnTo>
                  <a:lnTo>
                    <a:pt x="3887344" y="171234"/>
                  </a:lnTo>
                  <a:lnTo>
                    <a:pt x="3892603" y="167295"/>
                  </a:lnTo>
                  <a:lnTo>
                    <a:pt x="4110752" y="3938"/>
                  </a:lnTo>
                  <a:lnTo>
                    <a:pt x="4116011" y="0"/>
                  </a:lnTo>
                  <a:lnTo>
                    <a:pt x="4121271" y="648"/>
                  </a:lnTo>
                  <a:lnTo>
                    <a:pt x="4339419" y="27546"/>
                  </a:lnTo>
                  <a:lnTo>
                    <a:pt x="4344679" y="28195"/>
                  </a:lnTo>
                  <a:lnTo>
                    <a:pt x="4349938" y="30139"/>
                  </a:lnTo>
                  <a:lnTo>
                    <a:pt x="4568087" y="110765"/>
                  </a:lnTo>
                  <a:lnTo>
                    <a:pt x="4573346" y="112709"/>
                  </a:lnTo>
                  <a:lnTo>
                    <a:pt x="4578605" y="115358"/>
                  </a:lnTo>
                  <a:lnTo>
                    <a:pt x="4796754" y="225221"/>
                  </a:lnTo>
                  <a:lnTo>
                    <a:pt x="4802013" y="227869"/>
                  </a:lnTo>
                  <a:lnTo>
                    <a:pt x="4807273" y="230789"/>
                  </a:lnTo>
                  <a:lnTo>
                    <a:pt x="5025421" y="351899"/>
                  </a:lnTo>
                  <a:lnTo>
                    <a:pt x="5030681" y="354819"/>
                  </a:lnTo>
                  <a:lnTo>
                    <a:pt x="5035940" y="357831"/>
                  </a:lnTo>
                  <a:lnTo>
                    <a:pt x="5254089" y="482772"/>
                  </a:lnTo>
                  <a:lnTo>
                    <a:pt x="5259348" y="485785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4"/>
            <p:cNvSpPr/>
            <p:nvPr/>
          </p:nvSpPr>
          <p:spPr>
            <a:xfrm>
              <a:off x="793574" y="4571045"/>
              <a:ext cx="5269867" cy="884632"/>
            </a:xfrm>
            <a:custGeom>
              <a:avLst/>
              <a:pathLst>
                <a:path w="5269867" h="884632">
                  <a:moveTo>
                    <a:pt x="5259" y="485200"/>
                  </a:moveTo>
                  <a:lnTo>
                    <a:pt x="10518" y="485331"/>
                  </a:lnTo>
                  <a:lnTo>
                    <a:pt x="228667" y="490769"/>
                  </a:lnTo>
                  <a:lnTo>
                    <a:pt x="233926" y="490900"/>
                  </a:lnTo>
                  <a:lnTo>
                    <a:pt x="239186" y="493022"/>
                  </a:lnTo>
                  <a:lnTo>
                    <a:pt x="457334" y="581048"/>
                  </a:lnTo>
                  <a:lnTo>
                    <a:pt x="462593" y="583170"/>
                  </a:lnTo>
                  <a:lnTo>
                    <a:pt x="467853" y="584231"/>
                  </a:lnTo>
                  <a:lnTo>
                    <a:pt x="686001" y="628230"/>
                  </a:lnTo>
                  <a:lnTo>
                    <a:pt x="691261" y="629290"/>
                  </a:lnTo>
                  <a:lnTo>
                    <a:pt x="696520" y="629708"/>
                  </a:lnTo>
                  <a:lnTo>
                    <a:pt x="914669" y="647016"/>
                  </a:lnTo>
                  <a:lnTo>
                    <a:pt x="919928" y="647433"/>
                  </a:lnTo>
                  <a:lnTo>
                    <a:pt x="925187" y="646779"/>
                  </a:lnTo>
                  <a:lnTo>
                    <a:pt x="1143336" y="619657"/>
                  </a:lnTo>
                  <a:lnTo>
                    <a:pt x="1148595" y="619003"/>
                  </a:lnTo>
                  <a:lnTo>
                    <a:pt x="1153855" y="616460"/>
                  </a:lnTo>
                  <a:lnTo>
                    <a:pt x="1372003" y="510983"/>
                  </a:lnTo>
                  <a:lnTo>
                    <a:pt x="1377263" y="508440"/>
                  </a:lnTo>
                  <a:lnTo>
                    <a:pt x="1382522" y="505123"/>
                  </a:lnTo>
                  <a:lnTo>
                    <a:pt x="1600671" y="367542"/>
                  </a:lnTo>
                  <a:lnTo>
                    <a:pt x="1605930" y="364225"/>
                  </a:lnTo>
                  <a:lnTo>
                    <a:pt x="1611189" y="363624"/>
                  </a:lnTo>
                  <a:lnTo>
                    <a:pt x="1829338" y="338703"/>
                  </a:lnTo>
                  <a:lnTo>
                    <a:pt x="1834597" y="338102"/>
                  </a:lnTo>
                  <a:lnTo>
                    <a:pt x="1839857" y="338959"/>
                  </a:lnTo>
                  <a:lnTo>
                    <a:pt x="2058005" y="374504"/>
                  </a:lnTo>
                  <a:lnTo>
                    <a:pt x="2063265" y="375361"/>
                  </a:lnTo>
                  <a:lnTo>
                    <a:pt x="2068524" y="376013"/>
                  </a:lnTo>
                  <a:lnTo>
                    <a:pt x="2286673" y="403062"/>
                  </a:lnTo>
                  <a:lnTo>
                    <a:pt x="2291932" y="403714"/>
                  </a:lnTo>
                  <a:lnTo>
                    <a:pt x="2297191" y="403766"/>
                  </a:lnTo>
                  <a:lnTo>
                    <a:pt x="2515340" y="405910"/>
                  </a:lnTo>
                  <a:lnTo>
                    <a:pt x="2520599" y="405962"/>
                  </a:lnTo>
                  <a:lnTo>
                    <a:pt x="2525859" y="405882"/>
                  </a:lnTo>
                  <a:lnTo>
                    <a:pt x="2744007" y="402586"/>
                  </a:lnTo>
                  <a:lnTo>
                    <a:pt x="2749267" y="402506"/>
                  </a:lnTo>
                  <a:lnTo>
                    <a:pt x="2754526" y="402662"/>
                  </a:lnTo>
                  <a:lnTo>
                    <a:pt x="2972675" y="409120"/>
                  </a:lnTo>
                  <a:lnTo>
                    <a:pt x="2977934" y="409276"/>
                  </a:lnTo>
                  <a:lnTo>
                    <a:pt x="2983193" y="410067"/>
                  </a:lnTo>
                  <a:lnTo>
                    <a:pt x="3201342" y="442902"/>
                  </a:lnTo>
                  <a:lnTo>
                    <a:pt x="3206601" y="443693"/>
                  </a:lnTo>
                  <a:lnTo>
                    <a:pt x="3211861" y="443359"/>
                  </a:lnTo>
                  <a:lnTo>
                    <a:pt x="3430009" y="429488"/>
                  </a:lnTo>
                  <a:lnTo>
                    <a:pt x="3435269" y="429153"/>
                  </a:lnTo>
                  <a:lnTo>
                    <a:pt x="3440528" y="427723"/>
                  </a:lnTo>
                  <a:lnTo>
                    <a:pt x="3658677" y="368387"/>
                  </a:lnTo>
                  <a:lnTo>
                    <a:pt x="3663936" y="366957"/>
                  </a:lnTo>
                  <a:lnTo>
                    <a:pt x="3669195" y="362417"/>
                  </a:lnTo>
                  <a:lnTo>
                    <a:pt x="3887344" y="174095"/>
                  </a:lnTo>
                  <a:lnTo>
                    <a:pt x="3892603" y="169555"/>
                  </a:lnTo>
                  <a:lnTo>
                    <a:pt x="3897863" y="165655"/>
                  </a:lnTo>
                  <a:lnTo>
                    <a:pt x="4116011" y="3899"/>
                  </a:lnTo>
                  <a:lnTo>
                    <a:pt x="4121271" y="0"/>
                  </a:lnTo>
                  <a:lnTo>
                    <a:pt x="4126530" y="666"/>
                  </a:lnTo>
                  <a:lnTo>
                    <a:pt x="4344679" y="28332"/>
                  </a:lnTo>
                  <a:lnTo>
                    <a:pt x="4349938" y="28999"/>
                  </a:lnTo>
                  <a:lnTo>
                    <a:pt x="4355197" y="30931"/>
                  </a:lnTo>
                  <a:lnTo>
                    <a:pt x="4573346" y="111033"/>
                  </a:lnTo>
                  <a:lnTo>
                    <a:pt x="4578605" y="112965"/>
                  </a:lnTo>
                  <a:lnTo>
                    <a:pt x="4583865" y="115578"/>
                  </a:lnTo>
                  <a:lnTo>
                    <a:pt x="4802013" y="223959"/>
                  </a:lnTo>
                  <a:lnTo>
                    <a:pt x="4807273" y="226572"/>
                  </a:lnTo>
                  <a:lnTo>
                    <a:pt x="4812532" y="229458"/>
                  </a:lnTo>
                  <a:lnTo>
                    <a:pt x="5030681" y="349144"/>
                  </a:lnTo>
                  <a:lnTo>
                    <a:pt x="5035940" y="352029"/>
                  </a:lnTo>
                  <a:lnTo>
                    <a:pt x="5041199" y="355012"/>
                  </a:lnTo>
                  <a:lnTo>
                    <a:pt x="5259348" y="478750"/>
                  </a:lnTo>
                  <a:lnTo>
                    <a:pt x="5264607" y="481734"/>
                  </a:lnTo>
                  <a:lnTo>
                    <a:pt x="5269867" y="884632"/>
                  </a:lnTo>
                  <a:lnTo>
                    <a:pt x="5264607" y="482848"/>
                  </a:lnTo>
                  <a:lnTo>
                    <a:pt x="5259348" y="479875"/>
                  </a:lnTo>
                  <a:lnTo>
                    <a:pt x="5041199" y="356564"/>
                  </a:lnTo>
                  <a:lnTo>
                    <a:pt x="5035940" y="353591"/>
                  </a:lnTo>
                  <a:lnTo>
                    <a:pt x="5030681" y="350711"/>
                  </a:lnTo>
                  <a:lnTo>
                    <a:pt x="4812532" y="231242"/>
                  </a:lnTo>
                  <a:lnTo>
                    <a:pt x="4807273" y="228362"/>
                  </a:lnTo>
                  <a:lnTo>
                    <a:pt x="4802013" y="225755"/>
                  </a:lnTo>
                  <a:lnTo>
                    <a:pt x="4583865" y="117650"/>
                  </a:lnTo>
                  <a:lnTo>
                    <a:pt x="4578605" y="115044"/>
                  </a:lnTo>
                  <a:lnTo>
                    <a:pt x="4573346" y="113116"/>
                  </a:lnTo>
                  <a:lnTo>
                    <a:pt x="4355197" y="33164"/>
                  </a:lnTo>
                  <a:lnTo>
                    <a:pt x="4349938" y="31236"/>
                  </a:lnTo>
                  <a:lnTo>
                    <a:pt x="4344679" y="30569"/>
                  </a:lnTo>
                  <a:lnTo>
                    <a:pt x="4126530" y="2881"/>
                  </a:lnTo>
                  <a:lnTo>
                    <a:pt x="4121271" y="2214"/>
                  </a:lnTo>
                  <a:lnTo>
                    <a:pt x="4116011" y="6105"/>
                  </a:lnTo>
                  <a:lnTo>
                    <a:pt x="3897863" y="167512"/>
                  </a:lnTo>
                  <a:lnTo>
                    <a:pt x="3892603" y="171403"/>
                  </a:lnTo>
                  <a:lnTo>
                    <a:pt x="3887344" y="175931"/>
                  </a:lnTo>
                  <a:lnTo>
                    <a:pt x="3669195" y="363739"/>
                  </a:lnTo>
                  <a:lnTo>
                    <a:pt x="3663936" y="368266"/>
                  </a:lnTo>
                  <a:lnTo>
                    <a:pt x="3658677" y="369692"/>
                  </a:lnTo>
                  <a:lnTo>
                    <a:pt x="3440528" y="428816"/>
                  </a:lnTo>
                  <a:lnTo>
                    <a:pt x="3435269" y="430241"/>
                  </a:lnTo>
                  <a:lnTo>
                    <a:pt x="3430009" y="430571"/>
                  </a:lnTo>
                  <a:lnTo>
                    <a:pt x="3211861" y="444279"/>
                  </a:lnTo>
                  <a:lnTo>
                    <a:pt x="3206601" y="444609"/>
                  </a:lnTo>
                  <a:lnTo>
                    <a:pt x="3201342" y="443824"/>
                  </a:lnTo>
                  <a:lnTo>
                    <a:pt x="2983193" y="411247"/>
                  </a:lnTo>
                  <a:lnTo>
                    <a:pt x="2977934" y="410462"/>
                  </a:lnTo>
                  <a:lnTo>
                    <a:pt x="2972675" y="410304"/>
                  </a:lnTo>
                  <a:lnTo>
                    <a:pt x="2754526" y="403777"/>
                  </a:lnTo>
                  <a:lnTo>
                    <a:pt x="2749267" y="403619"/>
                  </a:lnTo>
                  <a:lnTo>
                    <a:pt x="2744007" y="403701"/>
                  </a:lnTo>
                  <a:lnTo>
                    <a:pt x="2525859" y="407106"/>
                  </a:lnTo>
                  <a:lnTo>
                    <a:pt x="2520599" y="407188"/>
                  </a:lnTo>
                  <a:lnTo>
                    <a:pt x="2515340" y="407136"/>
                  </a:lnTo>
                  <a:lnTo>
                    <a:pt x="2297191" y="404957"/>
                  </a:lnTo>
                  <a:lnTo>
                    <a:pt x="2291932" y="404904"/>
                  </a:lnTo>
                  <a:lnTo>
                    <a:pt x="2286673" y="404256"/>
                  </a:lnTo>
                  <a:lnTo>
                    <a:pt x="2068524" y="377354"/>
                  </a:lnTo>
                  <a:lnTo>
                    <a:pt x="2063265" y="376705"/>
                  </a:lnTo>
                  <a:lnTo>
                    <a:pt x="2058005" y="375855"/>
                  </a:lnTo>
                  <a:lnTo>
                    <a:pt x="1839857" y="340594"/>
                  </a:lnTo>
                  <a:lnTo>
                    <a:pt x="1834597" y="339744"/>
                  </a:lnTo>
                  <a:lnTo>
                    <a:pt x="1829338" y="340347"/>
                  </a:lnTo>
                  <a:lnTo>
                    <a:pt x="1611189" y="365372"/>
                  </a:lnTo>
                  <a:lnTo>
                    <a:pt x="1605930" y="365976"/>
                  </a:lnTo>
                  <a:lnTo>
                    <a:pt x="1600671" y="369279"/>
                  </a:lnTo>
                  <a:lnTo>
                    <a:pt x="1382522" y="506291"/>
                  </a:lnTo>
                  <a:lnTo>
                    <a:pt x="1377263" y="509594"/>
                  </a:lnTo>
                  <a:lnTo>
                    <a:pt x="1372003" y="512126"/>
                  </a:lnTo>
                  <a:lnTo>
                    <a:pt x="1153855" y="617120"/>
                  </a:lnTo>
                  <a:lnTo>
                    <a:pt x="1148595" y="619651"/>
                  </a:lnTo>
                  <a:lnTo>
                    <a:pt x="1143336" y="620303"/>
                  </a:lnTo>
                  <a:lnTo>
                    <a:pt x="925187" y="647342"/>
                  </a:lnTo>
                  <a:lnTo>
                    <a:pt x="919928" y="647994"/>
                  </a:lnTo>
                  <a:lnTo>
                    <a:pt x="914669" y="647582"/>
                  </a:lnTo>
                  <a:lnTo>
                    <a:pt x="696520" y="630463"/>
                  </a:lnTo>
                  <a:lnTo>
                    <a:pt x="691261" y="630050"/>
                  </a:lnTo>
                  <a:lnTo>
                    <a:pt x="686001" y="628999"/>
                  </a:lnTo>
                  <a:lnTo>
                    <a:pt x="467853" y="585399"/>
                  </a:lnTo>
                  <a:lnTo>
                    <a:pt x="462593" y="584348"/>
                  </a:lnTo>
                  <a:lnTo>
                    <a:pt x="457334" y="582243"/>
                  </a:lnTo>
                  <a:lnTo>
                    <a:pt x="239186" y="494937"/>
                  </a:lnTo>
                  <a:lnTo>
                    <a:pt x="233926" y="492833"/>
                  </a:lnTo>
                  <a:lnTo>
                    <a:pt x="228667" y="492696"/>
                  </a:lnTo>
                  <a:lnTo>
                    <a:pt x="10518" y="487046"/>
                  </a:lnTo>
                  <a:lnTo>
                    <a:pt x="5259" y="486910"/>
                  </a:lnTo>
                  <a:lnTo>
                    <a:pt x="0" y="884632"/>
                  </a:lnTo>
                  <a:close/>
                </a:path>
              </a:pathLst>
            </a:cu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798834" y="4571045"/>
              <a:ext cx="5259348" cy="647433"/>
            </a:xfrm>
            <a:custGeom>
              <a:avLst/>
              <a:pathLst>
                <a:path w="5259348" h="647433">
                  <a:moveTo>
                    <a:pt x="0" y="485200"/>
                  </a:moveTo>
                  <a:lnTo>
                    <a:pt x="5259" y="485331"/>
                  </a:lnTo>
                  <a:lnTo>
                    <a:pt x="223407" y="490769"/>
                  </a:lnTo>
                  <a:lnTo>
                    <a:pt x="228667" y="490900"/>
                  </a:lnTo>
                  <a:lnTo>
                    <a:pt x="233926" y="493022"/>
                  </a:lnTo>
                  <a:lnTo>
                    <a:pt x="452075" y="581048"/>
                  </a:lnTo>
                  <a:lnTo>
                    <a:pt x="457334" y="583170"/>
                  </a:lnTo>
                  <a:lnTo>
                    <a:pt x="462593" y="584231"/>
                  </a:lnTo>
                  <a:lnTo>
                    <a:pt x="680742" y="628230"/>
                  </a:lnTo>
                  <a:lnTo>
                    <a:pt x="686001" y="629290"/>
                  </a:lnTo>
                  <a:lnTo>
                    <a:pt x="691261" y="629708"/>
                  </a:lnTo>
                  <a:lnTo>
                    <a:pt x="909409" y="647016"/>
                  </a:lnTo>
                  <a:lnTo>
                    <a:pt x="914669" y="647433"/>
                  </a:lnTo>
                  <a:lnTo>
                    <a:pt x="919928" y="646779"/>
                  </a:lnTo>
                  <a:lnTo>
                    <a:pt x="1138077" y="619657"/>
                  </a:lnTo>
                  <a:lnTo>
                    <a:pt x="1143336" y="619003"/>
                  </a:lnTo>
                  <a:lnTo>
                    <a:pt x="1148595" y="616460"/>
                  </a:lnTo>
                  <a:lnTo>
                    <a:pt x="1366744" y="510983"/>
                  </a:lnTo>
                  <a:lnTo>
                    <a:pt x="1372003" y="508440"/>
                  </a:lnTo>
                  <a:lnTo>
                    <a:pt x="1377263" y="505123"/>
                  </a:lnTo>
                  <a:lnTo>
                    <a:pt x="1595411" y="367542"/>
                  </a:lnTo>
                  <a:lnTo>
                    <a:pt x="1600671" y="364225"/>
                  </a:lnTo>
                  <a:lnTo>
                    <a:pt x="1605930" y="363624"/>
                  </a:lnTo>
                  <a:lnTo>
                    <a:pt x="1824079" y="338703"/>
                  </a:lnTo>
                  <a:lnTo>
                    <a:pt x="1829338" y="338102"/>
                  </a:lnTo>
                  <a:lnTo>
                    <a:pt x="1834597" y="338959"/>
                  </a:lnTo>
                  <a:lnTo>
                    <a:pt x="2052746" y="374504"/>
                  </a:lnTo>
                  <a:lnTo>
                    <a:pt x="2058005" y="375361"/>
                  </a:lnTo>
                  <a:lnTo>
                    <a:pt x="2063265" y="376013"/>
                  </a:lnTo>
                  <a:lnTo>
                    <a:pt x="2281413" y="403062"/>
                  </a:lnTo>
                  <a:lnTo>
                    <a:pt x="2286673" y="403714"/>
                  </a:lnTo>
                  <a:lnTo>
                    <a:pt x="2291932" y="403766"/>
                  </a:lnTo>
                  <a:lnTo>
                    <a:pt x="2510081" y="405910"/>
                  </a:lnTo>
                  <a:lnTo>
                    <a:pt x="2515340" y="405962"/>
                  </a:lnTo>
                  <a:lnTo>
                    <a:pt x="2520599" y="405882"/>
                  </a:lnTo>
                  <a:lnTo>
                    <a:pt x="2738748" y="402586"/>
                  </a:lnTo>
                  <a:lnTo>
                    <a:pt x="2744007" y="402506"/>
                  </a:lnTo>
                  <a:lnTo>
                    <a:pt x="2749267" y="402662"/>
                  </a:lnTo>
                  <a:lnTo>
                    <a:pt x="2967415" y="409120"/>
                  </a:lnTo>
                  <a:lnTo>
                    <a:pt x="2972675" y="409276"/>
                  </a:lnTo>
                  <a:lnTo>
                    <a:pt x="2977934" y="410067"/>
                  </a:lnTo>
                  <a:lnTo>
                    <a:pt x="3196083" y="442902"/>
                  </a:lnTo>
                  <a:lnTo>
                    <a:pt x="3201342" y="443693"/>
                  </a:lnTo>
                  <a:lnTo>
                    <a:pt x="3206601" y="443359"/>
                  </a:lnTo>
                  <a:lnTo>
                    <a:pt x="3424750" y="429488"/>
                  </a:lnTo>
                  <a:lnTo>
                    <a:pt x="3430009" y="429153"/>
                  </a:lnTo>
                  <a:lnTo>
                    <a:pt x="3435269" y="427723"/>
                  </a:lnTo>
                  <a:lnTo>
                    <a:pt x="3653417" y="368387"/>
                  </a:lnTo>
                  <a:lnTo>
                    <a:pt x="3658677" y="366957"/>
                  </a:lnTo>
                  <a:lnTo>
                    <a:pt x="3663936" y="362417"/>
                  </a:lnTo>
                  <a:lnTo>
                    <a:pt x="3882085" y="174095"/>
                  </a:lnTo>
                  <a:lnTo>
                    <a:pt x="3887344" y="169555"/>
                  </a:lnTo>
                  <a:lnTo>
                    <a:pt x="3892603" y="165655"/>
                  </a:lnTo>
                  <a:lnTo>
                    <a:pt x="4110752" y="3899"/>
                  </a:lnTo>
                  <a:lnTo>
                    <a:pt x="4116011" y="0"/>
                  </a:lnTo>
                  <a:lnTo>
                    <a:pt x="4121271" y="666"/>
                  </a:lnTo>
                  <a:lnTo>
                    <a:pt x="4339419" y="28332"/>
                  </a:lnTo>
                  <a:lnTo>
                    <a:pt x="4344679" y="28999"/>
                  </a:lnTo>
                  <a:lnTo>
                    <a:pt x="4349938" y="30931"/>
                  </a:lnTo>
                  <a:lnTo>
                    <a:pt x="4568087" y="111033"/>
                  </a:lnTo>
                  <a:lnTo>
                    <a:pt x="4573346" y="112965"/>
                  </a:lnTo>
                  <a:lnTo>
                    <a:pt x="4578605" y="115578"/>
                  </a:lnTo>
                  <a:lnTo>
                    <a:pt x="4796754" y="223959"/>
                  </a:lnTo>
                  <a:lnTo>
                    <a:pt x="4802013" y="226572"/>
                  </a:lnTo>
                  <a:lnTo>
                    <a:pt x="4807273" y="229458"/>
                  </a:lnTo>
                  <a:lnTo>
                    <a:pt x="5025421" y="349144"/>
                  </a:lnTo>
                  <a:lnTo>
                    <a:pt x="5030681" y="352029"/>
                  </a:lnTo>
                  <a:lnTo>
                    <a:pt x="5035940" y="355012"/>
                  </a:lnTo>
                  <a:lnTo>
                    <a:pt x="5254089" y="478750"/>
                  </a:lnTo>
                  <a:lnTo>
                    <a:pt x="5259348" y="481734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6"/>
            <p:cNvSpPr/>
            <p:nvPr/>
          </p:nvSpPr>
          <p:spPr>
            <a:xfrm>
              <a:off x="793574" y="4573259"/>
              <a:ext cx="5269867" cy="882417"/>
            </a:xfrm>
            <a:custGeom>
              <a:avLst/>
              <a:pathLst>
                <a:path w="5269867" h="882417">
                  <a:moveTo>
                    <a:pt x="5259" y="484696"/>
                  </a:moveTo>
                  <a:lnTo>
                    <a:pt x="10518" y="484832"/>
                  </a:lnTo>
                  <a:lnTo>
                    <a:pt x="228667" y="490482"/>
                  </a:lnTo>
                  <a:lnTo>
                    <a:pt x="233926" y="490618"/>
                  </a:lnTo>
                  <a:lnTo>
                    <a:pt x="239186" y="492723"/>
                  </a:lnTo>
                  <a:lnTo>
                    <a:pt x="457334" y="580029"/>
                  </a:lnTo>
                  <a:lnTo>
                    <a:pt x="462593" y="582134"/>
                  </a:lnTo>
                  <a:lnTo>
                    <a:pt x="467853" y="583185"/>
                  </a:lnTo>
                  <a:lnTo>
                    <a:pt x="686001" y="626785"/>
                  </a:lnTo>
                  <a:lnTo>
                    <a:pt x="691261" y="627836"/>
                  </a:lnTo>
                  <a:lnTo>
                    <a:pt x="696520" y="628248"/>
                  </a:lnTo>
                  <a:lnTo>
                    <a:pt x="914669" y="645367"/>
                  </a:lnTo>
                  <a:lnTo>
                    <a:pt x="919928" y="645780"/>
                  </a:lnTo>
                  <a:lnTo>
                    <a:pt x="925187" y="645128"/>
                  </a:lnTo>
                  <a:lnTo>
                    <a:pt x="1143336" y="618089"/>
                  </a:lnTo>
                  <a:lnTo>
                    <a:pt x="1148595" y="617437"/>
                  </a:lnTo>
                  <a:lnTo>
                    <a:pt x="1153855" y="614905"/>
                  </a:lnTo>
                  <a:lnTo>
                    <a:pt x="1372003" y="509911"/>
                  </a:lnTo>
                  <a:lnTo>
                    <a:pt x="1377263" y="507380"/>
                  </a:lnTo>
                  <a:lnTo>
                    <a:pt x="1382522" y="504077"/>
                  </a:lnTo>
                  <a:lnTo>
                    <a:pt x="1600671" y="367065"/>
                  </a:lnTo>
                  <a:lnTo>
                    <a:pt x="1605930" y="363761"/>
                  </a:lnTo>
                  <a:lnTo>
                    <a:pt x="1611189" y="363158"/>
                  </a:lnTo>
                  <a:lnTo>
                    <a:pt x="1829338" y="338133"/>
                  </a:lnTo>
                  <a:lnTo>
                    <a:pt x="1834597" y="337529"/>
                  </a:lnTo>
                  <a:lnTo>
                    <a:pt x="1839857" y="338379"/>
                  </a:lnTo>
                  <a:lnTo>
                    <a:pt x="2058005" y="373641"/>
                  </a:lnTo>
                  <a:lnTo>
                    <a:pt x="2063265" y="374491"/>
                  </a:lnTo>
                  <a:lnTo>
                    <a:pt x="2068524" y="375140"/>
                  </a:lnTo>
                  <a:lnTo>
                    <a:pt x="2286673" y="402041"/>
                  </a:lnTo>
                  <a:lnTo>
                    <a:pt x="2291932" y="402690"/>
                  </a:lnTo>
                  <a:lnTo>
                    <a:pt x="2297191" y="402742"/>
                  </a:lnTo>
                  <a:lnTo>
                    <a:pt x="2515340" y="404921"/>
                  </a:lnTo>
                  <a:lnTo>
                    <a:pt x="2520599" y="404974"/>
                  </a:lnTo>
                  <a:lnTo>
                    <a:pt x="2525859" y="404892"/>
                  </a:lnTo>
                  <a:lnTo>
                    <a:pt x="2744007" y="401487"/>
                  </a:lnTo>
                  <a:lnTo>
                    <a:pt x="2749267" y="401405"/>
                  </a:lnTo>
                  <a:lnTo>
                    <a:pt x="2754526" y="401563"/>
                  </a:lnTo>
                  <a:lnTo>
                    <a:pt x="2972675" y="408090"/>
                  </a:lnTo>
                  <a:lnTo>
                    <a:pt x="2977934" y="408247"/>
                  </a:lnTo>
                  <a:lnTo>
                    <a:pt x="2983193" y="409033"/>
                  </a:lnTo>
                  <a:lnTo>
                    <a:pt x="3201342" y="441610"/>
                  </a:lnTo>
                  <a:lnTo>
                    <a:pt x="3206601" y="442395"/>
                  </a:lnTo>
                  <a:lnTo>
                    <a:pt x="3211861" y="442065"/>
                  </a:lnTo>
                  <a:lnTo>
                    <a:pt x="3430009" y="428357"/>
                  </a:lnTo>
                  <a:lnTo>
                    <a:pt x="3435269" y="428027"/>
                  </a:lnTo>
                  <a:lnTo>
                    <a:pt x="3440528" y="426601"/>
                  </a:lnTo>
                  <a:lnTo>
                    <a:pt x="3658677" y="367478"/>
                  </a:lnTo>
                  <a:lnTo>
                    <a:pt x="3663936" y="366052"/>
                  </a:lnTo>
                  <a:lnTo>
                    <a:pt x="3669195" y="361524"/>
                  </a:lnTo>
                  <a:lnTo>
                    <a:pt x="3887344" y="173717"/>
                  </a:lnTo>
                  <a:lnTo>
                    <a:pt x="3892603" y="169189"/>
                  </a:lnTo>
                  <a:lnTo>
                    <a:pt x="3897863" y="165297"/>
                  </a:lnTo>
                  <a:lnTo>
                    <a:pt x="4116011" y="3891"/>
                  </a:lnTo>
                  <a:lnTo>
                    <a:pt x="4121271" y="0"/>
                  </a:lnTo>
                  <a:lnTo>
                    <a:pt x="4126530" y="667"/>
                  </a:lnTo>
                  <a:lnTo>
                    <a:pt x="4344679" y="28354"/>
                  </a:lnTo>
                  <a:lnTo>
                    <a:pt x="4349938" y="29022"/>
                  </a:lnTo>
                  <a:lnTo>
                    <a:pt x="4355197" y="30950"/>
                  </a:lnTo>
                  <a:lnTo>
                    <a:pt x="4573346" y="110902"/>
                  </a:lnTo>
                  <a:lnTo>
                    <a:pt x="4578605" y="112830"/>
                  </a:lnTo>
                  <a:lnTo>
                    <a:pt x="4583865" y="115436"/>
                  </a:lnTo>
                  <a:lnTo>
                    <a:pt x="4802013" y="223541"/>
                  </a:lnTo>
                  <a:lnTo>
                    <a:pt x="4807273" y="226148"/>
                  </a:lnTo>
                  <a:lnTo>
                    <a:pt x="4812532" y="229028"/>
                  </a:lnTo>
                  <a:lnTo>
                    <a:pt x="5030681" y="348497"/>
                  </a:lnTo>
                  <a:lnTo>
                    <a:pt x="5035940" y="351377"/>
                  </a:lnTo>
                  <a:lnTo>
                    <a:pt x="5041199" y="354350"/>
                  </a:lnTo>
                  <a:lnTo>
                    <a:pt x="5259348" y="477660"/>
                  </a:lnTo>
                  <a:lnTo>
                    <a:pt x="5264607" y="480633"/>
                  </a:lnTo>
                  <a:lnTo>
                    <a:pt x="5269867" y="882417"/>
                  </a:lnTo>
                  <a:lnTo>
                    <a:pt x="5264607" y="882417"/>
                  </a:lnTo>
                  <a:lnTo>
                    <a:pt x="5259348" y="882417"/>
                  </a:lnTo>
                  <a:lnTo>
                    <a:pt x="5041199" y="882417"/>
                  </a:lnTo>
                  <a:lnTo>
                    <a:pt x="5035940" y="882417"/>
                  </a:lnTo>
                  <a:lnTo>
                    <a:pt x="5030681" y="882417"/>
                  </a:lnTo>
                  <a:lnTo>
                    <a:pt x="4812532" y="882417"/>
                  </a:lnTo>
                  <a:lnTo>
                    <a:pt x="4807273" y="882417"/>
                  </a:lnTo>
                  <a:lnTo>
                    <a:pt x="4802013" y="882417"/>
                  </a:lnTo>
                  <a:lnTo>
                    <a:pt x="4583865" y="882417"/>
                  </a:lnTo>
                  <a:lnTo>
                    <a:pt x="4578605" y="882417"/>
                  </a:lnTo>
                  <a:lnTo>
                    <a:pt x="4573346" y="882417"/>
                  </a:lnTo>
                  <a:lnTo>
                    <a:pt x="4355197" y="882417"/>
                  </a:lnTo>
                  <a:lnTo>
                    <a:pt x="4349938" y="882417"/>
                  </a:lnTo>
                  <a:lnTo>
                    <a:pt x="4344679" y="882417"/>
                  </a:lnTo>
                  <a:lnTo>
                    <a:pt x="4126530" y="882417"/>
                  </a:lnTo>
                  <a:lnTo>
                    <a:pt x="4121271" y="882417"/>
                  </a:lnTo>
                  <a:lnTo>
                    <a:pt x="4116011" y="882417"/>
                  </a:lnTo>
                  <a:lnTo>
                    <a:pt x="3897863" y="882417"/>
                  </a:lnTo>
                  <a:lnTo>
                    <a:pt x="3892603" y="882417"/>
                  </a:lnTo>
                  <a:lnTo>
                    <a:pt x="3887344" y="882417"/>
                  </a:lnTo>
                  <a:lnTo>
                    <a:pt x="3669195" y="882417"/>
                  </a:lnTo>
                  <a:lnTo>
                    <a:pt x="3663936" y="882417"/>
                  </a:lnTo>
                  <a:lnTo>
                    <a:pt x="3658677" y="882417"/>
                  </a:lnTo>
                  <a:lnTo>
                    <a:pt x="3440528" y="882417"/>
                  </a:lnTo>
                  <a:lnTo>
                    <a:pt x="3435269" y="882417"/>
                  </a:lnTo>
                  <a:lnTo>
                    <a:pt x="3430009" y="882417"/>
                  </a:lnTo>
                  <a:lnTo>
                    <a:pt x="3211861" y="882417"/>
                  </a:lnTo>
                  <a:lnTo>
                    <a:pt x="3206601" y="882417"/>
                  </a:lnTo>
                  <a:lnTo>
                    <a:pt x="3201342" y="882417"/>
                  </a:lnTo>
                  <a:lnTo>
                    <a:pt x="2983193" y="882417"/>
                  </a:lnTo>
                  <a:lnTo>
                    <a:pt x="2977934" y="882417"/>
                  </a:lnTo>
                  <a:lnTo>
                    <a:pt x="2972675" y="882417"/>
                  </a:lnTo>
                  <a:lnTo>
                    <a:pt x="2754526" y="882417"/>
                  </a:lnTo>
                  <a:lnTo>
                    <a:pt x="2749267" y="882417"/>
                  </a:lnTo>
                  <a:lnTo>
                    <a:pt x="2744007" y="882417"/>
                  </a:lnTo>
                  <a:lnTo>
                    <a:pt x="2525859" y="882417"/>
                  </a:lnTo>
                  <a:lnTo>
                    <a:pt x="2520599" y="882417"/>
                  </a:lnTo>
                  <a:lnTo>
                    <a:pt x="2515340" y="882417"/>
                  </a:lnTo>
                  <a:lnTo>
                    <a:pt x="2297191" y="882417"/>
                  </a:lnTo>
                  <a:lnTo>
                    <a:pt x="2291932" y="882417"/>
                  </a:lnTo>
                  <a:lnTo>
                    <a:pt x="2286673" y="882417"/>
                  </a:lnTo>
                  <a:lnTo>
                    <a:pt x="2068524" y="882417"/>
                  </a:lnTo>
                  <a:lnTo>
                    <a:pt x="2063265" y="882417"/>
                  </a:lnTo>
                  <a:lnTo>
                    <a:pt x="2058005" y="882417"/>
                  </a:lnTo>
                  <a:lnTo>
                    <a:pt x="1839857" y="882417"/>
                  </a:lnTo>
                  <a:lnTo>
                    <a:pt x="1834597" y="882417"/>
                  </a:lnTo>
                  <a:lnTo>
                    <a:pt x="1829338" y="882417"/>
                  </a:lnTo>
                  <a:lnTo>
                    <a:pt x="1611189" y="882417"/>
                  </a:lnTo>
                  <a:lnTo>
                    <a:pt x="1605930" y="882417"/>
                  </a:lnTo>
                  <a:lnTo>
                    <a:pt x="1600671" y="882417"/>
                  </a:lnTo>
                  <a:lnTo>
                    <a:pt x="1382522" y="882417"/>
                  </a:lnTo>
                  <a:lnTo>
                    <a:pt x="1377263" y="882417"/>
                  </a:lnTo>
                  <a:lnTo>
                    <a:pt x="1372003" y="882417"/>
                  </a:lnTo>
                  <a:lnTo>
                    <a:pt x="1153855" y="882417"/>
                  </a:lnTo>
                  <a:lnTo>
                    <a:pt x="1148595" y="882417"/>
                  </a:lnTo>
                  <a:lnTo>
                    <a:pt x="1143336" y="882417"/>
                  </a:lnTo>
                  <a:lnTo>
                    <a:pt x="925187" y="882417"/>
                  </a:lnTo>
                  <a:lnTo>
                    <a:pt x="919928" y="882417"/>
                  </a:lnTo>
                  <a:lnTo>
                    <a:pt x="914669" y="882417"/>
                  </a:lnTo>
                  <a:lnTo>
                    <a:pt x="696520" y="882417"/>
                  </a:lnTo>
                  <a:lnTo>
                    <a:pt x="691261" y="882417"/>
                  </a:lnTo>
                  <a:lnTo>
                    <a:pt x="686001" y="882417"/>
                  </a:lnTo>
                  <a:lnTo>
                    <a:pt x="467853" y="882417"/>
                  </a:lnTo>
                  <a:lnTo>
                    <a:pt x="462593" y="882417"/>
                  </a:lnTo>
                  <a:lnTo>
                    <a:pt x="457334" y="882417"/>
                  </a:lnTo>
                  <a:lnTo>
                    <a:pt x="239186" y="882417"/>
                  </a:lnTo>
                  <a:lnTo>
                    <a:pt x="233926" y="882417"/>
                  </a:lnTo>
                  <a:lnTo>
                    <a:pt x="228667" y="882417"/>
                  </a:lnTo>
                  <a:lnTo>
                    <a:pt x="10518" y="882417"/>
                  </a:lnTo>
                  <a:lnTo>
                    <a:pt x="5259" y="882417"/>
                  </a:lnTo>
                  <a:lnTo>
                    <a:pt x="0" y="882417"/>
                  </a:lnTo>
                  <a:close/>
                </a:path>
              </a:pathLst>
            </a:cu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798834" y="4573259"/>
              <a:ext cx="5259348" cy="645780"/>
            </a:xfrm>
            <a:custGeom>
              <a:avLst/>
              <a:pathLst>
                <a:path w="5259348" h="645780">
                  <a:moveTo>
                    <a:pt x="0" y="484696"/>
                  </a:moveTo>
                  <a:lnTo>
                    <a:pt x="5259" y="484832"/>
                  </a:lnTo>
                  <a:lnTo>
                    <a:pt x="223407" y="490482"/>
                  </a:lnTo>
                  <a:lnTo>
                    <a:pt x="228667" y="490618"/>
                  </a:lnTo>
                  <a:lnTo>
                    <a:pt x="233926" y="492723"/>
                  </a:lnTo>
                  <a:lnTo>
                    <a:pt x="452075" y="580029"/>
                  </a:lnTo>
                  <a:lnTo>
                    <a:pt x="457334" y="582134"/>
                  </a:lnTo>
                  <a:lnTo>
                    <a:pt x="462593" y="583185"/>
                  </a:lnTo>
                  <a:lnTo>
                    <a:pt x="680742" y="626785"/>
                  </a:lnTo>
                  <a:lnTo>
                    <a:pt x="686001" y="627836"/>
                  </a:lnTo>
                  <a:lnTo>
                    <a:pt x="691261" y="628248"/>
                  </a:lnTo>
                  <a:lnTo>
                    <a:pt x="909409" y="645367"/>
                  </a:lnTo>
                  <a:lnTo>
                    <a:pt x="914669" y="645780"/>
                  </a:lnTo>
                  <a:lnTo>
                    <a:pt x="919928" y="645128"/>
                  </a:lnTo>
                  <a:lnTo>
                    <a:pt x="1138077" y="618089"/>
                  </a:lnTo>
                  <a:lnTo>
                    <a:pt x="1143336" y="617437"/>
                  </a:lnTo>
                  <a:lnTo>
                    <a:pt x="1148595" y="614905"/>
                  </a:lnTo>
                  <a:lnTo>
                    <a:pt x="1366744" y="509911"/>
                  </a:lnTo>
                  <a:lnTo>
                    <a:pt x="1372003" y="507380"/>
                  </a:lnTo>
                  <a:lnTo>
                    <a:pt x="1377263" y="504077"/>
                  </a:lnTo>
                  <a:lnTo>
                    <a:pt x="1595411" y="367065"/>
                  </a:lnTo>
                  <a:lnTo>
                    <a:pt x="1600671" y="363761"/>
                  </a:lnTo>
                  <a:lnTo>
                    <a:pt x="1605930" y="363158"/>
                  </a:lnTo>
                  <a:lnTo>
                    <a:pt x="1824079" y="338133"/>
                  </a:lnTo>
                  <a:lnTo>
                    <a:pt x="1829338" y="337529"/>
                  </a:lnTo>
                  <a:lnTo>
                    <a:pt x="1834597" y="338379"/>
                  </a:lnTo>
                  <a:lnTo>
                    <a:pt x="2052746" y="373641"/>
                  </a:lnTo>
                  <a:lnTo>
                    <a:pt x="2058005" y="374491"/>
                  </a:lnTo>
                  <a:lnTo>
                    <a:pt x="2063265" y="375140"/>
                  </a:lnTo>
                  <a:lnTo>
                    <a:pt x="2281413" y="402041"/>
                  </a:lnTo>
                  <a:lnTo>
                    <a:pt x="2286673" y="402690"/>
                  </a:lnTo>
                  <a:lnTo>
                    <a:pt x="2291932" y="402742"/>
                  </a:lnTo>
                  <a:lnTo>
                    <a:pt x="2510081" y="404921"/>
                  </a:lnTo>
                  <a:lnTo>
                    <a:pt x="2515340" y="404974"/>
                  </a:lnTo>
                  <a:lnTo>
                    <a:pt x="2520599" y="404892"/>
                  </a:lnTo>
                  <a:lnTo>
                    <a:pt x="2738748" y="401487"/>
                  </a:lnTo>
                  <a:lnTo>
                    <a:pt x="2744007" y="401405"/>
                  </a:lnTo>
                  <a:lnTo>
                    <a:pt x="2749267" y="401563"/>
                  </a:lnTo>
                  <a:lnTo>
                    <a:pt x="2967415" y="408090"/>
                  </a:lnTo>
                  <a:lnTo>
                    <a:pt x="2972675" y="408247"/>
                  </a:lnTo>
                  <a:lnTo>
                    <a:pt x="2977934" y="409033"/>
                  </a:lnTo>
                  <a:lnTo>
                    <a:pt x="3196083" y="441610"/>
                  </a:lnTo>
                  <a:lnTo>
                    <a:pt x="3201342" y="442395"/>
                  </a:lnTo>
                  <a:lnTo>
                    <a:pt x="3206601" y="442065"/>
                  </a:lnTo>
                  <a:lnTo>
                    <a:pt x="3424750" y="428357"/>
                  </a:lnTo>
                  <a:lnTo>
                    <a:pt x="3430009" y="428027"/>
                  </a:lnTo>
                  <a:lnTo>
                    <a:pt x="3435269" y="426601"/>
                  </a:lnTo>
                  <a:lnTo>
                    <a:pt x="3653417" y="367478"/>
                  </a:lnTo>
                  <a:lnTo>
                    <a:pt x="3658677" y="366052"/>
                  </a:lnTo>
                  <a:lnTo>
                    <a:pt x="3663936" y="361524"/>
                  </a:lnTo>
                  <a:lnTo>
                    <a:pt x="3882085" y="173717"/>
                  </a:lnTo>
                  <a:lnTo>
                    <a:pt x="3887344" y="169189"/>
                  </a:lnTo>
                  <a:lnTo>
                    <a:pt x="3892603" y="165297"/>
                  </a:lnTo>
                  <a:lnTo>
                    <a:pt x="4110752" y="3891"/>
                  </a:lnTo>
                  <a:lnTo>
                    <a:pt x="4116011" y="0"/>
                  </a:lnTo>
                  <a:lnTo>
                    <a:pt x="4121271" y="667"/>
                  </a:lnTo>
                  <a:lnTo>
                    <a:pt x="4339419" y="28354"/>
                  </a:lnTo>
                  <a:lnTo>
                    <a:pt x="4344679" y="29022"/>
                  </a:lnTo>
                  <a:lnTo>
                    <a:pt x="4349938" y="30950"/>
                  </a:lnTo>
                  <a:lnTo>
                    <a:pt x="4568087" y="110902"/>
                  </a:lnTo>
                  <a:lnTo>
                    <a:pt x="4573346" y="112830"/>
                  </a:lnTo>
                  <a:lnTo>
                    <a:pt x="4578605" y="115436"/>
                  </a:lnTo>
                  <a:lnTo>
                    <a:pt x="4796754" y="223541"/>
                  </a:lnTo>
                  <a:lnTo>
                    <a:pt x="4802013" y="226148"/>
                  </a:lnTo>
                  <a:lnTo>
                    <a:pt x="4807273" y="229028"/>
                  </a:lnTo>
                  <a:lnTo>
                    <a:pt x="5025421" y="348497"/>
                  </a:lnTo>
                  <a:lnTo>
                    <a:pt x="5030681" y="351377"/>
                  </a:lnTo>
                  <a:lnTo>
                    <a:pt x="5035940" y="354350"/>
                  </a:lnTo>
                  <a:lnTo>
                    <a:pt x="5254089" y="477660"/>
                  </a:lnTo>
                  <a:lnTo>
                    <a:pt x="5259348" y="480633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rc28"/>
            <p:cNvSpPr/>
            <p:nvPr/>
          </p:nvSpPr>
          <p:spPr>
            <a:xfrm>
              <a:off x="6325369" y="2296335"/>
              <a:ext cx="5348915" cy="128986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6325369" y="3586200"/>
              <a:ext cx="5348915" cy="0"/>
            </a:xfrm>
            <a:custGeom>
              <a:avLst/>
              <a:pathLst>
                <a:path w="5348915" h="0">
                  <a:moveTo>
                    <a:pt x="0" y="0"/>
                  </a:moveTo>
                  <a:lnTo>
                    <a:pt x="5348915" y="0"/>
                  </a:lnTo>
                  <a:lnTo>
                    <a:pt x="5348915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6325369" y="3270278"/>
              <a:ext cx="5348915" cy="0"/>
            </a:xfrm>
            <a:custGeom>
              <a:avLst/>
              <a:pathLst>
                <a:path w="5348915" h="0">
                  <a:moveTo>
                    <a:pt x="0" y="0"/>
                  </a:moveTo>
                  <a:lnTo>
                    <a:pt x="5348915" y="0"/>
                  </a:lnTo>
                  <a:lnTo>
                    <a:pt x="5348915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6325369" y="2954357"/>
              <a:ext cx="5348915" cy="0"/>
            </a:xfrm>
            <a:custGeom>
              <a:avLst/>
              <a:pathLst>
                <a:path w="5348915" h="0">
                  <a:moveTo>
                    <a:pt x="0" y="0"/>
                  </a:moveTo>
                  <a:lnTo>
                    <a:pt x="5348915" y="0"/>
                  </a:lnTo>
                  <a:lnTo>
                    <a:pt x="5348915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6325369" y="2638436"/>
              <a:ext cx="5348915" cy="0"/>
            </a:xfrm>
            <a:custGeom>
              <a:avLst/>
              <a:pathLst>
                <a:path w="5348915" h="0">
                  <a:moveTo>
                    <a:pt x="0" y="0"/>
                  </a:moveTo>
                  <a:lnTo>
                    <a:pt x="5348915" y="0"/>
                  </a:lnTo>
                  <a:lnTo>
                    <a:pt x="5348915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6325369" y="2322515"/>
              <a:ext cx="5348915" cy="0"/>
            </a:xfrm>
            <a:custGeom>
              <a:avLst/>
              <a:pathLst>
                <a:path w="5348915" h="0">
                  <a:moveTo>
                    <a:pt x="0" y="0"/>
                  </a:moveTo>
                  <a:lnTo>
                    <a:pt x="5348915" y="0"/>
                  </a:lnTo>
                  <a:lnTo>
                    <a:pt x="5348915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4"/>
            <p:cNvSpPr/>
            <p:nvPr/>
          </p:nvSpPr>
          <p:spPr>
            <a:xfrm>
              <a:off x="6325369" y="2417980"/>
              <a:ext cx="5269867" cy="1168219"/>
            </a:xfrm>
            <a:custGeom>
              <a:avLst/>
              <a:pathLst>
                <a:path w="5269867" h="1168219">
                  <a:moveTo>
                    <a:pt x="5259" y="623545"/>
                  </a:moveTo>
                  <a:lnTo>
                    <a:pt x="10518" y="625299"/>
                  </a:lnTo>
                  <a:lnTo>
                    <a:pt x="228667" y="698076"/>
                  </a:lnTo>
                  <a:lnTo>
                    <a:pt x="233926" y="699831"/>
                  </a:lnTo>
                  <a:lnTo>
                    <a:pt x="239186" y="701037"/>
                  </a:lnTo>
                  <a:lnTo>
                    <a:pt x="457334" y="751088"/>
                  </a:lnTo>
                  <a:lnTo>
                    <a:pt x="462593" y="752294"/>
                  </a:lnTo>
                  <a:lnTo>
                    <a:pt x="467853" y="752902"/>
                  </a:lnTo>
                  <a:lnTo>
                    <a:pt x="686001" y="778125"/>
                  </a:lnTo>
                  <a:lnTo>
                    <a:pt x="691261" y="778733"/>
                  </a:lnTo>
                  <a:lnTo>
                    <a:pt x="696520" y="779488"/>
                  </a:lnTo>
                  <a:lnTo>
                    <a:pt x="914669" y="810822"/>
                  </a:lnTo>
                  <a:lnTo>
                    <a:pt x="919928" y="811578"/>
                  </a:lnTo>
                  <a:lnTo>
                    <a:pt x="925187" y="811527"/>
                  </a:lnTo>
                  <a:lnTo>
                    <a:pt x="1143336" y="809425"/>
                  </a:lnTo>
                  <a:lnTo>
                    <a:pt x="1148595" y="809374"/>
                  </a:lnTo>
                  <a:lnTo>
                    <a:pt x="1153855" y="807196"/>
                  </a:lnTo>
                  <a:lnTo>
                    <a:pt x="1372003" y="716853"/>
                  </a:lnTo>
                  <a:lnTo>
                    <a:pt x="1377263" y="714675"/>
                  </a:lnTo>
                  <a:lnTo>
                    <a:pt x="1382522" y="711528"/>
                  </a:lnTo>
                  <a:lnTo>
                    <a:pt x="1600671" y="581005"/>
                  </a:lnTo>
                  <a:lnTo>
                    <a:pt x="1605930" y="577858"/>
                  </a:lnTo>
                  <a:lnTo>
                    <a:pt x="1611189" y="574772"/>
                  </a:lnTo>
                  <a:lnTo>
                    <a:pt x="1829338" y="446798"/>
                  </a:lnTo>
                  <a:lnTo>
                    <a:pt x="1834597" y="443712"/>
                  </a:lnTo>
                  <a:lnTo>
                    <a:pt x="1839857" y="440780"/>
                  </a:lnTo>
                  <a:lnTo>
                    <a:pt x="2058005" y="319140"/>
                  </a:lnTo>
                  <a:lnTo>
                    <a:pt x="2063265" y="316207"/>
                  </a:lnTo>
                  <a:lnTo>
                    <a:pt x="2068524" y="313056"/>
                  </a:lnTo>
                  <a:lnTo>
                    <a:pt x="2286673" y="182372"/>
                  </a:lnTo>
                  <a:lnTo>
                    <a:pt x="2291932" y="179221"/>
                  </a:lnTo>
                  <a:lnTo>
                    <a:pt x="2297191" y="177675"/>
                  </a:lnTo>
                  <a:lnTo>
                    <a:pt x="2515340" y="113533"/>
                  </a:lnTo>
                  <a:lnTo>
                    <a:pt x="2520599" y="111987"/>
                  </a:lnTo>
                  <a:lnTo>
                    <a:pt x="2525859" y="111921"/>
                  </a:lnTo>
                  <a:lnTo>
                    <a:pt x="2744007" y="109192"/>
                  </a:lnTo>
                  <a:lnTo>
                    <a:pt x="2749267" y="109126"/>
                  </a:lnTo>
                  <a:lnTo>
                    <a:pt x="2754526" y="109570"/>
                  </a:lnTo>
                  <a:lnTo>
                    <a:pt x="2972675" y="127977"/>
                  </a:lnTo>
                  <a:lnTo>
                    <a:pt x="2977934" y="128421"/>
                  </a:lnTo>
                  <a:lnTo>
                    <a:pt x="2983193" y="128825"/>
                  </a:lnTo>
                  <a:lnTo>
                    <a:pt x="3201342" y="145570"/>
                  </a:lnTo>
                  <a:lnTo>
                    <a:pt x="3206601" y="145974"/>
                  </a:lnTo>
                  <a:lnTo>
                    <a:pt x="3211861" y="145896"/>
                  </a:lnTo>
                  <a:lnTo>
                    <a:pt x="3430009" y="142675"/>
                  </a:lnTo>
                  <a:lnTo>
                    <a:pt x="3435269" y="142597"/>
                  </a:lnTo>
                  <a:lnTo>
                    <a:pt x="3440528" y="142572"/>
                  </a:lnTo>
                  <a:lnTo>
                    <a:pt x="3658677" y="141545"/>
                  </a:lnTo>
                  <a:lnTo>
                    <a:pt x="3663936" y="141520"/>
                  </a:lnTo>
                  <a:lnTo>
                    <a:pt x="3669195" y="140284"/>
                  </a:lnTo>
                  <a:lnTo>
                    <a:pt x="3887344" y="88999"/>
                  </a:lnTo>
                  <a:lnTo>
                    <a:pt x="3892603" y="87762"/>
                  </a:lnTo>
                  <a:lnTo>
                    <a:pt x="3897863" y="85744"/>
                  </a:lnTo>
                  <a:lnTo>
                    <a:pt x="4116011" y="2018"/>
                  </a:lnTo>
                  <a:lnTo>
                    <a:pt x="4121271" y="0"/>
                  </a:lnTo>
                  <a:lnTo>
                    <a:pt x="4126530" y="257"/>
                  </a:lnTo>
                  <a:lnTo>
                    <a:pt x="4344679" y="10918"/>
                  </a:lnTo>
                  <a:lnTo>
                    <a:pt x="4349938" y="11176"/>
                  </a:lnTo>
                  <a:lnTo>
                    <a:pt x="4355197" y="13108"/>
                  </a:lnTo>
                  <a:lnTo>
                    <a:pt x="4573346" y="93248"/>
                  </a:lnTo>
                  <a:lnTo>
                    <a:pt x="4578605" y="95180"/>
                  </a:lnTo>
                  <a:lnTo>
                    <a:pt x="4583865" y="98928"/>
                  </a:lnTo>
                  <a:lnTo>
                    <a:pt x="4802013" y="254405"/>
                  </a:lnTo>
                  <a:lnTo>
                    <a:pt x="4807273" y="258153"/>
                  </a:lnTo>
                  <a:lnTo>
                    <a:pt x="4812532" y="261085"/>
                  </a:lnTo>
                  <a:lnTo>
                    <a:pt x="5030681" y="382696"/>
                  </a:lnTo>
                  <a:lnTo>
                    <a:pt x="5035940" y="385628"/>
                  </a:lnTo>
                  <a:lnTo>
                    <a:pt x="5041199" y="388574"/>
                  </a:lnTo>
                  <a:lnTo>
                    <a:pt x="5259348" y="510769"/>
                  </a:lnTo>
                  <a:lnTo>
                    <a:pt x="5264607" y="513715"/>
                  </a:lnTo>
                  <a:lnTo>
                    <a:pt x="5269867" y="1168219"/>
                  </a:lnTo>
                  <a:lnTo>
                    <a:pt x="5264607" y="675045"/>
                  </a:lnTo>
                  <a:lnTo>
                    <a:pt x="5259348" y="672642"/>
                  </a:lnTo>
                  <a:lnTo>
                    <a:pt x="5041199" y="572962"/>
                  </a:lnTo>
                  <a:lnTo>
                    <a:pt x="5035940" y="570559"/>
                  </a:lnTo>
                  <a:lnTo>
                    <a:pt x="5030681" y="568197"/>
                  </a:lnTo>
                  <a:lnTo>
                    <a:pt x="4812532" y="470228"/>
                  </a:lnTo>
                  <a:lnTo>
                    <a:pt x="4807273" y="467866"/>
                  </a:lnTo>
                  <a:lnTo>
                    <a:pt x="4802013" y="464364"/>
                  </a:lnTo>
                  <a:lnTo>
                    <a:pt x="4583865" y="319104"/>
                  </a:lnTo>
                  <a:lnTo>
                    <a:pt x="4578605" y="315602"/>
                  </a:lnTo>
                  <a:lnTo>
                    <a:pt x="4573346" y="313418"/>
                  </a:lnTo>
                  <a:lnTo>
                    <a:pt x="4355197" y="222831"/>
                  </a:lnTo>
                  <a:lnTo>
                    <a:pt x="4349938" y="220647"/>
                  </a:lnTo>
                  <a:lnTo>
                    <a:pt x="4344679" y="219852"/>
                  </a:lnTo>
                  <a:lnTo>
                    <a:pt x="4126530" y="186877"/>
                  </a:lnTo>
                  <a:lnTo>
                    <a:pt x="4121271" y="186082"/>
                  </a:lnTo>
                  <a:lnTo>
                    <a:pt x="4116011" y="187728"/>
                  </a:lnTo>
                  <a:lnTo>
                    <a:pt x="3897863" y="255986"/>
                  </a:lnTo>
                  <a:lnTo>
                    <a:pt x="3892603" y="257632"/>
                  </a:lnTo>
                  <a:lnTo>
                    <a:pt x="3887344" y="258673"/>
                  </a:lnTo>
                  <a:lnTo>
                    <a:pt x="3669195" y="301856"/>
                  </a:lnTo>
                  <a:lnTo>
                    <a:pt x="3663936" y="302897"/>
                  </a:lnTo>
                  <a:lnTo>
                    <a:pt x="3658677" y="302955"/>
                  </a:lnTo>
                  <a:lnTo>
                    <a:pt x="3440528" y="305365"/>
                  </a:lnTo>
                  <a:lnTo>
                    <a:pt x="3435269" y="305423"/>
                  </a:lnTo>
                  <a:lnTo>
                    <a:pt x="3430009" y="305612"/>
                  </a:lnTo>
                  <a:lnTo>
                    <a:pt x="3211861" y="313448"/>
                  </a:lnTo>
                  <a:lnTo>
                    <a:pt x="3206601" y="313637"/>
                  </a:lnTo>
                  <a:lnTo>
                    <a:pt x="3201342" y="313433"/>
                  </a:lnTo>
                  <a:lnTo>
                    <a:pt x="2983193" y="304962"/>
                  </a:lnTo>
                  <a:lnTo>
                    <a:pt x="2977934" y="304758"/>
                  </a:lnTo>
                  <a:lnTo>
                    <a:pt x="2972675" y="304468"/>
                  </a:lnTo>
                  <a:lnTo>
                    <a:pt x="2754526" y="292450"/>
                  </a:lnTo>
                  <a:lnTo>
                    <a:pt x="2749267" y="292161"/>
                  </a:lnTo>
                  <a:lnTo>
                    <a:pt x="2744007" y="292246"/>
                  </a:lnTo>
                  <a:lnTo>
                    <a:pt x="2525859" y="295788"/>
                  </a:lnTo>
                  <a:lnTo>
                    <a:pt x="2520599" y="295873"/>
                  </a:lnTo>
                  <a:lnTo>
                    <a:pt x="2515340" y="297207"/>
                  </a:lnTo>
                  <a:lnTo>
                    <a:pt x="2297191" y="352509"/>
                  </a:lnTo>
                  <a:lnTo>
                    <a:pt x="2291932" y="353843"/>
                  </a:lnTo>
                  <a:lnTo>
                    <a:pt x="2286673" y="356468"/>
                  </a:lnTo>
                  <a:lnTo>
                    <a:pt x="2068524" y="465357"/>
                  </a:lnTo>
                  <a:lnTo>
                    <a:pt x="2063265" y="467982"/>
                  </a:lnTo>
                  <a:lnTo>
                    <a:pt x="2058005" y="470180"/>
                  </a:lnTo>
                  <a:lnTo>
                    <a:pt x="1839857" y="561354"/>
                  </a:lnTo>
                  <a:lnTo>
                    <a:pt x="1834597" y="563552"/>
                  </a:lnTo>
                  <a:lnTo>
                    <a:pt x="1829338" y="565871"/>
                  </a:lnTo>
                  <a:lnTo>
                    <a:pt x="1611189" y="662085"/>
                  </a:lnTo>
                  <a:lnTo>
                    <a:pt x="1605930" y="664404"/>
                  </a:lnTo>
                  <a:lnTo>
                    <a:pt x="1600671" y="666970"/>
                  </a:lnTo>
                  <a:lnTo>
                    <a:pt x="1382522" y="773371"/>
                  </a:lnTo>
                  <a:lnTo>
                    <a:pt x="1377263" y="775936"/>
                  </a:lnTo>
                  <a:lnTo>
                    <a:pt x="1372003" y="777871"/>
                  </a:lnTo>
                  <a:lnTo>
                    <a:pt x="1153855" y="858147"/>
                  </a:lnTo>
                  <a:lnTo>
                    <a:pt x="1148595" y="860083"/>
                  </a:lnTo>
                  <a:lnTo>
                    <a:pt x="1143336" y="860284"/>
                  </a:lnTo>
                  <a:lnTo>
                    <a:pt x="925187" y="868655"/>
                  </a:lnTo>
                  <a:lnTo>
                    <a:pt x="919928" y="868857"/>
                  </a:lnTo>
                  <a:lnTo>
                    <a:pt x="914669" y="868533"/>
                  </a:lnTo>
                  <a:lnTo>
                    <a:pt x="696520" y="855064"/>
                  </a:lnTo>
                  <a:lnTo>
                    <a:pt x="691261" y="854739"/>
                  </a:lnTo>
                  <a:lnTo>
                    <a:pt x="686001" y="854680"/>
                  </a:lnTo>
                  <a:lnTo>
                    <a:pt x="467853" y="852248"/>
                  </a:lnTo>
                  <a:lnTo>
                    <a:pt x="462593" y="852190"/>
                  </a:lnTo>
                  <a:lnTo>
                    <a:pt x="457334" y="851519"/>
                  </a:lnTo>
                  <a:lnTo>
                    <a:pt x="239186" y="823703"/>
                  </a:lnTo>
                  <a:lnTo>
                    <a:pt x="233926" y="823032"/>
                  </a:lnTo>
                  <a:lnTo>
                    <a:pt x="228667" y="821702"/>
                  </a:lnTo>
                  <a:lnTo>
                    <a:pt x="10518" y="766556"/>
                  </a:lnTo>
                  <a:lnTo>
                    <a:pt x="5259" y="765226"/>
                  </a:lnTo>
                  <a:lnTo>
                    <a:pt x="0" y="1168219"/>
                  </a:lnTo>
                  <a:close/>
                </a:path>
              </a:pathLst>
            </a:cu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6330629" y="2417980"/>
              <a:ext cx="5259348" cy="811578"/>
            </a:xfrm>
            <a:custGeom>
              <a:avLst/>
              <a:pathLst>
                <a:path w="5259348" h="811578">
                  <a:moveTo>
                    <a:pt x="0" y="623545"/>
                  </a:moveTo>
                  <a:lnTo>
                    <a:pt x="5259" y="625299"/>
                  </a:lnTo>
                  <a:lnTo>
                    <a:pt x="223407" y="698076"/>
                  </a:lnTo>
                  <a:lnTo>
                    <a:pt x="228667" y="699831"/>
                  </a:lnTo>
                  <a:lnTo>
                    <a:pt x="233926" y="701037"/>
                  </a:lnTo>
                  <a:lnTo>
                    <a:pt x="452075" y="751088"/>
                  </a:lnTo>
                  <a:lnTo>
                    <a:pt x="457334" y="752294"/>
                  </a:lnTo>
                  <a:lnTo>
                    <a:pt x="462593" y="752902"/>
                  </a:lnTo>
                  <a:lnTo>
                    <a:pt x="680742" y="778125"/>
                  </a:lnTo>
                  <a:lnTo>
                    <a:pt x="686001" y="778733"/>
                  </a:lnTo>
                  <a:lnTo>
                    <a:pt x="691261" y="779488"/>
                  </a:lnTo>
                  <a:lnTo>
                    <a:pt x="909409" y="810822"/>
                  </a:lnTo>
                  <a:lnTo>
                    <a:pt x="914669" y="811578"/>
                  </a:lnTo>
                  <a:lnTo>
                    <a:pt x="919928" y="811527"/>
                  </a:lnTo>
                  <a:lnTo>
                    <a:pt x="1138077" y="809425"/>
                  </a:lnTo>
                  <a:lnTo>
                    <a:pt x="1143336" y="809374"/>
                  </a:lnTo>
                  <a:lnTo>
                    <a:pt x="1148595" y="807196"/>
                  </a:lnTo>
                  <a:lnTo>
                    <a:pt x="1366744" y="716853"/>
                  </a:lnTo>
                  <a:lnTo>
                    <a:pt x="1372003" y="714675"/>
                  </a:lnTo>
                  <a:lnTo>
                    <a:pt x="1377263" y="711528"/>
                  </a:lnTo>
                  <a:lnTo>
                    <a:pt x="1595411" y="581005"/>
                  </a:lnTo>
                  <a:lnTo>
                    <a:pt x="1600671" y="577858"/>
                  </a:lnTo>
                  <a:lnTo>
                    <a:pt x="1605930" y="574772"/>
                  </a:lnTo>
                  <a:lnTo>
                    <a:pt x="1824079" y="446798"/>
                  </a:lnTo>
                  <a:lnTo>
                    <a:pt x="1829338" y="443712"/>
                  </a:lnTo>
                  <a:lnTo>
                    <a:pt x="1834597" y="440780"/>
                  </a:lnTo>
                  <a:lnTo>
                    <a:pt x="2052746" y="319140"/>
                  </a:lnTo>
                  <a:lnTo>
                    <a:pt x="2058005" y="316207"/>
                  </a:lnTo>
                  <a:lnTo>
                    <a:pt x="2063265" y="313056"/>
                  </a:lnTo>
                  <a:lnTo>
                    <a:pt x="2281413" y="182372"/>
                  </a:lnTo>
                  <a:lnTo>
                    <a:pt x="2286673" y="179221"/>
                  </a:lnTo>
                  <a:lnTo>
                    <a:pt x="2291932" y="177675"/>
                  </a:lnTo>
                  <a:lnTo>
                    <a:pt x="2510081" y="113533"/>
                  </a:lnTo>
                  <a:lnTo>
                    <a:pt x="2515340" y="111987"/>
                  </a:lnTo>
                  <a:lnTo>
                    <a:pt x="2520599" y="111921"/>
                  </a:lnTo>
                  <a:lnTo>
                    <a:pt x="2738748" y="109192"/>
                  </a:lnTo>
                  <a:lnTo>
                    <a:pt x="2744007" y="109126"/>
                  </a:lnTo>
                  <a:lnTo>
                    <a:pt x="2749267" y="109570"/>
                  </a:lnTo>
                  <a:lnTo>
                    <a:pt x="2967415" y="127977"/>
                  </a:lnTo>
                  <a:lnTo>
                    <a:pt x="2972675" y="128421"/>
                  </a:lnTo>
                  <a:lnTo>
                    <a:pt x="2977934" y="128825"/>
                  </a:lnTo>
                  <a:lnTo>
                    <a:pt x="3196083" y="145570"/>
                  </a:lnTo>
                  <a:lnTo>
                    <a:pt x="3201342" y="145974"/>
                  </a:lnTo>
                  <a:lnTo>
                    <a:pt x="3206601" y="145896"/>
                  </a:lnTo>
                  <a:lnTo>
                    <a:pt x="3424750" y="142675"/>
                  </a:lnTo>
                  <a:lnTo>
                    <a:pt x="3430009" y="142597"/>
                  </a:lnTo>
                  <a:lnTo>
                    <a:pt x="3435269" y="142572"/>
                  </a:lnTo>
                  <a:lnTo>
                    <a:pt x="3653417" y="141545"/>
                  </a:lnTo>
                  <a:lnTo>
                    <a:pt x="3658677" y="141520"/>
                  </a:lnTo>
                  <a:lnTo>
                    <a:pt x="3663936" y="140284"/>
                  </a:lnTo>
                  <a:lnTo>
                    <a:pt x="3882085" y="88999"/>
                  </a:lnTo>
                  <a:lnTo>
                    <a:pt x="3887344" y="87762"/>
                  </a:lnTo>
                  <a:lnTo>
                    <a:pt x="3892603" y="85744"/>
                  </a:lnTo>
                  <a:lnTo>
                    <a:pt x="4110752" y="2018"/>
                  </a:lnTo>
                  <a:lnTo>
                    <a:pt x="4116011" y="0"/>
                  </a:lnTo>
                  <a:lnTo>
                    <a:pt x="4121271" y="257"/>
                  </a:lnTo>
                  <a:lnTo>
                    <a:pt x="4339419" y="10918"/>
                  </a:lnTo>
                  <a:lnTo>
                    <a:pt x="4344679" y="11176"/>
                  </a:lnTo>
                  <a:lnTo>
                    <a:pt x="4349938" y="13108"/>
                  </a:lnTo>
                  <a:lnTo>
                    <a:pt x="4568087" y="93248"/>
                  </a:lnTo>
                  <a:lnTo>
                    <a:pt x="4573346" y="95180"/>
                  </a:lnTo>
                  <a:lnTo>
                    <a:pt x="4578605" y="98928"/>
                  </a:lnTo>
                  <a:lnTo>
                    <a:pt x="4796754" y="254405"/>
                  </a:lnTo>
                  <a:lnTo>
                    <a:pt x="4802013" y="258153"/>
                  </a:lnTo>
                  <a:lnTo>
                    <a:pt x="4807273" y="261085"/>
                  </a:lnTo>
                  <a:lnTo>
                    <a:pt x="5025421" y="382696"/>
                  </a:lnTo>
                  <a:lnTo>
                    <a:pt x="5030681" y="385628"/>
                  </a:lnTo>
                  <a:lnTo>
                    <a:pt x="5035940" y="388574"/>
                  </a:lnTo>
                  <a:lnTo>
                    <a:pt x="5254089" y="510769"/>
                  </a:lnTo>
                  <a:lnTo>
                    <a:pt x="5259348" y="513715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6"/>
            <p:cNvSpPr/>
            <p:nvPr/>
          </p:nvSpPr>
          <p:spPr>
            <a:xfrm>
              <a:off x="6325369" y="2604063"/>
              <a:ext cx="5269867" cy="982136"/>
            </a:xfrm>
            <a:custGeom>
              <a:avLst/>
              <a:pathLst>
                <a:path w="5269867" h="982136">
                  <a:moveTo>
                    <a:pt x="5259" y="579144"/>
                  </a:moveTo>
                  <a:lnTo>
                    <a:pt x="10518" y="580473"/>
                  </a:lnTo>
                  <a:lnTo>
                    <a:pt x="228667" y="635620"/>
                  </a:lnTo>
                  <a:lnTo>
                    <a:pt x="233926" y="636949"/>
                  </a:lnTo>
                  <a:lnTo>
                    <a:pt x="239186" y="637620"/>
                  </a:lnTo>
                  <a:lnTo>
                    <a:pt x="457334" y="665436"/>
                  </a:lnTo>
                  <a:lnTo>
                    <a:pt x="462593" y="666107"/>
                  </a:lnTo>
                  <a:lnTo>
                    <a:pt x="467853" y="666166"/>
                  </a:lnTo>
                  <a:lnTo>
                    <a:pt x="686001" y="668598"/>
                  </a:lnTo>
                  <a:lnTo>
                    <a:pt x="691261" y="668657"/>
                  </a:lnTo>
                  <a:lnTo>
                    <a:pt x="696520" y="668981"/>
                  </a:lnTo>
                  <a:lnTo>
                    <a:pt x="914669" y="682450"/>
                  </a:lnTo>
                  <a:lnTo>
                    <a:pt x="919928" y="682775"/>
                  </a:lnTo>
                  <a:lnTo>
                    <a:pt x="925187" y="682573"/>
                  </a:lnTo>
                  <a:lnTo>
                    <a:pt x="1143336" y="674202"/>
                  </a:lnTo>
                  <a:lnTo>
                    <a:pt x="1148595" y="674000"/>
                  </a:lnTo>
                  <a:lnTo>
                    <a:pt x="1153855" y="672065"/>
                  </a:lnTo>
                  <a:lnTo>
                    <a:pt x="1372003" y="591789"/>
                  </a:lnTo>
                  <a:lnTo>
                    <a:pt x="1377263" y="589853"/>
                  </a:lnTo>
                  <a:lnTo>
                    <a:pt x="1382522" y="587288"/>
                  </a:lnTo>
                  <a:lnTo>
                    <a:pt x="1600671" y="480887"/>
                  </a:lnTo>
                  <a:lnTo>
                    <a:pt x="1605930" y="478322"/>
                  </a:lnTo>
                  <a:lnTo>
                    <a:pt x="1611189" y="476002"/>
                  </a:lnTo>
                  <a:lnTo>
                    <a:pt x="1829338" y="379789"/>
                  </a:lnTo>
                  <a:lnTo>
                    <a:pt x="1834597" y="377469"/>
                  </a:lnTo>
                  <a:lnTo>
                    <a:pt x="1839857" y="375271"/>
                  </a:lnTo>
                  <a:lnTo>
                    <a:pt x="2058005" y="284098"/>
                  </a:lnTo>
                  <a:lnTo>
                    <a:pt x="2063265" y="281900"/>
                  </a:lnTo>
                  <a:lnTo>
                    <a:pt x="2068524" y="279275"/>
                  </a:lnTo>
                  <a:lnTo>
                    <a:pt x="2286673" y="170385"/>
                  </a:lnTo>
                  <a:lnTo>
                    <a:pt x="2291932" y="167760"/>
                  </a:lnTo>
                  <a:lnTo>
                    <a:pt x="2297191" y="166427"/>
                  </a:lnTo>
                  <a:lnTo>
                    <a:pt x="2515340" y="111124"/>
                  </a:lnTo>
                  <a:lnTo>
                    <a:pt x="2520599" y="109791"/>
                  </a:lnTo>
                  <a:lnTo>
                    <a:pt x="2525859" y="109705"/>
                  </a:lnTo>
                  <a:lnTo>
                    <a:pt x="2744007" y="106164"/>
                  </a:lnTo>
                  <a:lnTo>
                    <a:pt x="2749267" y="106078"/>
                  </a:lnTo>
                  <a:lnTo>
                    <a:pt x="2754526" y="106368"/>
                  </a:lnTo>
                  <a:lnTo>
                    <a:pt x="2972675" y="118386"/>
                  </a:lnTo>
                  <a:lnTo>
                    <a:pt x="2977934" y="118676"/>
                  </a:lnTo>
                  <a:lnTo>
                    <a:pt x="2983193" y="118880"/>
                  </a:lnTo>
                  <a:lnTo>
                    <a:pt x="3201342" y="127350"/>
                  </a:lnTo>
                  <a:lnTo>
                    <a:pt x="3206601" y="127554"/>
                  </a:lnTo>
                  <a:lnTo>
                    <a:pt x="3211861" y="127366"/>
                  </a:lnTo>
                  <a:lnTo>
                    <a:pt x="3430009" y="119529"/>
                  </a:lnTo>
                  <a:lnTo>
                    <a:pt x="3435269" y="119340"/>
                  </a:lnTo>
                  <a:lnTo>
                    <a:pt x="3440528" y="119282"/>
                  </a:lnTo>
                  <a:lnTo>
                    <a:pt x="3658677" y="116873"/>
                  </a:lnTo>
                  <a:lnTo>
                    <a:pt x="3663936" y="116815"/>
                  </a:lnTo>
                  <a:lnTo>
                    <a:pt x="3669195" y="115774"/>
                  </a:lnTo>
                  <a:lnTo>
                    <a:pt x="3887344" y="72590"/>
                  </a:lnTo>
                  <a:lnTo>
                    <a:pt x="3892603" y="71549"/>
                  </a:lnTo>
                  <a:lnTo>
                    <a:pt x="3897863" y="69904"/>
                  </a:lnTo>
                  <a:lnTo>
                    <a:pt x="4116011" y="1645"/>
                  </a:lnTo>
                  <a:lnTo>
                    <a:pt x="4121271" y="0"/>
                  </a:lnTo>
                  <a:lnTo>
                    <a:pt x="4126530" y="794"/>
                  </a:lnTo>
                  <a:lnTo>
                    <a:pt x="4344679" y="33770"/>
                  </a:lnTo>
                  <a:lnTo>
                    <a:pt x="4349938" y="34565"/>
                  </a:lnTo>
                  <a:lnTo>
                    <a:pt x="4355197" y="36749"/>
                  </a:lnTo>
                  <a:lnTo>
                    <a:pt x="4573346" y="127336"/>
                  </a:lnTo>
                  <a:lnTo>
                    <a:pt x="4578605" y="129520"/>
                  </a:lnTo>
                  <a:lnTo>
                    <a:pt x="4583865" y="133022"/>
                  </a:lnTo>
                  <a:lnTo>
                    <a:pt x="4802013" y="278282"/>
                  </a:lnTo>
                  <a:lnTo>
                    <a:pt x="4807273" y="281784"/>
                  </a:lnTo>
                  <a:lnTo>
                    <a:pt x="4812532" y="284146"/>
                  </a:lnTo>
                  <a:lnTo>
                    <a:pt x="5030681" y="382114"/>
                  </a:lnTo>
                  <a:lnTo>
                    <a:pt x="5035940" y="384476"/>
                  </a:lnTo>
                  <a:lnTo>
                    <a:pt x="5041199" y="386880"/>
                  </a:lnTo>
                  <a:lnTo>
                    <a:pt x="5259348" y="486560"/>
                  </a:lnTo>
                  <a:lnTo>
                    <a:pt x="5264607" y="488963"/>
                  </a:lnTo>
                  <a:lnTo>
                    <a:pt x="5269867" y="982136"/>
                  </a:lnTo>
                  <a:lnTo>
                    <a:pt x="5264607" y="496017"/>
                  </a:lnTo>
                  <a:lnTo>
                    <a:pt x="5259348" y="493658"/>
                  </a:lnTo>
                  <a:lnTo>
                    <a:pt x="5041199" y="395823"/>
                  </a:lnTo>
                  <a:lnTo>
                    <a:pt x="5035940" y="393464"/>
                  </a:lnTo>
                  <a:lnTo>
                    <a:pt x="5030681" y="391108"/>
                  </a:lnTo>
                  <a:lnTo>
                    <a:pt x="4812532" y="293377"/>
                  </a:lnTo>
                  <a:lnTo>
                    <a:pt x="4807273" y="291020"/>
                  </a:lnTo>
                  <a:lnTo>
                    <a:pt x="4802013" y="287628"/>
                  </a:lnTo>
                  <a:lnTo>
                    <a:pt x="4583865" y="146904"/>
                  </a:lnTo>
                  <a:lnTo>
                    <a:pt x="4578605" y="143511"/>
                  </a:lnTo>
                  <a:lnTo>
                    <a:pt x="4573346" y="141394"/>
                  </a:lnTo>
                  <a:lnTo>
                    <a:pt x="4355197" y="53600"/>
                  </a:lnTo>
                  <a:lnTo>
                    <a:pt x="4349938" y="51483"/>
                  </a:lnTo>
                  <a:lnTo>
                    <a:pt x="4344679" y="50728"/>
                  </a:lnTo>
                  <a:lnTo>
                    <a:pt x="4126530" y="19432"/>
                  </a:lnTo>
                  <a:lnTo>
                    <a:pt x="4121271" y="18678"/>
                  </a:lnTo>
                  <a:lnTo>
                    <a:pt x="4116011" y="20195"/>
                  </a:lnTo>
                  <a:lnTo>
                    <a:pt x="3897863" y="83141"/>
                  </a:lnTo>
                  <a:lnTo>
                    <a:pt x="3892603" y="84659"/>
                  </a:lnTo>
                  <a:lnTo>
                    <a:pt x="3887344" y="85611"/>
                  </a:lnTo>
                  <a:lnTo>
                    <a:pt x="3669195" y="125120"/>
                  </a:lnTo>
                  <a:lnTo>
                    <a:pt x="3663936" y="126073"/>
                  </a:lnTo>
                  <a:lnTo>
                    <a:pt x="3658677" y="126111"/>
                  </a:lnTo>
                  <a:lnTo>
                    <a:pt x="3440528" y="127700"/>
                  </a:lnTo>
                  <a:lnTo>
                    <a:pt x="3435269" y="127738"/>
                  </a:lnTo>
                  <a:lnTo>
                    <a:pt x="3430009" y="127924"/>
                  </a:lnTo>
                  <a:lnTo>
                    <a:pt x="3211861" y="135640"/>
                  </a:lnTo>
                  <a:lnTo>
                    <a:pt x="3206601" y="135826"/>
                  </a:lnTo>
                  <a:lnTo>
                    <a:pt x="3201342" y="135667"/>
                  </a:lnTo>
                  <a:lnTo>
                    <a:pt x="2983193" y="129051"/>
                  </a:lnTo>
                  <a:lnTo>
                    <a:pt x="2977934" y="128891"/>
                  </a:lnTo>
                  <a:lnTo>
                    <a:pt x="2972675" y="128689"/>
                  </a:lnTo>
                  <a:lnTo>
                    <a:pt x="2754526" y="120301"/>
                  </a:lnTo>
                  <a:lnTo>
                    <a:pt x="2749267" y="120099"/>
                  </a:lnTo>
                  <a:lnTo>
                    <a:pt x="2744007" y="120258"/>
                  </a:lnTo>
                  <a:lnTo>
                    <a:pt x="2525859" y="126871"/>
                  </a:lnTo>
                  <a:lnTo>
                    <a:pt x="2520599" y="127030"/>
                  </a:lnTo>
                  <a:lnTo>
                    <a:pt x="2515340" y="128332"/>
                  </a:lnTo>
                  <a:lnTo>
                    <a:pt x="2297191" y="182347"/>
                  </a:lnTo>
                  <a:lnTo>
                    <a:pt x="2291932" y="183650"/>
                  </a:lnTo>
                  <a:lnTo>
                    <a:pt x="2286673" y="186207"/>
                  </a:lnTo>
                  <a:lnTo>
                    <a:pt x="2068524" y="292291"/>
                  </a:lnTo>
                  <a:lnTo>
                    <a:pt x="2063265" y="294848"/>
                  </a:lnTo>
                  <a:lnTo>
                    <a:pt x="2058005" y="297024"/>
                  </a:lnTo>
                  <a:lnTo>
                    <a:pt x="1839857" y="387288"/>
                  </a:lnTo>
                  <a:lnTo>
                    <a:pt x="1834597" y="389464"/>
                  </a:lnTo>
                  <a:lnTo>
                    <a:pt x="1829338" y="391742"/>
                  </a:lnTo>
                  <a:lnTo>
                    <a:pt x="1611189" y="486239"/>
                  </a:lnTo>
                  <a:lnTo>
                    <a:pt x="1605930" y="488517"/>
                  </a:lnTo>
                  <a:lnTo>
                    <a:pt x="1600671" y="490996"/>
                  </a:lnTo>
                  <a:lnTo>
                    <a:pt x="1382522" y="593844"/>
                  </a:lnTo>
                  <a:lnTo>
                    <a:pt x="1377263" y="596324"/>
                  </a:lnTo>
                  <a:lnTo>
                    <a:pt x="1372003" y="598200"/>
                  </a:lnTo>
                  <a:lnTo>
                    <a:pt x="1153855" y="676031"/>
                  </a:lnTo>
                  <a:lnTo>
                    <a:pt x="1148595" y="677907"/>
                  </a:lnTo>
                  <a:lnTo>
                    <a:pt x="1143336" y="678096"/>
                  </a:lnTo>
                  <a:lnTo>
                    <a:pt x="925187" y="685910"/>
                  </a:lnTo>
                  <a:lnTo>
                    <a:pt x="919928" y="686099"/>
                  </a:lnTo>
                  <a:lnTo>
                    <a:pt x="914669" y="685789"/>
                  </a:lnTo>
                  <a:lnTo>
                    <a:pt x="696520" y="672932"/>
                  </a:lnTo>
                  <a:lnTo>
                    <a:pt x="691261" y="672622"/>
                  </a:lnTo>
                  <a:lnTo>
                    <a:pt x="686001" y="672551"/>
                  </a:lnTo>
                  <a:lnTo>
                    <a:pt x="467853" y="669604"/>
                  </a:lnTo>
                  <a:lnTo>
                    <a:pt x="462593" y="669532"/>
                  </a:lnTo>
                  <a:lnTo>
                    <a:pt x="457334" y="668883"/>
                  </a:lnTo>
                  <a:lnTo>
                    <a:pt x="239186" y="641949"/>
                  </a:lnTo>
                  <a:lnTo>
                    <a:pt x="233926" y="641300"/>
                  </a:lnTo>
                  <a:lnTo>
                    <a:pt x="228667" y="640001"/>
                  </a:lnTo>
                  <a:lnTo>
                    <a:pt x="10518" y="586110"/>
                  </a:lnTo>
                  <a:lnTo>
                    <a:pt x="5259" y="584810"/>
                  </a:lnTo>
                  <a:lnTo>
                    <a:pt x="0" y="982136"/>
                  </a:lnTo>
                  <a:close/>
                </a:path>
              </a:pathLst>
            </a:cu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6330629" y="2604063"/>
              <a:ext cx="5259348" cy="682775"/>
            </a:xfrm>
            <a:custGeom>
              <a:avLst/>
              <a:pathLst>
                <a:path w="5259348" h="682775">
                  <a:moveTo>
                    <a:pt x="0" y="579144"/>
                  </a:moveTo>
                  <a:lnTo>
                    <a:pt x="5259" y="580473"/>
                  </a:lnTo>
                  <a:lnTo>
                    <a:pt x="223407" y="635620"/>
                  </a:lnTo>
                  <a:lnTo>
                    <a:pt x="228667" y="636949"/>
                  </a:lnTo>
                  <a:lnTo>
                    <a:pt x="233926" y="637620"/>
                  </a:lnTo>
                  <a:lnTo>
                    <a:pt x="452075" y="665436"/>
                  </a:lnTo>
                  <a:lnTo>
                    <a:pt x="457334" y="666107"/>
                  </a:lnTo>
                  <a:lnTo>
                    <a:pt x="462593" y="666166"/>
                  </a:lnTo>
                  <a:lnTo>
                    <a:pt x="680742" y="668598"/>
                  </a:lnTo>
                  <a:lnTo>
                    <a:pt x="686001" y="668657"/>
                  </a:lnTo>
                  <a:lnTo>
                    <a:pt x="691261" y="668981"/>
                  </a:lnTo>
                  <a:lnTo>
                    <a:pt x="909409" y="682450"/>
                  </a:lnTo>
                  <a:lnTo>
                    <a:pt x="914669" y="682775"/>
                  </a:lnTo>
                  <a:lnTo>
                    <a:pt x="919928" y="682573"/>
                  </a:lnTo>
                  <a:lnTo>
                    <a:pt x="1138077" y="674202"/>
                  </a:lnTo>
                  <a:lnTo>
                    <a:pt x="1143336" y="674000"/>
                  </a:lnTo>
                  <a:lnTo>
                    <a:pt x="1148595" y="672065"/>
                  </a:lnTo>
                  <a:lnTo>
                    <a:pt x="1366744" y="591789"/>
                  </a:lnTo>
                  <a:lnTo>
                    <a:pt x="1372003" y="589853"/>
                  </a:lnTo>
                  <a:lnTo>
                    <a:pt x="1377263" y="587288"/>
                  </a:lnTo>
                  <a:lnTo>
                    <a:pt x="1595411" y="480887"/>
                  </a:lnTo>
                  <a:lnTo>
                    <a:pt x="1600671" y="478322"/>
                  </a:lnTo>
                  <a:lnTo>
                    <a:pt x="1605930" y="476002"/>
                  </a:lnTo>
                  <a:lnTo>
                    <a:pt x="1824079" y="379789"/>
                  </a:lnTo>
                  <a:lnTo>
                    <a:pt x="1829338" y="377469"/>
                  </a:lnTo>
                  <a:lnTo>
                    <a:pt x="1834597" y="375271"/>
                  </a:lnTo>
                  <a:lnTo>
                    <a:pt x="2052746" y="284098"/>
                  </a:lnTo>
                  <a:lnTo>
                    <a:pt x="2058005" y="281900"/>
                  </a:lnTo>
                  <a:lnTo>
                    <a:pt x="2063265" y="279275"/>
                  </a:lnTo>
                  <a:lnTo>
                    <a:pt x="2281413" y="170385"/>
                  </a:lnTo>
                  <a:lnTo>
                    <a:pt x="2286673" y="167760"/>
                  </a:lnTo>
                  <a:lnTo>
                    <a:pt x="2291932" y="166427"/>
                  </a:lnTo>
                  <a:lnTo>
                    <a:pt x="2510081" y="111124"/>
                  </a:lnTo>
                  <a:lnTo>
                    <a:pt x="2515340" y="109791"/>
                  </a:lnTo>
                  <a:lnTo>
                    <a:pt x="2520599" y="109705"/>
                  </a:lnTo>
                  <a:lnTo>
                    <a:pt x="2738748" y="106164"/>
                  </a:lnTo>
                  <a:lnTo>
                    <a:pt x="2744007" y="106078"/>
                  </a:lnTo>
                  <a:lnTo>
                    <a:pt x="2749267" y="106368"/>
                  </a:lnTo>
                  <a:lnTo>
                    <a:pt x="2967415" y="118386"/>
                  </a:lnTo>
                  <a:lnTo>
                    <a:pt x="2972675" y="118676"/>
                  </a:lnTo>
                  <a:lnTo>
                    <a:pt x="2977934" y="118880"/>
                  </a:lnTo>
                  <a:lnTo>
                    <a:pt x="3196083" y="127350"/>
                  </a:lnTo>
                  <a:lnTo>
                    <a:pt x="3201342" y="127554"/>
                  </a:lnTo>
                  <a:lnTo>
                    <a:pt x="3206601" y="127366"/>
                  </a:lnTo>
                  <a:lnTo>
                    <a:pt x="3424750" y="119529"/>
                  </a:lnTo>
                  <a:lnTo>
                    <a:pt x="3430009" y="119340"/>
                  </a:lnTo>
                  <a:lnTo>
                    <a:pt x="3435269" y="119282"/>
                  </a:lnTo>
                  <a:lnTo>
                    <a:pt x="3653417" y="116873"/>
                  </a:lnTo>
                  <a:lnTo>
                    <a:pt x="3658677" y="116815"/>
                  </a:lnTo>
                  <a:lnTo>
                    <a:pt x="3663936" y="115774"/>
                  </a:lnTo>
                  <a:lnTo>
                    <a:pt x="3882085" y="72590"/>
                  </a:lnTo>
                  <a:lnTo>
                    <a:pt x="3887344" y="71549"/>
                  </a:lnTo>
                  <a:lnTo>
                    <a:pt x="3892603" y="69904"/>
                  </a:lnTo>
                  <a:lnTo>
                    <a:pt x="4110752" y="1645"/>
                  </a:lnTo>
                  <a:lnTo>
                    <a:pt x="4116011" y="0"/>
                  </a:lnTo>
                  <a:lnTo>
                    <a:pt x="4121271" y="794"/>
                  </a:lnTo>
                  <a:lnTo>
                    <a:pt x="4339419" y="33770"/>
                  </a:lnTo>
                  <a:lnTo>
                    <a:pt x="4344679" y="34565"/>
                  </a:lnTo>
                  <a:lnTo>
                    <a:pt x="4349938" y="36749"/>
                  </a:lnTo>
                  <a:lnTo>
                    <a:pt x="4568087" y="127336"/>
                  </a:lnTo>
                  <a:lnTo>
                    <a:pt x="4573346" y="129520"/>
                  </a:lnTo>
                  <a:lnTo>
                    <a:pt x="4578605" y="133022"/>
                  </a:lnTo>
                  <a:lnTo>
                    <a:pt x="4796754" y="278282"/>
                  </a:lnTo>
                  <a:lnTo>
                    <a:pt x="4802013" y="281784"/>
                  </a:lnTo>
                  <a:lnTo>
                    <a:pt x="4807273" y="284146"/>
                  </a:lnTo>
                  <a:lnTo>
                    <a:pt x="5025421" y="382114"/>
                  </a:lnTo>
                  <a:lnTo>
                    <a:pt x="5030681" y="384476"/>
                  </a:lnTo>
                  <a:lnTo>
                    <a:pt x="5035940" y="386880"/>
                  </a:lnTo>
                  <a:lnTo>
                    <a:pt x="5254089" y="486560"/>
                  </a:lnTo>
                  <a:lnTo>
                    <a:pt x="5259348" y="488963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8"/>
            <p:cNvSpPr/>
            <p:nvPr/>
          </p:nvSpPr>
          <p:spPr>
            <a:xfrm>
              <a:off x="6325369" y="2622741"/>
              <a:ext cx="5269867" cy="963458"/>
            </a:xfrm>
            <a:custGeom>
              <a:avLst/>
              <a:pathLst>
                <a:path w="5269867" h="963458">
                  <a:moveTo>
                    <a:pt x="5259" y="566132"/>
                  </a:moveTo>
                  <a:lnTo>
                    <a:pt x="10518" y="567432"/>
                  </a:lnTo>
                  <a:lnTo>
                    <a:pt x="228667" y="621322"/>
                  </a:lnTo>
                  <a:lnTo>
                    <a:pt x="233926" y="622622"/>
                  </a:lnTo>
                  <a:lnTo>
                    <a:pt x="239186" y="623271"/>
                  </a:lnTo>
                  <a:lnTo>
                    <a:pt x="457334" y="650205"/>
                  </a:lnTo>
                  <a:lnTo>
                    <a:pt x="462593" y="650854"/>
                  </a:lnTo>
                  <a:lnTo>
                    <a:pt x="467853" y="650925"/>
                  </a:lnTo>
                  <a:lnTo>
                    <a:pt x="686001" y="653873"/>
                  </a:lnTo>
                  <a:lnTo>
                    <a:pt x="691261" y="653944"/>
                  </a:lnTo>
                  <a:lnTo>
                    <a:pt x="696520" y="654254"/>
                  </a:lnTo>
                  <a:lnTo>
                    <a:pt x="914669" y="667111"/>
                  </a:lnTo>
                  <a:lnTo>
                    <a:pt x="919928" y="667421"/>
                  </a:lnTo>
                  <a:lnTo>
                    <a:pt x="925187" y="667232"/>
                  </a:lnTo>
                  <a:lnTo>
                    <a:pt x="1143336" y="659418"/>
                  </a:lnTo>
                  <a:lnTo>
                    <a:pt x="1148595" y="659229"/>
                  </a:lnTo>
                  <a:lnTo>
                    <a:pt x="1153855" y="657353"/>
                  </a:lnTo>
                  <a:lnTo>
                    <a:pt x="1372003" y="579522"/>
                  </a:lnTo>
                  <a:lnTo>
                    <a:pt x="1377263" y="577646"/>
                  </a:lnTo>
                  <a:lnTo>
                    <a:pt x="1382522" y="575166"/>
                  </a:lnTo>
                  <a:lnTo>
                    <a:pt x="1600671" y="472318"/>
                  </a:lnTo>
                  <a:lnTo>
                    <a:pt x="1605930" y="469839"/>
                  </a:lnTo>
                  <a:lnTo>
                    <a:pt x="1611189" y="467560"/>
                  </a:lnTo>
                  <a:lnTo>
                    <a:pt x="1829338" y="373064"/>
                  </a:lnTo>
                  <a:lnTo>
                    <a:pt x="1834597" y="370786"/>
                  </a:lnTo>
                  <a:lnTo>
                    <a:pt x="1839857" y="368610"/>
                  </a:lnTo>
                  <a:lnTo>
                    <a:pt x="2058005" y="278346"/>
                  </a:lnTo>
                  <a:lnTo>
                    <a:pt x="2063265" y="276170"/>
                  </a:lnTo>
                  <a:lnTo>
                    <a:pt x="2068524" y="273612"/>
                  </a:lnTo>
                  <a:lnTo>
                    <a:pt x="2286673" y="167529"/>
                  </a:lnTo>
                  <a:lnTo>
                    <a:pt x="2291932" y="164971"/>
                  </a:lnTo>
                  <a:lnTo>
                    <a:pt x="2297191" y="163669"/>
                  </a:lnTo>
                  <a:lnTo>
                    <a:pt x="2515340" y="109654"/>
                  </a:lnTo>
                  <a:lnTo>
                    <a:pt x="2520599" y="108352"/>
                  </a:lnTo>
                  <a:lnTo>
                    <a:pt x="2525859" y="108193"/>
                  </a:lnTo>
                  <a:lnTo>
                    <a:pt x="2744007" y="101580"/>
                  </a:lnTo>
                  <a:lnTo>
                    <a:pt x="2749267" y="101421"/>
                  </a:lnTo>
                  <a:lnTo>
                    <a:pt x="2754526" y="101623"/>
                  </a:lnTo>
                  <a:lnTo>
                    <a:pt x="2972675" y="110011"/>
                  </a:lnTo>
                  <a:lnTo>
                    <a:pt x="2977934" y="110213"/>
                  </a:lnTo>
                  <a:lnTo>
                    <a:pt x="2983193" y="110373"/>
                  </a:lnTo>
                  <a:lnTo>
                    <a:pt x="3201342" y="116989"/>
                  </a:lnTo>
                  <a:lnTo>
                    <a:pt x="3206601" y="117148"/>
                  </a:lnTo>
                  <a:lnTo>
                    <a:pt x="3211861" y="116962"/>
                  </a:lnTo>
                  <a:lnTo>
                    <a:pt x="3430009" y="109246"/>
                  </a:lnTo>
                  <a:lnTo>
                    <a:pt x="3435269" y="109060"/>
                  </a:lnTo>
                  <a:lnTo>
                    <a:pt x="3440528" y="109021"/>
                  </a:lnTo>
                  <a:lnTo>
                    <a:pt x="3658677" y="107433"/>
                  </a:lnTo>
                  <a:lnTo>
                    <a:pt x="3663936" y="107394"/>
                  </a:lnTo>
                  <a:lnTo>
                    <a:pt x="3669195" y="106442"/>
                  </a:lnTo>
                  <a:lnTo>
                    <a:pt x="3887344" y="66933"/>
                  </a:lnTo>
                  <a:lnTo>
                    <a:pt x="3892603" y="65980"/>
                  </a:lnTo>
                  <a:lnTo>
                    <a:pt x="3897863" y="64463"/>
                  </a:lnTo>
                  <a:lnTo>
                    <a:pt x="4116011" y="1517"/>
                  </a:lnTo>
                  <a:lnTo>
                    <a:pt x="4121271" y="0"/>
                  </a:lnTo>
                  <a:lnTo>
                    <a:pt x="4126530" y="754"/>
                  </a:lnTo>
                  <a:lnTo>
                    <a:pt x="4344679" y="32050"/>
                  </a:lnTo>
                  <a:lnTo>
                    <a:pt x="4349938" y="32805"/>
                  </a:lnTo>
                  <a:lnTo>
                    <a:pt x="4355197" y="34921"/>
                  </a:lnTo>
                  <a:lnTo>
                    <a:pt x="4573346" y="122716"/>
                  </a:lnTo>
                  <a:lnTo>
                    <a:pt x="4578605" y="124833"/>
                  </a:lnTo>
                  <a:lnTo>
                    <a:pt x="4583865" y="128226"/>
                  </a:lnTo>
                  <a:lnTo>
                    <a:pt x="4802013" y="268950"/>
                  </a:lnTo>
                  <a:lnTo>
                    <a:pt x="4807273" y="272342"/>
                  </a:lnTo>
                  <a:lnTo>
                    <a:pt x="4812532" y="274699"/>
                  </a:lnTo>
                  <a:lnTo>
                    <a:pt x="5030681" y="372430"/>
                  </a:lnTo>
                  <a:lnTo>
                    <a:pt x="5035940" y="374786"/>
                  </a:lnTo>
                  <a:lnTo>
                    <a:pt x="5041199" y="377145"/>
                  </a:lnTo>
                  <a:lnTo>
                    <a:pt x="5259348" y="474980"/>
                  </a:lnTo>
                  <a:lnTo>
                    <a:pt x="5264607" y="477339"/>
                  </a:lnTo>
                  <a:lnTo>
                    <a:pt x="5269867" y="963458"/>
                  </a:lnTo>
                  <a:lnTo>
                    <a:pt x="5264607" y="963458"/>
                  </a:lnTo>
                  <a:lnTo>
                    <a:pt x="5259348" y="963458"/>
                  </a:lnTo>
                  <a:lnTo>
                    <a:pt x="5041199" y="963458"/>
                  </a:lnTo>
                  <a:lnTo>
                    <a:pt x="5035940" y="963458"/>
                  </a:lnTo>
                  <a:lnTo>
                    <a:pt x="5030681" y="963458"/>
                  </a:lnTo>
                  <a:lnTo>
                    <a:pt x="4812532" y="963458"/>
                  </a:lnTo>
                  <a:lnTo>
                    <a:pt x="4807273" y="963458"/>
                  </a:lnTo>
                  <a:lnTo>
                    <a:pt x="4802013" y="963458"/>
                  </a:lnTo>
                  <a:lnTo>
                    <a:pt x="4583865" y="963458"/>
                  </a:lnTo>
                  <a:lnTo>
                    <a:pt x="4578605" y="963458"/>
                  </a:lnTo>
                  <a:lnTo>
                    <a:pt x="4573346" y="963458"/>
                  </a:lnTo>
                  <a:lnTo>
                    <a:pt x="4355197" y="963458"/>
                  </a:lnTo>
                  <a:lnTo>
                    <a:pt x="4349938" y="963458"/>
                  </a:lnTo>
                  <a:lnTo>
                    <a:pt x="4344679" y="963458"/>
                  </a:lnTo>
                  <a:lnTo>
                    <a:pt x="4126530" y="963458"/>
                  </a:lnTo>
                  <a:lnTo>
                    <a:pt x="4121271" y="963458"/>
                  </a:lnTo>
                  <a:lnTo>
                    <a:pt x="4116011" y="963458"/>
                  </a:lnTo>
                  <a:lnTo>
                    <a:pt x="3897863" y="963458"/>
                  </a:lnTo>
                  <a:lnTo>
                    <a:pt x="3892603" y="963458"/>
                  </a:lnTo>
                  <a:lnTo>
                    <a:pt x="3887344" y="963458"/>
                  </a:lnTo>
                  <a:lnTo>
                    <a:pt x="3669195" y="963458"/>
                  </a:lnTo>
                  <a:lnTo>
                    <a:pt x="3663936" y="963458"/>
                  </a:lnTo>
                  <a:lnTo>
                    <a:pt x="3658677" y="963458"/>
                  </a:lnTo>
                  <a:lnTo>
                    <a:pt x="3440528" y="963458"/>
                  </a:lnTo>
                  <a:lnTo>
                    <a:pt x="3435269" y="963458"/>
                  </a:lnTo>
                  <a:lnTo>
                    <a:pt x="3430009" y="963458"/>
                  </a:lnTo>
                  <a:lnTo>
                    <a:pt x="3211861" y="963458"/>
                  </a:lnTo>
                  <a:lnTo>
                    <a:pt x="3206601" y="963458"/>
                  </a:lnTo>
                  <a:lnTo>
                    <a:pt x="3201342" y="963458"/>
                  </a:lnTo>
                  <a:lnTo>
                    <a:pt x="2983193" y="963458"/>
                  </a:lnTo>
                  <a:lnTo>
                    <a:pt x="2977934" y="963458"/>
                  </a:lnTo>
                  <a:lnTo>
                    <a:pt x="2972675" y="963458"/>
                  </a:lnTo>
                  <a:lnTo>
                    <a:pt x="2754526" y="963458"/>
                  </a:lnTo>
                  <a:lnTo>
                    <a:pt x="2749267" y="963458"/>
                  </a:lnTo>
                  <a:lnTo>
                    <a:pt x="2744007" y="963458"/>
                  </a:lnTo>
                  <a:lnTo>
                    <a:pt x="2525859" y="963458"/>
                  </a:lnTo>
                  <a:lnTo>
                    <a:pt x="2520599" y="963458"/>
                  </a:lnTo>
                  <a:lnTo>
                    <a:pt x="2515340" y="963458"/>
                  </a:lnTo>
                  <a:lnTo>
                    <a:pt x="2297191" y="963458"/>
                  </a:lnTo>
                  <a:lnTo>
                    <a:pt x="2291932" y="963458"/>
                  </a:lnTo>
                  <a:lnTo>
                    <a:pt x="2286673" y="963458"/>
                  </a:lnTo>
                  <a:lnTo>
                    <a:pt x="2068524" y="963458"/>
                  </a:lnTo>
                  <a:lnTo>
                    <a:pt x="2063265" y="963458"/>
                  </a:lnTo>
                  <a:lnTo>
                    <a:pt x="2058005" y="963458"/>
                  </a:lnTo>
                  <a:lnTo>
                    <a:pt x="1839857" y="963458"/>
                  </a:lnTo>
                  <a:lnTo>
                    <a:pt x="1834597" y="963458"/>
                  </a:lnTo>
                  <a:lnTo>
                    <a:pt x="1829338" y="963458"/>
                  </a:lnTo>
                  <a:lnTo>
                    <a:pt x="1611189" y="963458"/>
                  </a:lnTo>
                  <a:lnTo>
                    <a:pt x="1605930" y="963458"/>
                  </a:lnTo>
                  <a:lnTo>
                    <a:pt x="1600671" y="963458"/>
                  </a:lnTo>
                  <a:lnTo>
                    <a:pt x="1382522" y="963458"/>
                  </a:lnTo>
                  <a:lnTo>
                    <a:pt x="1377263" y="963458"/>
                  </a:lnTo>
                  <a:lnTo>
                    <a:pt x="1372003" y="963458"/>
                  </a:lnTo>
                  <a:lnTo>
                    <a:pt x="1153855" y="963458"/>
                  </a:lnTo>
                  <a:lnTo>
                    <a:pt x="1148595" y="963458"/>
                  </a:lnTo>
                  <a:lnTo>
                    <a:pt x="1143336" y="963458"/>
                  </a:lnTo>
                  <a:lnTo>
                    <a:pt x="925187" y="963458"/>
                  </a:lnTo>
                  <a:lnTo>
                    <a:pt x="919928" y="963458"/>
                  </a:lnTo>
                  <a:lnTo>
                    <a:pt x="914669" y="963458"/>
                  </a:lnTo>
                  <a:lnTo>
                    <a:pt x="696520" y="963458"/>
                  </a:lnTo>
                  <a:lnTo>
                    <a:pt x="691261" y="963458"/>
                  </a:lnTo>
                  <a:lnTo>
                    <a:pt x="686001" y="963458"/>
                  </a:lnTo>
                  <a:lnTo>
                    <a:pt x="467853" y="963458"/>
                  </a:lnTo>
                  <a:lnTo>
                    <a:pt x="462593" y="963458"/>
                  </a:lnTo>
                  <a:lnTo>
                    <a:pt x="457334" y="963458"/>
                  </a:lnTo>
                  <a:lnTo>
                    <a:pt x="239186" y="963458"/>
                  </a:lnTo>
                  <a:lnTo>
                    <a:pt x="233926" y="963458"/>
                  </a:lnTo>
                  <a:lnTo>
                    <a:pt x="228667" y="963458"/>
                  </a:lnTo>
                  <a:lnTo>
                    <a:pt x="10518" y="963458"/>
                  </a:lnTo>
                  <a:lnTo>
                    <a:pt x="5259" y="963458"/>
                  </a:lnTo>
                  <a:lnTo>
                    <a:pt x="0" y="963458"/>
                  </a:lnTo>
                  <a:close/>
                </a:path>
              </a:pathLst>
            </a:cu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6330629" y="2622741"/>
              <a:ext cx="5259348" cy="667421"/>
            </a:xfrm>
            <a:custGeom>
              <a:avLst/>
              <a:pathLst>
                <a:path w="5259348" h="667421">
                  <a:moveTo>
                    <a:pt x="0" y="566132"/>
                  </a:moveTo>
                  <a:lnTo>
                    <a:pt x="5259" y="567432"/>
                  </a:lnTo>
                  <a:lnTo>
                    <a:pt x="223407" y="621322"/>
                  </a:lnTo>
                  <a:lnTo>
                    <a:pt x="228667" y="622622"/>
                  </a:lnTo>
                  <a:lnTo>
                    <a:pt x="233926" y="623271"/>
                  </a:lnTo>
                  <a:lnTo>
                    <a:pt x="452075" y="650205"/>
                  </a:lnTo>
                  <a:lnTo>
                    <a:pt x="457334" y="650854"/>
                  </a:lnTo>
                  <a:lnTo>
                    <a:pt x="462593" y="650925"/>
                  </a:lnTo>
                  <a:lnTo>
                    <a:pt x="680742" y="653873"/>
                  </a:lnTo>
                  <a:lnTo>
                    <a:pt x="686001" y="653944"/>
                  </a:lnTo>
                  <a:lnTo>
                    <a:pt x="691261" y="654254"/>
                  </a:lnTo>
                  <a:lnTo>
                    <a:pt x="909409" y="667111"/>
                  </a:lnTo>
                  <a:lnTo>
                    <a:pt x="914669" y="667421"/>
                  </a:lnTo>
                  <a:lnTo>
                    <a:pt x="919928" y="667232"/>
                  </a:lnTo>
                  <a:lnTo>
                    <a:pt x="1138077" y="659418"/>
                  </a:lnTo>
                  <a:lnTo>
                    <a:pt x="1143336" y="659229"/>
                  </a:lnTo>
                  <a:lnTo>
                    <a:pt x="1148595" y="657353"/>
                  </a:lnTo>
                  <a:lnTo>
                    <a:pt x="1366744" y="579522"/>
                  </a:lnTo>
                  <a:lnTo>
                    <a:pt x="1372003" y="577646"/>
                  </a:lnTo>
                  <a:lnTo>
                    <a:pt x="1377263" y="575166"/>
                  </a:lnTo>
                  <a:lnTo>
                    <a:pt x="1595411" y="472318"/>
                  </a:lnTo>
                  <a:lnTo>
                    <a:pt x="1600671" y="469839"/>
                  </a:lnTo>
                  <a:lnTo>
                    <a:pt x="1605930" y="467560"/>
                  </a:lnTo>
                  <a:lnTo>
                    <a:pt x="1824079" y="373064"/>
                  </a:lnTo>
                  <a:lnTo>
                    <a:pt x="1829338" y="370786"/>
                  </a:lnTo>
                  <a:lnTo>
                    <a:pt x="1834597" y="368610"/>
                  </a:lnTo>
                  <a:lnTo>
                    <a:pt x="2052746" y="278346"/>
                  </a:lnTo>
                  <a:lnTo>
                    <a:pt x="2058005" y="276170"/>
                  </a:lnTo>
                  <a:lnTo>
                    <a:pt x="2063265" y="273612"/>
                  </a:lnTo>
                  <a:lnTo>
                    <a:pt x="2281413" y="167529"/>
                  </a:lnTo>
                  <a:lnTo>
                    <a:pt x="2286673" y="164971"/>
                  </a:lnTo>
                  <a:lnTo>
                    <a:pt x="2291932" y="163669"/>
                  </a:lnTo>
                  <a:lnTo>
                    <a:pt x="2510081" y="109654"/>
                  </a:lnTo>
                  <a:lnTo>
                    <a:pt x="2515340" y="108352"/>
                  </a:lnTo>
                  <a:lnTo>
                    <a:pt x="2520599" y="108193"/>
                  </a:lnTo>
                  <a:lnTo>
                    <a:pt x="2738748" y="101580"/>
                  </a:lnTo>
                  <a:lnTo>
                    <a:pt x="2744007" y="101421"/>
                  </a:lnTo>
                  <a:lnTo>
                    <a:pt x="2749267" y="101623"/>
                  </a:lnTo>
                  <a:lnTo>
                    <a:pt x="2967415" y="110011"/>
                  </a:lnTo>
                  <a:lnTo>
                    <a:pt x="2972675" y="110213"/>
                  </a:lnTo>
                  <a:lnTo>
                    <a:pt x="2977934" y="110373"/>
                  </a:lnTo>
                  <a:lnTo>
                    <a:pt x="3196083" y="116989"/>
                  </a:lnTo>
                  <a:lnTo>
                    <a:pt x="3201342" y="117148"/>
                  </a:lnTo>
                  <a:lnTo>
                    <a:pt x="3206601" y="116962"/>
                  </a:lnTo>
                  <a:lnTo>
                    <a:pt x="3424750" y="109246"/>
                  </a:lnTo>
                  <a:lnTo>
                    <a:pt x="3430009" y="109060"/>
                  </a:lnTo>
                  <a:lnTo>
                    <a:pt x="3435269" y="109021"/>
                  </a:lnTo>
                  <a:lnTo>
                    <a:pt x="3653417" y="107433"/>
                  </a:lnTo>
                  <a:lnTo>
                    <a:pt x="3658677" y="107394"/>
                  </a:lnTo>
                  <a:lnTo>
                    <a:pt x="3663936" y="106442"/>
                  </a:lnTo>
                  <a:lnTo>
                    <a:pt x="3882085" y="66933"/>
                  </a:lnTo>
                  <a:lnTo>
                    <a:pt x="3887344" y="65980"/>
                  </a:lnTo>
                  <a:lnTo>
                    <a:pt x="3892603" y="64463"/>
                  </a:lnTo>
                  <a:lnTo>
                    <a:pt x="4110752" y="1517"/>
                  </a:lnTo>
                  <a:lnTo>
                    <a:pt x="4116011" y="0"/>
                  </a:lnTo>
                  <a:lnTo>
                    <a:pt x="4121271" y="754"/>
                  </a:lnTo>
                  <a:lnTo>
                    <a:pt x="4339419" y="32050"/>
                  </a:lnTo>
                  <a:lnTo>
                    <a:pt x="4344679" y="32805"/>
                  </a:lnTo>
                  <a:lnTo>
                    <a:pt x="4349938" y="34921"/>
                  </a:lnTo>
                  <a:lnTo>
                    <a:pt x="4568087" y="122716"/>
                  </a:lnTo>
                  <a:lnTo>
                    <a:pt x="4573346" y="124833"/>
                  </a:lnTo>
                  <a:lnTo>
                    <a:pt x="4578605" y="128226"/>
                  </a:lnTo>
                  <a:lnTo>
                    <a:pt x="4796754" y="268950"/>
                  </a:lnTo>
                  <a:lnTo>
                    <a:pt x="4802013" y="272342"/>
                  </a:lnTo>
                  <a:lnTo>
                    <a:pt x="4807273" y="274699"/>
                  </a:lnTo>
                  <a:lnTo>
                    <a:pt x="5025421" y="372430"/>
                  </a:lnTo>
                  <a:lnTo>
                    <a:pt x="5030681" y="374786"/>
                  </a:lnTo>
                  <a:lnTo>
                    <a:pt x="5035940" y="377145"/>
                  </a:lnTo>
                  <a:lnTo>
                    <a:pt x="5254089" y="474980"/>
                  </a:lnTo>
                  <a:lnTo>
                    <a:pt x="5259348" y="477339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0"/>
            <p:cNvSpPr/>
            <p:nvPr/>
          </p:nvSpPr>
          <p:spPr>
            <a:xfrm>
              <a:off x="6330629" y="2551874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6330629" y="2551874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6330629" y="2551874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6330629" y="2551874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330629" y="2551874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6330629" y="2551874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6330629" y="2551874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6330629" y="2551874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6330629" y="2551874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6330629" y="2551874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6330629" y="2551874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6330629" y="2551874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6330629" y="2551874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6330629" y="2551874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6330629" y="2551874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6330629" y="2551874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6330629" y="2551874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6330629" y="2551874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6330629" y="2551874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60" name="tx59"/>
            <p:cNvSpPr/>
            <p:nvPr/>
          </p:nvSpPr>
          <p:spPr>
            <a:xfrm>
              <a:off x="6330629" y="2551874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61" name="tx60"/>
            <p:cNvSpPr/>
            <p:nvPr/>
          </p:nvSpPr>
          <p:spPr>
            <a:xfrm>
              <a:off x="6330629" y="2551874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6330629" y="2551874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63" name="tx62"/>
            <p:cNvSpPr/>
            <p:nvPr/>
          </p:nvSpPr>
          <p:spPr>
            <a:xfrm>
              <a:off x="6330629" y="2551874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64" name="tx63"/>
            <p:cNvSpPr/>
            <p:nvPr/>
          </p:nvSpPr>
          <p:spPr>
            <a:xfrm>
              <a:off x="6330629" y="2551874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65" name="tx64"/>
            <p:cNvSpPr/>
            <p:nvPr/>
          </p:nvSpPr>
          <p:spPr>
            <a:xfrm>
              <a:off x="6330629" y="243128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66" name="tx65"/>
            <p:cNvSpPr/>
            <p:nvPr/>
          </p:nvSpPr>
          <p:spPr>
            <a:xfrm>
              <a:off x="6330629" y="243128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67" name="tx66"/>
            <p:cNvSpPr/>
            <p:nvPr/>
          </p:nvSpPr>
          <p:spPr>
            <a:xfrm>
              <a:off x="6330629" y="243128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68" name="tx67"/>
            <p:cNvSpPr/>
            <p:nvPr/>
          </p:nvSpPr>
          <p:spPr>
            <a:xfrm>
              <a:off x="6330629" y="243128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69" name="tx68"/>
            <p:cNvSpPr/>
            <p:nvPr/>
          </p:nvSpPr>
          <p:spPr>
            <a:xfrm>
              <a:off x="6330629" y="243128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0" name="tx69"/>
            <p:cNvSpPr/>
            <p:nvPr/>
          </p:nvSpPr>
          <p:spPr>
            <a:xfrm>
              <a:off x="6330629" y="243128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1" name="tx70"/>
            <p:cNvSpPr/>
            <p:nvPr/>
          </p:nvSpPr>
          <p:spPr>
            <a:xfrm>
              <a:off x="6330629" y="243128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2" name="tx71"/>
            <p:cNvSpPr/>
            <p:nvPr/>
          </p:nvSpPr>
          <p:spPr>
            <a:xfrm>
              <a:off x="6330629" y="243128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3" name="tx72"/>
            <p:cNvSpPr/>
            <p:nvPr/>
          </p:nvSpPr>
          <p:spPr>
            <a:xfrm>
              <a:off x="6330629" y="243128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4" name="tx73"/>
            <p:cNvSpPr/>
            <p:nvPr/>
          </p:nvSpPr>
          <p:spPr>
            <a:xfrm>
              <a:off x="6330629" y="243128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5" name="tx74"/>
            <p:cNvSpPr/>
            <p:nvPr/>
          </p:nvSpPr>
          <p:spPr>
            <a:xfrm>
              <a:off x="6330629" y="243128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6" name="tx75"/>
            <p:cNvSpPr/>
            <p:nvPr/>
          </p:nvSpPr>
          <p:spPr>
            <a:xfrm>
              <a:off x="6330629" y="243128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7" name="tx76"/>
            <p:cNvSpPr/>
            <p:nvPr/>
          </p:nvSpPr>
          <p:spPr>
            <a:xfrm>
              <a:off x="6330629" y="243128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8" name="tx77"/>
            <p:cNvSpPr/>
            <p:nvPr/>
          </p:nvSpPr>
          <p:spPr>
            <a:xfrm>
              <a:off x="6330629" y="243128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9" name="tx78"/>
            <p:cNvSpPr/>
            <p:nvPr/>
          </p:nvSpPr>
          <p:spPr>
            <a:xfrm>
              <a:off x="6330629" y="243128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0" name="tx79"/>
            <p:cNvSpPr/>
            <p:nvPr/>
          </p:nvSpPr>
          <p:spPr>
            <a:xfrm>
              <a:off x="6330629" y="243128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1" name="tx80"/>
            <p:cNvSpPr/>
            <p:nvPr/>
          </p:nvSpPr>
          <p:spPr>
            <a:xfrm>
              <a:off x="6330629" y="243128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2" name="tx81"/>
            <p:cNvSpPr/>
            <p:nvPr/>
          </p:nvSpPr>
          <p:spPr>
            <a:xfrm>
              <a:off x="6330629" y="243128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3" name="tx82"/>
            <p:cNvSpPr/>
            <p:nvPr/>
          </p:nvSpPr>
          <p:spPr>
            <a:xfrm>
              <a:off x="6330629" y="243128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4" name="tx83"/>
            <p:cNvSpPr/>
            <p:nvPr/>
          </p:nvSpPr>
          <p:spPr>
            <a:xfrm>
              <a:off x="6330629" y="243128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5" name="tx84"/>
            <p:cNvSpPr/>
            <p:nvPr/>
          </p:nvSpPr>
          <p:spPr>
            <a:xfrm>
              <a:off x="6330629" y="243128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6" name="tx85"/>
            <p:cNvSpPr/>
            <p:nvPr/>
          </p:nvSpPr>
          <p:spPr>
            <a:xfrm>
              <a:off x="6330629" y="243128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7" name="tx86"/>
            <p:cNvSpPr/>
            <p:nvPr/>
          </p:nvSpPr>
          <p:spPr>
            <a:xfrm>
              <a:off x="6330629" y="243128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8" name="tx87"/>
            <p:cNvSpPr/>
            <p:nvPr/>
          </p:nvSpPr>
          <p:spPr>
            <a:xfrm>
              <a:off x="6330629" y="243128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9" name="tx88"/>
            <p:cNvSpPr/>
            <p:nvPr/>
          </p:nvSpPr>
          <p:spPr>
            <a:xfrm>
              <a:off x="6330629" y="2314375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0" name="tx89"/>
            <p:cNvSpPr/>
            <p:nvPr/>
          </p:nvSpPr>
          <p:spPr>
            <a:xfrm>
              <a:off x="6330629" y="2314375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1" name="tx90"/>
            <p:cNvSpPr/>
            <p:nvPr/>
          </p:nvSpPr>
          <p:spPr>
            <a:xfrm>
              <a:off x="6330629" y="2314375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2" name="tx91"/>
            <p:cNvSpPr/>
            <p:nvPr/>
          </p:nvSpPr>
          <p:spPr>
            <a:xfrm>
              <a:off x="6330629" y="2314375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3" name="tx92"/>
            <p:cNvSpPr/>
            <p:nvPr/>
          </p:nvSpPr>
          <p:spPr>
            <a:xfrm>
              <a:off x="6330629" y="2314375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4" name="tx93"/>
            <p:cNvSpPr/>
            <p:nvPr/>
          </p:nvSpPr>
          <p:spPr>
            <a:xfrm>
              <a:off x="6330629" y="2314375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5" name="tx94"/>
            <p:cNvSpPr/>
            <p:nvPr/>
          </p:nvSpPr>
          <p:spPr>
            <a:xfrm>
              <a:off x="6330629" y="2314375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6" name="tx95"/>
            <p:cNvSpPr/>
            <p:nvPr/>
          </p:nvSpPr>
          <p:spPr>
            <a:xfrm>
              <a:off x="6330629" y="2314375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7" name="tx96"/>
            <p:cNvSpPr/>
            <p:nvPr/>
          </p:nvSpPr>
          <p:spPr>
            <a:xfrm>
              <a:off x="6330629" y="2314375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8" name="tx97"/>
            <p:cNvSpPr/>
            <p:nvPr/>
          </p:nvSpPr>
          <p:spPr>
            <a:xfrm>
              <a:off x="6330629" y="2314375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9" name="tx98"/>
            <p:cNvSpPr/>
            <p:nvPr/>
          </p:nvSpPr>
          <p:spPr>
            <a:xfrm>
              <a:off x="6330629" y="2314375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0" name="tx99"/>
            <p:cNvSpPr/>
            <p:nvPr/>
          </p:nvSpPr>
          <p:spPr>
            <a:xfrm>
              <a:off x="6330629" y="2314375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1" name="tx100"/>
            <p:cNvSpPr/>
            <p:nvPr/>
          </p:nvSpPr>
          <p:spPr>
            <a:xfrm>
              <a:off x="6330629" y="2314375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2" name="tx101"/>
            <p:cNvSpPr/>
            <p:nvPr/>
          </p:nvSpPr>
          <p:spPr>
            <a:xfrm>
              <a:off x="6330629" y="2314375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3" name="tx102"/>
            <p:cNvSpPr/>
            <p:nvPr/>
          </p:nvSpPr>
          <p:spPr>
            <a:xfrm>
              <a:off x="6330629" y="2314375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4" name="tx103"/>
            <p:cNvSpPr/>
            <p:nvPr/>
          </p:nvSpPr>
          <p:spPr>
            <a:xfrm>
              <a:off x="6330629" y="2314375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5" name="tx104"/>
            <p:cNvSpPr/>
            <p:nvPr/>
          </p:nvSpPr>
          <p:spPr>
            <a:xfrm>
              <a:off x="6330629" y="2314375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6" name="tx105"/>
            <p:cNvSpPr/>
            <p:nvPr/>
          </p:nvSpPr>
          <p:spPr>
            <a:xfrm>
              <a:off x="6330629" y="2314375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7" name="tx106"/>
            <p:cNvSpPr/>
            <p:nvPr/>
          </p:nvSpPr>
          <p:spPr>
            <a:xfrm>
              <a:off x="6330629" y="2314375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8" name="tx107"/>
            <p:cNvSpPr/>
            <p:nvPr/>
          </p:nvSpPr>
          <p:spPr>
            <a:xfrm>
              <a:off x="6330629" y="2314375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9" name="tx108"/>
            <p:cNvSpPr/>
            <p:nvPr/>
          </p:nvSpPr>
          <p:spPr>
            <a:xfrm>
              <a:off x="6330629" y="2314375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10" name="tx109"/>
            <p:cNvSpPr/>
            <p:nvPr/>
          </p:nvSpPr>
          <p:spPr>
            <a:xfrm>
              <a:off x="6330629" y="2314375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11" name="tx110"/>
            <p:cNvSpPr/>
            <p:nvPr/>
          </p:nvSpPr>
          <p:spPr>
            <a:xfrm>
              <a:off x="6330629" y="2314375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12" name="tx111"/>
            <p:cNvSpPr/>
            <p:nvPr/>
          </p:nvSpPr>
          <p:spPr>
            <a:xfrm>
              <a:off x="6330629" y="2314375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13" name="rc112"/>
            <p:cNvSpPr/>
            <p:nvPr/>
          </p:nvSpPr>
          <p:spPr>
            <a:xfrm>
              <a:off x="6325369" y="4165812"/>
              <a:ext cx="5348915" cy="128986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pl113"/>
            <p:cNvSpPr/>
            <p:nvPr/>
          </p:nvSpPr>
          <p:spPr>
            <a:xfrm>
              <a:off x="6325369" y="5455677"/>
              <a:ext cx="5348915" cy="0"/>
            </a:xfrm>
            <a:custGeom>
              <a:avLst/>
              <a:pathLst>
                <a:path w="5348915" h="0">
                  <a:moveTo>
                    <a:pt x="0" y="0"/>
                  </a:moveTo>
                  <a:lnTo>
                    <a:pt x="5348915" y="0"/>
                  </a:lnTo>
                  <a:lnTo>
                    <a:pt x="5348915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4"/>
            <p:cNvSpPr/>
            <p:nvPr/>
          </p:nvSpPr>
          <p:spPr>
            <a:xfrm>
              <a:off x="6325369" y="5139755"/>
              <a:ext cx="5348915" cy="0"/>
            </a:xfrm>
            <a:custGeom>
              <a:avLst/>
              <a:pathLst>
                <a:path w="5348915" h="0">
                  <a:moveTo>
                    <a:pt x="0" y="0"/>
                  </a:moveTo>
                  <a:lnTo>
                    <a:pt x="5348915" y="0"/>
                  </a:lnTo>
                  <a:lnTo>
                    <a:pt x="5348915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5"/>
            <p:cNvSpPr/>
            <p:nvPr/>
          </p:nvSpPr>
          <p:spPr>
            <a:xfrm>
              <a:off x="6325369" y="4823834"/>
              <a:ext cx="5348915" cy="0"/>
            </a:xfrm>
            <a:custGeom>
              <a:avLst/>
              <a:pathLst>
                <a:path w="5348915" h="0">
                  <a:moveTo>
                    <a:pt x="0" y="0"/>
                  </a:moveTo>
                  <a:lnTo>
                    <a:pt x="5348915" y="0"/>
                  </a:lnTo>
                  <a:lnTo>
                    <a:pt x="5348915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6"/>
            <p:cNvSpPr/>
            <p:nvPr/>
          </p:nvSpPr>
          <p:spPr>
            <a:xfrm>
              <a:off x="6325369" y="4507913"/>
              <a:ext cx="5348915" cy="0"/>
            </a:xfrm>
            <a:custGeom>
              <a:avLst/>
              <a:pathLst>
                <a:path w="5348915" h="0">
                  <a:moveTo>
                    <a:pt x="0" y="0"/>
                  </a:moveTo>
                  <a:lnTo>
                    <a:pt x="5348915" y="0"/>
                  </a:lnTo>
                  <a:lnTo>
                    <a:pt x="5348915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7"/>
            <p:cNvSpPr/>
            <p:nvPr/>
          </p:nvSpPr>
          <p:spPr>
            <a:xfrm>
              <a:off x="6325369" y="4191992"/>
              <a:ext cx="5348915" cy="0"/>
            </a:xfrm>
            <a:custGeom>
              <a:avLst/>
              <a:pathLst>
                <a:path w="5348915" h="0">
                  <a:moveTo>
                    <a:pt x="0" y="0"/>
                  </a:moveTo>
                  <a:lnTo>
                    <a:pt x="5348915" y="0"/>
                  </a:lnTo>
                  <a:lnTo>
                    <a:pt x="5348915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8"/>
            <p:cNvSpPr/>
            <p:nvPr/>
          </p:nvSpPr>
          <p:spPr>
            <a:xfrm>
              <a:off x="6325369" y="4184874"/>
              <a:ext cx="5269867" cy="1270802"/>
            </a:xfrm>
            <a:custGeom>
              <a:avLst/>
              <a:pathLst>
                <a:path w="5269867" h="1270802">
                  <a:moveTo>
                    <a:pt x="5259" y="556789"/>
                  </a:moveTo>
                  <a:lnTo>
                    <a:pt x="10518" y="556660"/>
                  </a:lnTo>
                  <a:lnTo>
                    <a:pt x="228667" y="551303"/>
                  </a:lnTo>
                  <a:lnTo>
                    <a:pt x="233926" y="551174"/>
                  </a:lnTo>
                  <a:lnTo>
                    <a:pt x="239186" y="556142"/>
                  </a:lnTo>
                  <a:lnTo>
                    <a:pt x="457334" y="762211"/>
                  </a:lnTo>
                  <a:lnTo>
                    <a:pt x="462593" y="767179"/>
                  </a:lnTo>
                  <a:lnTo>
                    <a:pt x="467853" y="769973"/>
                  </a:lnTo>
                  <a:lnTo>
                    <a:pt x="686001" y="885837"/>
                  </a:lnTo>
                  <a:lnTo>
                    <a:pt x="691261" y="888630"/>
                  </a:lnTo>
                  <a:lnTo>
                    <a:pt x="696520" y="889830"/>
                  </a:lnTo>
                  <a:lnTo>
                    <a:pt x="914669" y="939599"/>
                  </a:lnTo>
                  <a:lnTo>
                    <a:pt x="919928" y="940798"/>
                  </a:lnTo>
                  <a:lnTo>
                    <a:pt x="925187" y="939711"/>
                  </a:lnTo>
                  <a:lnTo>
                    <a:pt x="1143336" y="894616"/>
                  </a:lnTo>
                  <a:lnTo>
                    <a:pt x="1148595" y="893529"/>
                  </a:lnTo>
                  <a:lnTo>
                    <a:pt x="1153855" y="889079"/>
                  </a:lnTo>
                  <a:lnTo>
                    <a:pt x="1372003" y="704503"/>
                  </a:lnTo>
                  <a:lnTo>
                    <a:pt x="1377263" y="700053"/>
                  </a:lnTo>
                  <a:lnTo>
                    <a:pt x="1382522" y="694469"/>
                  </a:lnTo>
                  <a:lnTo>
                    <a:pt x="1600671" y="462832"/>
                  </a:lnTo>
                  <a:lnTo>
                    <a:pt x="1605930" y="457247"/>
                  </a:lnTo>
                  <a:lnTo>
                    <a:pt x="1611189" y="456386"/>
                  </a:lnTo>
                  <a:lnTo>
                    <a:pt x="1829338" y="420648"/>
                  </a:lnTo>
                  <a:lnTo>
                    <a:pt x="1834597" y="419786"/>
                  </a:lnTo>
                  <a:lnTo>
                    <a:pt x="1839857" y="420986"/>
                  </a:lnTo>
                  <a:lnTo>
                    <a:pt x="2058005" y="470728"/>
                  </a:lnTo>
                  <a:lnTo>
                    <a:pt x="2063265" y="471928"/>
                  </a:lnTo>
                  <a:lnTo>
                    <a:pt x="2068524" y="472777"/>
                  </a:lnTo>
                  <a:lnTo>
                    <a:pt x="2286673" y="507999"/>
                  </a:lnTo>
                  <a:lnTo>
                    <a:pt x="2291932" y="508849"/>
                  </a:lnTo>
                  <a:lnTo>
                    <a:pt x="2297191" y="508781"/>
                  </a:lnTo>
                  <a:lnTo>
                    <a:pt x="2515340" y="505997"/>
                  </a:lnTo>
                  <a:lnTo>
                    <a:pt x="2520599" y="505930"/>
                  </a:lnTo>
                  <a:lnTo>
                    <a:pt x="2525859" y="506431"/>
                  </a:lnTo>
                  <a:lnTo>
                    <a:pt x="2744007" y="527243"/>
                  </a:lnTo>
                  <a:lnTo>
                    <a:pt x="2749267" y="527745"/>
                  </a:lnTo>
                  <a:lnTo>
                    <a:pt x="2754526" y="527819"/>
                  </a:lnTo>
                  <a:lnTo>
                    <a:pt x="2972675" y="530882"/>
                  </a:lnTo>
                  <a:lnTo>
                    <a:pt x="2977934" y="530956"/>
                  </a:lnTo>
                  <a:lnTo>
                    <a:pt x="2983193" y="532669"/>
                  </a:lnTo>
                  <a:lnTo>
                    <a:pt x="3201342" y="603703"/>
                  </a:lnTo>
                  <a:lnTo>
                    <a:pt x="3206601" y="605416"/>
                  </a:lnTo>
                  <a:lnTo>
                    <a:pt x="3211861" y="604570"/>
                  </a:lnTo>
                  <a:lnTo>
                    <a:pt x="3430009" y="569493"/>
                  </a:lnTo>
                  <a:lnTo>
                    <a:pt x="3435269" y="568647"/>
                  </a:lnTo>
                  <a:lnTo>
                    <a:pt x="3440528" y="566506"/>
                  </a:lnTo>
                  <a:lnTo>
                    <a:pt x="3658677" y="477690"/>
                  </a:lnTo>
                  <a:lnTo>
                    <a:pt x="3663936" y="475549"/>
                  </a:lnTo>
                  <a:lnTo>
                    <a:pt x="3669195" y="469602"/>
                  </a:lnTo>
                  <a:lnTo>
                    <a:pt x="3887344" y="222928"/>
                  </a:lnTo>
                  <a:lnTo>
                    <a:pt x="3892603" y="216981"/>
                  </a:lnTo>
                  <a:lnTo>
                    <a:pt x="3897863" y="211990"/>
                  </a:lnTo>
                  <a:lnTo>
                    <a:pt x="4116011" y="4990"/>
                  </a:lnTo>
                  <a:lnTo>
                    <a:pt x="4121271" y="0"/>
                  </a:lnTo>
                  <a:lnTo>
                    <a:pt x="4126530" y="189"/>
                  </a:lnTo>
                  <a:lnTo>
                    <a:pt x="4344679" y="8056"/>
                  </a:lnTo>
                  <a:lnTo>
                    <a:pt x="4349938" y="8246"/>
                  </a:lnTo>
                  <a:lnTo>
                    <a:pt x="4355197" y="10611"/>
                  </a:lnTo>
                  <a:lnTo>
                    <a:pt x="4573346" y="108732"/>
                  </a:lnTo>
                  <a:lnTo>
                    <a:pt x="4578605" y="111097"/>
                  </a:lnTo>
                  <a:lnTo>
                    <a:pt x="4583865" y="114819"/>
                  </a:lnTo>
                  <a:lnTo>
                    <a:pt x="4802013" y="269198"/>
                  </a:lnTo>
                  <a:lnTo>
                    <a:pt x="4807273" y="272920"/>
                  </a:lnTo>
                  <a:lnTo>
                    <a:pt x="4812532" y="276608"/>
                  </a:lnTo>
                  <a:lnTo>
                    <a:pt x="5030681" y="429616"/>
                  </a:lnTo>
                  <a:lnTo>
                    <a:pt x="5035940" y="433305"/>
                  </a:lnTo>
                  <a:lnTo>
                    <a:pt x="5041199" y="437766"/>
                  </a:lnTo>
                  <a:lnTo>
                    <a:pt x="5259348" y="622804"/>
                  </a:lnTo>
                  <a:lnTo>
                    <a:pt x="5264607" y="627265"/>
                  </a:lnTo>
                  <a:lnTo>
                    <a:pt x="5269867" y="1270802"/>
                  </a:lnTo>
                  <a:lnTo>
                    <a:pt x="5264607" y="775387"/>
                  </a:lnTo>
                  <a:lnTo>
                    <a:pt x="5259348" y="771398"/>
                  </a:lnTo>
                  <a:lnTo>
                    <a:pt x="5041199" y="605958"/>
                  </a:lnTo>
                  <a:lnTo>
                    <a:pt x="5035940" y="601969"/>
                  </a:lnTo>
                  <a:lnTo>
                    <a:pt x="5030681" y="598848"/>
                  </a:lnTo>
                  <a:lnTo>
                    <a:pt x="4812532" y="469379"/>
                  </a:lnTo>
                  <a:lnTo>
                    <a:pt x="4807273" y="466258"/>
                  </a:lnTo>
                  <a:lnTo>
                    <a:pt x="4802013" y="463132"/>
                  </a:lnTo>
                  <a:lnTo>
                    <a:pt x="4583865" y="333471"/>
                  </a:lnTo>
                  <a:lnTo>
                    <a:pt x="4578605" y="330345"/>
                  </a:lnTo>
                  <a:lnTo>
                    <a:pt x="4573346" y="328237"/>
                  </a:lnTo>
                  <a:lnTo>
                    <a:pt x="4355197" y="240798"/>
                  </a:lnTo>
                  <a:lnTo>
                    <a:pt x="4349938" y="238689"/>
                  </a:lnTo>
                  <a:lnTo>
                    <a:pt x="4344679" y="238236"/>
                  </a:lnTo>
                  <a:lnTo>
                    <a:pt x="4126530" y="219447"/>
                  </a:lnTo>
                  <a:lnTo>
                    <a:pt x="4121271" y="218994"/>
                  </a:lnTo>
                  <a:lnTo>
                    <a:pt x="4116011" y="223422"/>
                  </a:lnTo>
                  <a:lnTo>
                    <a:pt x="3897863" y="407096"/>
                  </a:lnTo>
                  <a:lnTo>
                    <a:pt x="3892603" y="411524"/>
                  </a:lnTo>
                  <a:lnTo>
                    <a:pt x="3887344" y="417081"/>
                  </a:lnTo>
                  <a:lnTo>
                    <a:pt x="3669195" y="647586"/>
                  </a:lnTo>
                  <a:lnTo>
                    <a:pt x="3663936" y="653144"/>
                  </a:lnTo>
                  <a:lnTo>
                    <a:pt x="3658677" y="655081"/>
                  </a:lnTo>
                  <a:lnTo>
                    <a:pt x="3440528" y="735425"/>
                  </a:lnTo>
                  <a:lnTo>
                    <a:pt x="3435269" y="737362"/>
                  </a:lnTo>
                  <a:lnTo>
                    <a:pt x="3430009" y="738242"/>
                  </a:lnTo>
                  <a:lnTo>
                    <a:pt x="3211861" y="774763"/>
                  </a:lnTo>
                  <a:lnTo>
                    <a:pt x="3206601" y="775644"/>
                  </a:lnTo>
                  <a:lnTo>
                    <a:pt x="3201342" y="774048"/>
                  </a:lnTo>
                  <a:lnTo>
                    <a:pt x="2983193" y="707837"/>
                  </a:lnTo>
                  <a:lnTo>
                    <a:pt x="2977934" y="706241"/>
                  </a:lnTo>
                  <a:lnTo>
                    <a:pt x="2972675" y="706376"/>
                  </a:lnTo>
                  <a:lnTo>
                    <a:pt x="2754526" y="711963"/>
                  </a:lnTo>
                  <a:lnTo>
                    <a:pt x="2749267" y="712098"/>
                  </a:lnTo>
                  <a:lnTo>
                    <a:pt x="2744007" y="711757"/>
                  </a:lnTo>
                  <a:lnTo>
                    <a:pt x="2525859" y="697625"/>
                  </a:lnTo>
                  <a:lnTo>
                    <a:pt x="2520599" y="697284"/>
                  </a:lnTo>
                  <a:lnTo>
                    <a:pt x="2515340" y="697372"/>
                  </a:lnTo>
                  <a:lnTo>
                    <a:pt x="2297191" y="701006"/>
                  </a:lnTo>
                  <a:lnTo>
                    <a:pt x="2291932" y="701094"/>
                  </a:lnTo>
                  <a:lnTo>
                    <a:pt x="2286673" y="700022"/>
                  </a:lnTo>
                  <a:lnTo>
                    <a:pt x="2068524" y="655558"/>
                  </a:lnTo>
                  <a:lnTo>
                    <a:pt x="2063265" y="654486"/>
                  </a:lnTo>
                  <a:lnTo>
                    <a:pt x="2058005" y="652738"/>
                  </a:lnTo>
                  <a:lnTo>
                    <a:pt x="1839857" y="580208"/>
                  </a:lnTo>
                  <a:lnTo>
                    <a:pt x="1834597" y="578459"/>
                  </a:lnTo>
                  <a:lnTo>
                    <a:pt x="1829338" y="578553"/>
                  </a:lnTo>
                  <a:lnTo>
                    <a:pt x="1611189" y="582437"/>
                  </a:lnTo>
                  <a:lnTo>
                    <a:pt x="1605930" y="582531"/>
                  </a:lnTo>
                  <a:lnTo>
                    <a:pt x="1600671" y="587315"/>
                  </a:lnTo>
                  <a:lnTo>
                    <a:pt x="1382522" y="785747"/>
                  </a:lnTo>
                  <a:lnTo>
                    <a:pt x="1377263" y="790531"/>
                  </a:lnTo>
                  <a:lnTo>
                    <a:pt x="1372003" y="794373"/>
                  </a:lnTo>
                  <a:lnTo>
                    <a:pt x="1153855" y="953730"/>
                  </a:lnTo>
                  <a:lnTo>
                    <a:pt x="1148595" y="957572"/>
                  </a:lnTo>
                  <a:lnTo>
                    <a:pt x="1143336" y="958405"/>
                  </a:lnTo>
                  <a:lnTo>
                    <a:pt x="925187" y="992976"/>
                  </a:lnTo>
                  <a:lnTo>
                    <a:pt x="919928" y="993810"/>
                  </a:lnTo>
                  <a:lnTo>
                    <a:pt x="914669" y="992768"/>
                  </a:lnTo>
                  <a:lnTo>
                    <a:pt x="696520" y="949555"/>
                  </a:lnTo>
                  <a:lnTo>
                    <a:pt x="691261" y="948513"/>
                  </a:lnTo>
                  <a:lnTo>
                    <a:pt x="686001" y="946170"/>
                  </a:lnTo>
                  <a:lnTo>
                    <a:pt x="467853" y="848983"/>
                  </a:lnTo>
                  <a:lnTo>
                    <a:pt x="462593" y="846640"/>
                  </a:lnTo>
                  <a:lnTo>
                    <a:pt x="457334" y="842247"/>
                  </a:lnTo>
                  <a:lnTo>
                    <a:pt x="239186" y="660004"/>
                  </a:lnTo>
                  <a:lnTo>
                    <a:pt x="233926" y="655610"/>
                  </a:lnTo>
                  <a:lnTo>
                    <a:pt x="228667" y="656300"/>
                  </a:lnTo>
                  <a:lnTo>
                    <a:pt x="10518" y="684901"/>
                  </a:lnTo>
                  <a:lnTo>
                    <a:pt x="5259" y="685591"/>
                  </a:lnTo>
                  <a:lnTo>
                    <a:pt x="0" y="1270802"/>
                  </a:lnTo>
                  <a:close/>
                </a:path>
              </a:pathLst>
            </a:cu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pl119"/>
            <p:cNvSpPr/>
            <p:nvPr/>
          </p:nvSpPr>
          <p:spPr>
            <a:xfrm>
              <a:off x="6330629" y="4184874"/>
              <a:ext cx="5259348" cy="940798"/>
            </a:xfrm>
            <a:custGeom>
              <a:avLst/>
              <a:pathLst>
                <a:path w="5259348" h="940798">
                  <a:moveTo>
                    <a:pt x="0" y="556789"/>
                  </a:moveTo>
                  <a:lnTo>
                    <a:pt x="5259" y="556660"/>
                  </a:lnTo>
                  <a:lnTo>
                    <a:pt x="223407" y="551303"/>
                  </a:lnTo>
                  <a:lnTo>
                    <a:pt x="228667" y="551174"/>
                  </a:lnTo>
                  <a:lnTo>
                    <a:pt x="233926" y="556142"/>
                  </a:lnTo>
                  <a:lnTo>
                    <a:pt x="452075" y="762211"/>
                  </a:lnTo>
                  <a:lnTo>
                    <a:pt x="457334" y="767179"/>
                  </a:lnTo>
                  <a:lnTo>
                    <a:pt x="462593" y="769973"/>
                  </a:lnTo>
                  <a:lnTo>
                    <a:pt x="680742" y="885837"/>
                  </a:lnTo>
                  <a:lnTo>
                    <a:pt x="686001" y="888630"/>
                  </a:lnTo>
                  <a:lnTo>
                    <a:pt x="691261" y="889830"/>
                  </a:lnTo>
                  <a:lnTo>
                    <a:pt x="909409" y="939599"/>
                  </a:lnTo>
                  <a:lnTo>
                    <a:pt x="914669" y="940798"/>
                  </a:lnTo>
                  <a:lnTo>
                    <a:pt x="919928" y="939711"/>
                  </a:lnTo>
                  <a:lnTo>
                    <a:pt x="1138077" y="894616"/>
                  </a:lnTo>
                  <a:lnTo>
                    <a:pt x="1143336" y="893529"/>
                  </a:lnTo>
                  <a:lnTo>
                    <a:pt x="1148595" y="889079"/>
                  </a:lnTo>
                  <a:lnTo>
                    <a:pt x="1366744" y="704503"/>
                  </a:lnTo>
                  <a:lnTo>
                    <a:pt x="1372003" y="700053"/>
                  </a:lnTo>
                  <a:lnTo>
                    <a:pt x="1377263" y="694469"/>
                  </a:lnTo>
                  <a:lnTo>
                    <a:pt x="1595411" y="462832"/>
                  </a:lnTo>
                  <a:lnTo>
                    <a:pt x="1600671" y="457247"/>
                  </a:lnTo>
                  <a:lnTo>
                    <a:pt x="1605930" y="456386"/>
                  </a:lnTo>
                  <a:lnTo>
                    <a:pt x="1824079" y="420648"/>
                  </a:lnTo>
                  <a:lnTo>
                    <a:pt x="1829338" y="419786"/>
                  </a:lnTo>
                  <a:lnTo>
                    <a:pt x="1834597" y="420986"/>
                  </a:lnTo>
                  <a:lnTo>
                    <a:pt x="2052746" y="470728"/>
                  </a:lnTo>
                  <a:lnTo>
                    <a:pt x="2058005" y="471928"/>
                  </a:lnTo>
                  <a:lnTo>
                    <a:pt x="2063265" y="472777"/>
                  </a:lnTo>
                  <a:lnTo>
                    <a:pt x="2281413" y="507999"/>
                  </a:lnTo>
                  <a:lnTo>
                    <a:pt x="2286673" y="508849"/>
                  </a:lnTo>
                  <a:lnTo>
                    <a:pt x="2291932" y="508781"/>
                  </a:lnTo>
                  <a:lnTo>
                    <a:pt x="2510081" y="505997"/>
                  </a:lnTo>
                  <a:lnTo>
                    <a:pt x="2515340" y="505930"/>
                  </a:lnTo>
                  <a:lnTo>
                    <a:pt x="2520599" y="506431"/>
                  </a:lnTo>
                  <a:lnTo>
                    <a:pt x="2738748" y="527243"/>
                  </a:lnTo>
                  <a:lnTo>
                    <a:pt x="2744007" y="527745"/>
                  </a:lnTo>
                  <a:lnTo>
                    <a:pt x="2749267" y="527819"/>
                  </a:lnTo>
                  <a:lnTo>
                    <a:pt x="2967415" y="530882"/>
                  </a:lnTo>
                  <a:lnTo>
                    <a:pt x="2972675" y="530956"/>
                  </a:lnTo>
                  <a:lnTo>
                    <a:pt x="2977934" y="532669"/>
                  </a:lnTo>
                  <a:lnTo>
                    <a:pt x="3196083" y="603703"/>
                  </a:lnTo>
                  <a:lnTo>
                    <a:pt x="3201342" y="605416"/>
                  </a:lnTo>
                  <a:lnTo>
                    <a:pt x="3206601" y="604570"/>
                  </a:lnTo>
                  <a:lnTo>
                    <a:pt x="3424750" y="569493"/>
                  </a:lnTo>
                  <a:lnTo>
                    <a:pt x="3430009" y="568647"/>
                  </a:lnTo>
                  <a:lnTo>
                    <a:pt x="3435269" y="566506"/>
                  </a:lnTo>
                  <a:lnTo>
                    <a:pt x="3653417" y="477690"/>
                  </a:lnTo>
                  <a:lnTo>
                    <a:pt x="3658677" y="475549"/>
                  </a:lnTo>
                  <a:lnTo>
                    <a:pt x="3663936" y="469602"/>
                  </a:lnTo>
                  <a:lnTo>
                    <a:pt x="3882085" y="222928"/>
                  </a:lnTo>
                  <a:lnTo>
                    <a:pt x="3887344" y="216981"/>
                  </a:lnTo>
                  <a:lnTo>
                    <a:pt x="3892603" y="211990"/>
                  </a:lnTo>
                  <a:lnTo>
                    <a:pt x="4110752" y="4990"/>
                  </a:lnTo>
                  <a:lnTo>
                    <a:pt x="4116011" y="0"/>
                  </a:lnTo>
                  <a:lnTo>
                    <a:pt x="4121271" y="189"/>
                  </a:lnTo>
                  <a:lnTo>
                    <a:pt x="4339419" y="8056"/>
                  </a:lnTo>
                  <a:lnTo>
                    <a:pt x="4344679" y="8246"/>
                  </a:lnTo>
                  <a:lnTo>
                    <a:pt x="4349938" y="10611"/>
                  </a:lnTo>
                  <a:lnTo>
                    <a:pt x="4568087" y="108732"/>
                  </a:lnTo>
                  <a:lnTo>
                    <a:pt x="4573346" y="111097"/>
                  </a:lnTo>
                  <a:lnTo>
                    <a:pt x="4578605" y="114819"/>
                  </a:lnTo>
                  <a:lnTo>
                    <a:pt x="4796754" y="269198"/>
                  </a:lnTo>
                  <a:lnTo>
                    <a:pt x="4802013" y="272920"/>
                  </a:lnTo>
                  <a:lnTo>
                    <a:pt x="4807273" y="276608"/>
                  </a:lnTo>
                  <a:lnTo>
                    <a:pt x="5025421" y="429616"/>
                  </a:lnTo>
                  <a:lnTo>
                    <a:pt x="5030681" y="433305"/>
                  </a:lnTo>
                  <a:lnTo>
                    <a:pt x="5035940" y="437766"/>
                  </a:lnTo>
                  <a:lnTo>
                    <a:pt x="5254089" y="622804"/>
                  </a:lnTo>
                  <a:lnTo>
                    <a:pt x="5259348" y="627265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0"/>
            <p:cNvSpPr/>
            <p:nvPr/>
          </p:nvSpPr>
          <p:spPr>
            <a:xfrm>
              <a:off x="6325369" y="4403869"/>
              <a:ext cx="5269867" cy="1051807"/>
            </a:xfrm>
            <a:custGeom>
              <a:avLst/>
              <a:pathLst>
                <a:path w="5269867" h="1051807">
                  <a:moveTo>
                    <a:pt x="5259" y="466596"/>
                  </a:moveTo>
                  <a:lnTo>
                    <a:pt x="10518" y="465906"/>
                  </a:lnTo>
                  <a:lnTo>
                    <a:pt x="228667" y="437305"/>
                  </a:lnTo>
                  <a:lnTo>
                    <a:pt x="233926" y="436615"/>
                  </a:lnTo>
                  <a:lnTo>
                    <a:pt x="239186" y="441009"/>
                  </a:lnTo>
                  <a:lnTo>
                    <a:pt x="457334" y="623252"/>
                  </a:lnTo>
                  <a:lnTo>
                    <a:pt x="462593" y="627646"/>
                  </a:lnTo>
                  <a:lnTo>
                    <a:pt x="467853" y="629989"/>
                  </a:lnTo>
                  <a:lnTo>
                    <a:pt x="686001" y="727175"/>
                  </a:lnTo>
                  <a:lnTo>
                    <a:pt x="691261" y="729518"/>
                  </a:lnTo>
                  <a:lnTo>
                    <a:pt x="696520" y="730560"/>
                  </a:lnTo>
                  <a:lnTo>
                    <a:pt x="914669" y="773773"/>
                  </a:lnTo>
                  <a:lnTo>
                    <a:pt x="919928" y="774815"/>
                  </a:lnTo>
                  <a:lnTo>
                    <a:pt x="925187" y="773982"/>
                  </a:lnTo>
                  <a:lnTo>
                    <a:pt x="1143336" y="739410"/>
                  </a:lnTo>
                  <a:lnTo>
                    <a:pt x="1148595" y="738577"/>
                  </a:lnTo>
                  <a:lnTo>
                    <a:pt x="1153855" y="734735"/>
                  </a:lnTo>
                  <a:lnTo>
                    <a:pt x="1372003" y="575378"/>
                  </a:lnTo>
                  <a:lnTo>
                    <a:pt x="1377263" y="571536"/>
                  </a:lnTo>
                  <a:lnTo>
                    <a:pt x="1382522" y="566752"/>
                  </a:lnTo>
                  <a:lnTo>
                    <a:pt x="1600671" y="368320"/>
                  </a:lnTo>
                  <a:lnTo>
                    <a:pt x="1605930" y="363536"/>
                  </a:lnTo>
                  <a:lnTo>
                    <a:pt x="1611189" y="363443"/>
                  </a:lnTo>
                  <a:lnTo>
                    <a:pt x="1829338" y="359558"/>
                  </a:lnTo>
                  <a:lnTo>
                    <a:pt x="1834597" y="359465"/>
                  </a:lnTo>
                  <a:lnTo>
                    <a:pt x="1839857" y="361213"/>
                  </a:lnTo>
                  <a:lnTo>
                    <a:pt x="2058005" y="433743"/>
                  </a:lnTo>
                  <a:lnTo>
                    <a:pt x="2063265" y="435492"/>
                  </a:lnTo>
                  <a:lnTo>
                    <a:pt x="2068524" y="436564"/>
                  </a:lnTo>
                  <a:lnTo>
                    <a:pt x="2286673" y="481027"/>
                  </a:lnTo>
                  <a:lnTo>
                    <a:pt x="2291932" y="482099"/>
                  </a:lnTo>
                  <a:lnTo>
                    <a:pt x="2297191" y="482012"/>
                  </a:lnTo>
                  <a:lnTo>
                    <a:pt x="2515340" y="478377"/>
                  </a:lnTo>
                  <a:lnTo>
                    <a:pt x="2520599" y="478290"/>
                  </a:lnTo>
                  <a:lnTo>
                    <a:pt x="2525859" y="478630"/>
                  </a:lnTo>
                  <a:lnTo>
                    <a:pt x="2744007" y="492763"/>
                  </a:lnTo>
                  <a:lnTo>
                    <a:pt x="2749267" y="493103"/>
                  </a:lnTo>
                  <a:lnTo>
                    <a:pt x="2754526" y="492969"/>
                  </a:lnTo>
                  <a:lnTo>
                    <a:pt x="2972675" y="487381"/>
                  </a:lnTo>
                  <a:lnTo>
                    <a:pt x="2977934" y="487247"/>
                  </a:lnTo>
                  <a:lnTo>
                    <a:pt x="2983193" y="488843"/>
                  </a:lnTo>
                  <a:lnTo>
                    <a:pt x="3201342" y="555053"/>
                  </a:lnTo>
                  <a:lnTo>
                    <a:pt x="3206601" y="556649"/>
                  </a:lnTo>
                  <a:lnTo>
                    <a:pt x="3211861" y="555769"/>
                  </a:lnTo>
                  <a:lnTo>
                    <a:pt x="3430009" y="519247"/>
                  </a:lnTo>
                  <a:lnTo>
                    <a:pt x="3435269" y="518367"/>
                  </a:lnTo>
                  <a:lnTo>
                    <a:pt x="3440528" y="516430"/>
                  </a:lnTo>
                  <a:lnTo>
                    <a:pt x="3658677" y="436086"/>
                  </a:lnTo>
                  <a:lnTo>
                    <a:pt x="3663936" y="434149"/>
                  </a:lnTo>
                  <a:lnTo>
                    <a:pt x="3669195" y="428592"/>
                  </a:lnTo>
                  <a:lnTo>
                    <a:pt x="3887344" y="198087"/>
                  </a:lnTo>
                  <a:lnTo>
                    <a:pt x="3892603" y="192530"/>
                  </a:lnTo>
                  <a:lnTo>
                    <a:pt x="3897863" y="188101"/>
                  </a:lnTo>
                  <a:lnTo>
                    <a:pt x="4116011" y="4428"/>
                  </a:lnTo>
                  <a:lnTo>
                    <a:pt x="4121271" y="0"/>
                  </a:lnTo>
                  <a:lnTo>
                    <a:pt x="4126530" y="452"/>
                  </a:lnTo>
                  <a:lnTo>
                    <a:pt x="4344679" y="19242"/>
                  </a:lnTo>
                  <a:lnTo>
                    <a:pt x="4349938" y="19695"/>
                  </a:lnTo>
                  <a:lnTo>
                    <a:pt x="4355197" y="21803"/>
                  </a:lnTo>
                  <a:lnTo>
                    <a:pt x="4573346" y="109243"/>
                  </a:lnTo>
                  <a:lnTo>
                    <a:pt x="4578605" y="111351"/>
                  </a:lnTo>
                  <a:lnTo>
                    <a:pt x="4583865" y="114477"/>
                  </a:lnTo>
                  <a:lnTo>
                    <a:pt x="4802013" y="244137"/>
                  </a:lnTo>
                  <a:lnTo>
                    <a:pt x="4807273" y="247263"/>
                  </a:lnTo>
                  <a:lnTo>
                    <a:pt x="4812532" y="250384"/>
                  </a:lnTo>
                  <a:lnTo>
                    <a:pt x="5030681" y="379853"/>
                  </a:lnTo>
                  <a:lnTo>
                    <a:pt x="5035940" y="382974"/>
                  </a:lnTo>
                  <a:lnTo>
                    <a:pt x="5041199" y="386963"/>
                  </a:lnTo>
                  <a:lnTo>
                    <a:pt x="5259348" y="552403"/>
                  </a:lnTo>
                  <a:lnTo>
                    <a:pt x="5264607" y="556392"/>
                  </a:lnTo>
                  <a:lnTo>
                    <a:pt x="5269867" y="1051807"/>
                  </a:lnTo>
                  <a:lnTo>
                    <a:pt x="5264607" y="730260"/>
                  </a:lnTo>
                  <a:lnTo>
                    <a:pt x="5259348" y="727881"/>
                  </a:lnTo>
                  <a:lnTo>
                    <a:pt x="5041199" y="629196"/>
                  </a:lnTo>
                  <a:lnTo>
                    <a:pt x="5035940" y="626816"/>
                  </a:lnTo>
                  <a:lnTo>
                    <a:pt x="5030681" y="624511"/>
                  </a:lnTo>
                  <a:lnTo>
                    <a:pt x="4812532" y="528900"/>
                  </a:lnTo>
                  <a:lnTo>
                    <a:pt x="4807273" y="526595"/>
                  </a:lnTo>
                  <a:lnTo>
                    <a:pt x="4802013" y="524509"/>
                  </a:lnTo>
                  <a:lnTo>
                    <a:pt x="4583865" y="437993"/>
                  </a:lnTo>
                  <a:lnTo>
                    <a:pt x="4578605" y="435907"/>
                  </a:lnTo>
                  <a:lnTo>
                    <a:pt x="4573346" y="434364"/>
                  </a:lnTo>
                  <a:lnTo>
                    <a:pt x="4355197" y="370379"/>
                  </a:lnTo>
                  <a:lnTo>
                    <a:pt x="4349938" y="368836"/>
                  </a:lnTo>
                  <a:lnTo>
                    <a:pt x="4344679" y="368302"/>
                  </a:lnTo>
                  <a:lnTo>
                    <a:pt x="4126530" y="346143"/>
                  </a:lnTo>
                  <a:lnTo>
                    <a:pt x="4121271" y="345609"/>
                  </a:lnTo>
                  <a:lnTo>
                    <a:pt x="4116011" y="348723"/>
                  </a:lnTo>
                  <a:lnTo>
                    <a:pt x="3897863" y="477897"/>
                  </a:lnTo>
                  <a:lnTo>
                    <a:pt x="3892603" y="481011"/>
                  </a:lnTo>
                  <a:lnTo>
                    <a:pt x="3887344" y="484635"/>
                  </a:lnTo>
                  <a:lnTo>
                    <a:pt x="3669195" y="634937"/>
                  </a:lnTo>
                  <a:lnTo>
                    <a:pt x="3663936" y="638561"/>
                  </a:lnTo>
                  <a:lnTo>
                    <a:pt x="3658677" y="639702"/>
                  </a:lnTo>
                  <a:lnTo>
                    <a:pt x="3440528" y="687018"/>
                  </a:lnTo>
                  <a:lnTo>
                    <a:pt x="3435269" y="688159"/>
                  </a:lnTo>
                  <a:lnTo>
                    <a:pt x="3430009" y="688424"/>
                  </a:lnTo>
                  <a:lnTo>
                    <a:pt x="3211861" y="699394"/>
                  </a:lnTo>
                  <a:lnTo>
                    <a:pt x="3206601" y="699658"/>
                  </a:lnTo>
                  <a:lnTo>
                    <a:pt x="3201342" y="699029"/>
                  </a:lnTo>
                  <a:lnTo>
                    <a:pt x="2983193" y="672958"/>
                  </a:lnTo>
                  <a:lnTo>
                    <a:pt x="2977934" y="672330"/>
                  </a:lnTo>
                  <a:lnTo>
                    <a:pt x="2972675" y="672204"/>
                  </a:lnTo>
                  <a:lnTo>
                    <a:pt x="2754526" y="666980"/>
                  </a:lnTo>
                  <a:lnTo>
                    <a:pt x="2749267" y="666854"/>
                  </a:lnTo>
                  <a:lnTo>
                    <a:pt x="2744007" y="666919"/>
                  </a:lnTo>
                  <a:lnTo>
                    <a:pt x="2525859" y="669644"/>
                  </a:lnTo>
                  <a:lnTo>
                    <a:pt x="2520599" y="669710"/>
                  </a:lnTo>
                  <a:lnTo>
                    <a:pt x="2515340" y="669668"/>
                  </a:lnTo>
                  <a:lnTo>
                    <a:pt x="2297191" y="667924"/>
                  </a:lnTo>
                  <a:lnTo>
                    <a:pt x="2291932" y="667882"/>
                  </a:lnTo>
                  <a:lnTo>
                    <a:pt x="2286673" y="667363"/>
                  </a:lnTo>
                  <a:lnTo>
                    <a:pt x="2068524" y="645834"/>
                  </a:lnTo>
                  <a:lnTo>
                    <a:pt x="2063265" y="645314"/>
                  </a:lnTo>
                  <a:lnTo>
                    <a:pt x="2058005" y="644634"/>
                  </a:lnTo>
                  <a:lnTo>
                    <a:pt x="1839857" y="616414"/>
                  </a:lnTo>
                  <a:lnTo>
                    <a:pt x="1834597" y="615734"/>
                  </a:lnTo>
                  <a:lnTo>
                    <a:pt x="1829338" y="616217"/>
                  </a:lnTo>
                  <a:lnTo>
                    <a:pt x="1611189" y="636245"/>
                  </a:lnTo>
                  <a:lnTo>
                    <a:pt x="1605930" y="636727"/>
                  </a:lnTo>
                  <a:lnTo>
                    <a:pt x="1600671" y="639371"/>
                  </a:lnTo>
                  <a:lnTo>
                    <a:pt x="1382522" y="749022"/>
                  </a:lnTo>
                  <a:lnTo>
                    <a:pt x="1377263" y="751665"/>
                  </a:lnTo>
                  <a:lnTo>
                    <a:pt x="1372003" y="753691"/>
                  </a:lnTo>
                  <a:lnTo>
                    <a:pt x="1153855" y="837718"/>
                  </a:lnTo>
                  <a:lnTo>
                    <a:pt x="1148595" y="839744"/>
                  </a:lnTo>
                  <a:lnTo>
                    <a:pt x="1143336" y="840265"/>
                  </a:lnTo>
                  <a:lnTo>
                    <a:pt x="925187" y="861905"/>
                  </a:lnTo>
                  <a:lnTo>
                    <a:pt x="919928" y="862427"/>
                  </a:lnTo>
                  <a:lnTo>
                    <a:pt x="914669" y="862096"/>
                  </a:lnTo>
                  <a:lnTo>
                    <a:pt x="696520" y="848396"/>
                  </a:lnTo>
                  <a:lnTo>
                    <a:pt x="691261" y="848066"/>
                  </a:lnTo>
                  <a:lnTo>
                    <a:pt x="686001" y="847225"/>
                  </a:lnTo>
                  <a:lnTo>
                    <a:pt x="467853" y="812332"/>
                  </a:lnTo>
                  <a:lnTo>
                    <a:pt x="462593" y="811491"/>
                  </a:lnTo>
                  <a:lnTo>
                    <a:pt x="457334" y="809806"/>
                  </a:lnTo>
                  <a:lnTo>
                    <a:pt x="239186" y="739936"/>
                  </a:lnTo>
                  <a:lnTo>
                    <a:pt x="233926" y="738251"/>
                  </a:lnTo>
                  <a:lnTo>
                    <a:pt x="228667" y="738142"/>
                  </a:lnTo>
                  <a:lnTo>
                    <a:pt x="10518" y="733620"/>
                  </a:lnTo>
                  <a:lnTo>
                    <a:pt x="5259" y="733511"/>
                  </a:lnTo>
                  <a:lnTo>
                    <a:pt x="0" y="1051807"/>
                  </a:lnTo>
                  <a:close/>
                </a:path>
              </a:pathLst>
            </a:cu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" name="pl121"/>
            <p:cNvSpPr/>
            <p:nvPr/>
          </p:nvSpPr>
          <p:spPr>
            <a:xfrm>
              <a:off x="6330629" y="4403869"/>
              <a:ext cx="5259348" cy="774815"/>
            </a:xfrm>
            <a:custGeom>
              <a:avLst/>
              <a:pathLst>
                <a:path w="5259348" h="774815">
                  <a:moveTo>
                    <a:pt x="0" y="466596"/>
                  </a:moveTo>
                  <a:lnTo>
                    <a:pt x="5259" y="465906"/>
                  </a:lnTo>
                  <a:lnTo>
                    <a:pt x="223407" y="437305"/>
                  </a:lnTo>
                  <a:lnTo>
                    <a:pt x="228667" y="436615"/>
                  </a:lnTo>
                  <a:lnTo>
                    <a:pt x="233926" y="441009"/>
                  </a:lnTo>
                  <a:lnTo>
                    <a:pt x="452075" y="623252"/>
                  </a:lnTo>
                  <a:lnTo>
                    <a:pt x="457334" y="627646"/>
                  </a:lnTo>
                  <a:lnTo>
                    <a:pt x="462593" y="629989"/>
                  </a:lnTo>
                  <a:lnTo>
                    <a:pt x="680742" y="727175"/>
                  </a:lnTo>
                  <a:lnTo>
                    <a:pt x="686001" y="729518"/>
                  </a:lnTo>
                  <a:lnTo>
                    <a:pt x="691261" y="730560"/>
                  </a:lnTo>
                  <a:lnTo>
                    <a:pt x="909409" y="773773"/>
                  </a:lnTo>
                  <a:lnTo>
                    <a:pt x="914669" y="774815"/>
                  </a:lnTo>
                  <a:lnTo>
                    <a:pt x="919928" y="773982"/>
                  </a:lnTo>
                  <a:lnTo>
                    <a:pt x="1138077" y="739410"/>
                  </a:lnTo>
                  <a:lnTo>
                    <a:pt x="1143336" y="738577"/>
                  </a:lnTo>
                  <a:lnTo>
                    <a:pt x="1148595" y="734735"/>
                  </a:lnTo>
                  <a:lnTo>
                    <a:pt x="1366744" y="575378"/>
                  </a:lnTo>
                  <a:lnTo>
                    <a:pt x="1372003" y="571536"/>
                  </a:lnTo>
                  <a:lnTo>
                    <a:pt x="1377263" y="566752"/>
                  </a:lnTo>
                  <a:lnTo>
                    <a:pt x="1595411" y="368320"/>
                  </a:lnTo>
                  <a:lnTo>
                    <a:pt x="1600671" y="363536"/>
                  </a:lnTo>
                  <a:lnTo>
                    <a:pt x="1605930" y="363443"/>
                  </a:lnTo>
                  <a:lnTo>
                    <a:pt x="1824079" y="359558"/>
                  </a:lnTo>
                  <a:lnTo>
                    <a:pt x="1829338" y="359465"/>
                  </a:lnTo>
                  <a:lnTo>
                    <a:pt x="1834597" y="361213"/>
                  </a:lnTo>
                  <a:lnTo>
                    <a:pt x="2052746" y="433743"/>
                  </a:lnTo>
                  <a:lnTo>
                    <a:pt x="2058005" y="435492"/>
                  </a:lnTo>
                  <a:lnTo>
                    <a:pt x="2063265" y="436564"/>
                  </a:lnTo>
                  <a:lnTo>
                    <a:pt x="2281413" y="481027"/>
                  </a:lnTo>
                  <a:lnTo>
                    <a:pt x="2286673" y="482099"/>
                  </a:lnTo>
                  <a:lnTo>
                    <a:pt x="2291932" y="482012"/>
                  </a:lnTo>
                  <a:lnTo>
                    <a:pt x="2510081" y="478377"/>
                  </a:lnTo>
                  <a:lnTo>
                    <a:pt x="2515340" y="478290"/>
                  </a:lnTo>
                  <a:lnTo>
                    <a:pt x="2520599" y="478630"/>
                  </a:lnTo>
                  <a:lnTo>
                    <a:pt x="2738748" y="492763"/>
                  </a:lnTo>
                  <a:lnTo>
                    <a:pt x="2744007" y="493103"/>
                  </a:lnTo>
                  <a:lnTo>
                    <a:pt x="2749267" y="492969"/>
                  </a:lnTo>
                  <a:lnTo>
                    <a:pt x="2967415" y="487381"/>
                  </a:lnTo>
                  <a:lnTo>
                    <a:pt x="2972675" y="487247"/>
                  </a:lnTo>
                  <a:lnTo>
                    <a:pt x="2977934" y="488843"/>
                  </a:lnTo>
                  <a:lnTo>
                    <a:pt x="3196083" y="555053"/>
                  </a:lnTo>
                  <a:lnTo>
                    <a:pt x="3201342" y="556649"/>
                  </a:lnTo>
                  <a:lnTo>
                    <a:pt x="3206601" y="555769"/>
                  </a:lnTo>
                  <a:lnTo>
                    <a:pt x="3424750" y="519247"/>
                  </a:lnTo>
                  <a:lnTo>
                    <a:pt x="3430009" y="518367"/>
                  </a:lnTo>
                  <a:lnTo>
                    <a:pt x="3435269" y="516430"/>
                  </a:lnTo>
                  <a:lnTo>
                    <a:pt x="3653417" y="436086"/>
                  </a:lnTo>
                  <a:lnTo>
                    <a:pt x="3658677" y="434149"/>
                  </a:lnTo>
                  <a:lnTo>
                    <a:pt x="3663936" y="428592"/>
                  </a:lnTo>
                  <a:lnTo>
                    <a:pt x="3882085" y="198087"/>
                  </a:lnTo>
                  <a:lnTo>
                    <a:pt x="3887344" y="192530"/>
                  </a:lnTo>
                  <a:lnTo>
                    <a:pt x="3892603" y="188101"/>
                  </a:lnTo>
                  <a:lnTo>
                    <a:pt x="4110752" y="4428"/>
                  </a:lnTo>
                  <a:lnTo>
                    <a:pt x="4116011" y="0"/>
                  </a:lnTo>
                  <a:lnTo>
                    <a:pt x="4121271" y="452"/>
                  </a:lnTo>
                  <a:lnTo>
                    <a:pt x="4339419" y="19242"/>
                  </a:lnTo>
                  <a:lnTo>
                    <a:pt x="4344679" y="19695"/>
                  </a:lnTo>
                  <a:lnTo>
                    <a:pt x="4349938" y="21803"/>
                  </a:lnTo>
                  <a:lnTo>
                    <a:pt x="4568087" y="109243"/>
                  </a:lnTo>
                  <a:lnTo>
                    <a:pt x="4573346" y="111351"/>
                  </a:lnTo>
                  <a:lnTo>
                    <a:pt x="4578605" y="114477"/>
                  </a:lnTo>
                  <a:lnTo>
                    <a:pt x="4796754" y="244137"/>
                  </a:lnTo>
                  <a:lnTo>
                    <a:pt x="4802013" y="247263"/>
                  </a:lnTo>
                  <a:lnTo>
                    <a:pt x="4807273" y="250384"/>
                  </a:lnTo>
                  <a:lnTo>
                    <a:pt x="5025421" y="379853"/>
                  </a:lnTo>
                  <a:lnTo>
                    <a:pt x="5030681" y="382974"/>
                  </a:lnTo>
                  <a:lnTo>
                    <a:pt x="5035940" y="386963"/>
                  </a:lnTo>
                  <a:lnTo>
                    <a:pt x="5254089" y="552403"/>
                  </a:lnTo>
                  <a:lnTo>
                    <a:pt x="5259348" y="556392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2"/>
            <p:cNvSpPr/>
            <p:nvPr/>
          </p:nvSpPr>
          <p:spPr>
            <a:xfrm>
              <a:off x="6325369" y="4749479"/>
              <a:ext cx="5269867" cy="706198"/>
            </a:xfrm>
            <a:custGeom>
              <a:avLst/>
              <a:pathLst>
                <a:path w="5269867" h="706198">
                  <a:moveTo>
                    <a:pt x="5259" y="387902"/>
                  </a:moveTo>
                  <a:lnTo>
                    <a:pt x="10518" y="388011"/>
                  </a:lnTo>
                  <a:lnTo>
                    <a:pt x="228667" y="392532"/>
                  </a:lnTo>
                  <a:lnTo>
                    <a:pt x="233926" y="392641"/>
                  </a:lnTo>
                  <a:lnTo>
                    <a:pt x="239186" y="394326"/>
                  </a:lnTo>
                  <a:lnTo>
                    <a:pt x="457334" y="464197"/>
                  </a:lnTo>
                  <a:lnTo>
                    <a:pt x="462593" y="465881"/>
                  </a:lnTo>
                  <a:lnTo>
                    <a:pt x="467853" y="466722"/>
                  </a:lnTo>
                  <a:lnTo>
                    <a:pt x="686001" y="501615"/>
                  </a:lnTo>
                  <a:lnTo>
                    <a:pt x="691261" y="502456"/>
                  </a:lnTo>
                  <a:lnTo>
                    <a:pt x="696520" y="502787"/>
                  </a:lnTo>
                  <a:lnTo>
                    <a:pt x="914669" y="516487"/>
                  </a:lnTo>
                  <a:lnTo>
                    <a:pt x="919928" y="516817"/>
                  </a:lnTo>
                  <a:lnTo>
                    <a:pt x="925187" y="516295"/>
                  </a:lnTo>
                  <a:lnTo>
                    <a:pt x="1143336" y="494656"/>
                  </a:lnTo>
                  <a:lnTo>
                    <a:pt x="1148595" y="494134"/>
                  </a:lnTo>
                  <a:lnTo>
                    <a:pt x="1153855" y="492108"/>
                  </a:lnTo>
                  <a:lnTo>
                    <a:pt x="1372003" y="408081"/>
                  </a:lnTo>
                  <a:lnTo>
                    <a:pt x="1377263" y="406056"/>
                  </a:lnTo>
                  <a:lnTo>
                    <a:pt x="1382522" y="403412"/>
                  </a:lnTo>
                  <a:lnTo>
                    <a:pt x="1600671" y="293761"/>
                  </a:lnTo>
                  <a:lnTo>
                    <a:pt x="1605930" y="291118"/>
                  </a:lnTo>
                  <a:lnTo>
                    <a:pt x="1611189" y="290635"/>
                  </a:lnTo>
                  <a:lnTo>
                    <a:pt x="1829338" y="270607"/>
                  </a:lnTo>
                  <a:lnTo>
                    <a:pt x="1834597" y="270124"/>
                  </a:lnTo>
                  <a:lnTo>
                    <a:pt x="1839857" y="270805"/>
                  </a:lnTo>
                  <a:lnTo>
                    <a:pt x="2058005" y="299024"/>
                  </a:lnTo>
                  <a:lnTo>
                    <a:pt x="2063265" y="299705"/>
                  </a:lnTo>
                  <a:lnTo>
                    <a:pt x="2068524" y="300224"/>
                  </a:lnTo>
                  <a:lnTo>
                    <a:pt x="2286673" y="321753"/>
                  </a:lnTo>
                  <a:lnTo>
                    <a:pt x="2291932" y="322272"/>
                  </a:lnTo>
                  <a:lnTo>
                    <a:pt x="2297191" y="322314"/>
                  </a:lnTo>
                  <a:lnTo>
                    <a:pt x="2515340" y="324058"/>
                  </a:lnTo>
                  <a:lnTo>
                    <a:pt x="2520599" y="324100"/>
                  </a:lnTo>
                  <a:lnTo>
                    <a:pt x="2525859" y="324035"/>
                  </a:lnTo>
                  <a:lnTo>
                    <a:pt x="2744007" y="321310"/>
                  </a:lnTo>
                  <a:lnTo>
                    <a:pt x="2749267" y="321244"/>
                  </a:lnTo>
                  <a:lnTo>
                    <a:pt x="2754526" y="321370"/>
                  </a:lnTo>
                  <a:lnTo>
                    <a:pt x="2972675" y="326594"/>
                  </a:lnTo>
                  <a:lnTo>
                    <a:pt x="2977934" y="326720"/>
                  </a:lnTo>
                  <a:lnTo>
                    <a:pt x="2983193" y="327348"/>
                  </a:lnTo>
                  <a:lnTo>
                    <a:pt x="3201342" y="353420"/>
                  </a:lnTo>
                  <a:lnTo>
                    <a:pt x="3206601" y="354048"/>
                  </a:lnTo>
                  <a:lnTo>
                    <a:pt x="3211861" y="353784"/>
                  </a:lnTo>
                  <a:lnTo>
                    <a:pt x="3430009" y="342814"/>
                  </a:lnTo>
                  <a:lnTo>
                    <a:pt x="3435269" y="342549"/>
                  </a:lnTo>
                  <a:lnTo>
                    <a:pt x="3440528" y="341409"/>
                  </a:lnTo>
                  <a:lnTo>
                    <a:pt x="3658677" y="294092"/>
                  </a:lnTo>
                  <a:lnTo>
                    <a:pt x="3663936" y="292951"/>
                  </a:lnTo>
                  <a:lnTo>
                    <a:pt x="3669195" y="289328"/>
                  </a:lnTo>
                  <a:lnTo>
                    <a:pt x="3887344" y="139025"/>
                  </a:lnTo>
                  <a:lnTo>
                    <a:pt x="3892603" y="135401"/>
                  </a:lnTo>
                  <a:lnTo>
                    <a:pt x="3897863" y="132287"/>
                  </a:lnTo>
                  <a:lnTo>
                    <a:pt x="4116011" y="3114"/>
                  </a:lnTo>
                  <a:lnTo>
                    <a:pt x="4121271" y="0"/>
                  </a:lnTo>
                  <a:lnTo>
                    <a:pt x="4126530" y="534"/>
                  </a:lnTo>
                  <a:lnTo>
                    <a:pt x="4344679" y="22692"/>
                  </a:lnTo>
                  <a:lnTo>
                    <a:pt x="4349938" y="23226"/>
                  </a:lnTo>
                  <a:lnTo>
                    <a:pt x="4355197" y="24769"/>
                  </a:lnTo>
                  <a:lnTo>
                    <a:pt x="4573346" y="88755"/>
                  </a:lnTo>
                  <a:lnTo>
                    <a:pt x="4578605" y="90297"/>
                  </a:lnTo>
                  <a:lnTo>
                    <a:pt x="4583865" y="92383"/>
                  </a:lnTo>
                  <a:lnTo>
                    <a:pt x="4802013" y="178900"/>
                  </a:lnTo>
                  <a:lnTo>
                    <a:pt x="4807273" y="180986"/>
                  </a:lnTo>
                  <a:lnTo>
                    <a:pt x="4812532" y="183291"/>
                  </a:lnTo>
                  <a:lnTo>
                    <a:pt x="5030681" y="278902"/>
                  </a:lnTo>
                  <a:lnTo>
                    <a:pt x="5035940" y="281207"/>
                  </a:lnTo>
                  <a:lnTo>
                    <a:pt x="5041199" y="283586"/>
                  </a:lnTo>
                  <a:lnTo>
                    <a:pt x="5259348" y="382271"/>
                  </a:lnTo>
                  <a:lnTo>
                    <a:pt x="5264607" y="384650"/>
                  </a:lnTo>
                  <a:lnTo>
                    <a:pt x="5269867" y="706198"/>
                  </a:lnTo>
                  <a:lnTo>
                    <a:pt x="5264607" y="706198"/>
                  </a:lnTo>
                  <a:lnTo>
                    <a:pt x="5259348" y="706198"/>
                  </a:lnTo>
                  <a:lnTo>
                    <a:pt x="5041199" y="706198"/>
                  </a:lnTo>
                  <a:lnTo>
                    <a:pt x="5035940" y="706198"/>
                  </a:lnTo>
                  <a:lnTo>
                    <a:pt x="5030681" y="706198"/>
                  </a:lnTo>
                  <a:lnTo>
                    <a:pt x="4812532" y="706198"/>
                  </a:lnTo>
                  <a:lnTo>
                    <a:pt x="4807273" y="706198"/>
                  </a:lnTo>
                  <a:lnTo>
                    <a:pt x="4802013" y="706198"/>
                  </a:lnTo>
                  <a:lnTo>
                    <a:pt x="4583865" y="706198"/>
                  </a:lnTo>
                  <a:lnTo>
                    <a:pt x="4578605" y="706198"/>
                  </a:lnTo>
                  <a:lnTo>
                    <a:pt x="4573346" y="706198"/>
                  </a:lnTo>
                  <a:lnTo>
                    <a:pt x="4355197" y="706198"/>
                  </a:lnTo>
                  <a:lnTo>
                    <a:pt x="4349938" y="706198"/>
                  </a:lnTo>
                  <a:lnTo>
                    <a:pt x="4344679" y="706198"/>
                  </a:lnTo>
                  <a:lnTo>
                    <a:pt x="4126530" y="706198"/>
                  </a:lnTo>
                  <a:lnTo>
                    <a:pt x="4121271" y="706198"/>
                  </a:lnTo>
                  <a:lnTo>
                    <a:pt x="4116011" y="706198"/>
                  </a:lnTo>
                  <a:lnTo>
                    <a:pt x="3897863" y="706198"/>
                  </a:lnTo>
                  <a:lnTo>
                    <a:pt x="3892603" y="706198"/>
                  </a:lnTo>
                  <a:lnTo>
                    <a:pt x="3887344" y="706198"/>
                  </a:lnTo>
                  <a:lnTo>
                    <a:pt x="3669195" y="706198"/>
                  </a:lnTo>
                  <a:lnTo>
                    <a:pt x="3663936" y="706198"/>
                  </a:lnTo>
                  <a:lnTo>
                    <a:pt x="3658677" y="706198"/>
                  </a:lnTo>
                  <a:lnTo>
                    <a:pt x="3440528" y="706198"/>
                  </a:lnTo>
                  <a:lnTo>
                    <a:pt x="3435269" y="706198"/>
                  </a:lnTo>
                  <a:lnTo>
                    <a:pt x="3430009" y="706198"/>
                  </a:lnTo>
                  <a:lnTo>
                    <a:pt x="3211861" y="706198"/>
                  </a:lnTo>
                  <a:lnTo>
                    <a:pt x="3206601" y="706198"/>
                  </a:lnTo>
                  <a:lnTo>
                    <a:pt x="3201342" y="706198"/>
                  </a:lnTo>
                  <a:lnTo>
                    <a:pt x="2983193" y="706198"/>
                  </a:lnTo>
                  <a:lnTo>
                    <a:pt x="2977934" y="706198"/>
                  </a:lnTo>
                  <a:lnTo>
                    <a:pt x="2972675" y="706198"/>
                  </a:lnTo>
                  <a:lnTo>
                    <a:pt x="2754526" y="706198"/>
                  </a:lnTo>
                  <a:lnTo>
                    <a:pt x="2749267" y="706198"/>
                  </a:lnTo>
                  <a:lnTo>
                    <a:pt x="2744007" y="706198"/>
                  </a:lnTo>
                  <a:lnTo>
                    <a:pt x="2525859" y="706198"/>
                  </a:lnTo>
                  <a:lnTo>
                    <a:pt x="2520599" y="706198"/>
                  </a:lnTo>
                  <a:lnTo>
                    <a:pt x="2515340" y="706198"/>
                  </a:lnTo>
                  <a:lnTo>
                    <a:pt x="2297191" y="706198"/>
                  </a:lnTo>
                  <a:lnTo>
                    <a:pt x="2291932" y="706198"/>
                  </a:lnTo>
                  <a:lnTo>
                    <a:pt x="2286673" y="706198"/>
                  </a:lnTo>
                  <a:lnTo>
                    <a:pt x="2068524" y="706198"/>
                  </a:lnTo>
                  <a:lnTo>
                    <a:pt x="2063265" y="706198"/>
                  </a:lnTo>
                  <a:lnTo>
                    <a:pt x="2058005" y="706198"/>
                  </a:lnTo>
                  <a:lnTo>
                    <a:pt x="1839857" y="706198"/>
                  </a:lnTo>
                  <a:lnTo>
                    <a:pt x="1834597" y="706198"/>
                  </a:lnTo>
                  <a:lnTo>
                    <a:pt x="1829338" y="706198"/>
                  </a:lnTo>
                  <a:lnTo>
                    <a:pt x="1611189" y="706198"/>
                  </a:lnTo>
                  <a:lnTo>
                    <a:pt x="1605930" y="706198"/>
                  </a:lnTo>
                  <a:lnTo>
                    <a:pt x="1600671" y="706198"/>
                  </a:lnTo>
                  <a:lnTo>
                    <a:pt x="1382522" y="706198"/>
                  </a:lnTo>
                  <a:lnTo>
                    <a:pt x="1377263" y="706198"/>
                  </a:lnTo>
                  <a:lnTo>
                    <a:pt x="1372003" y="706198"/>
                  </a:lnTo>
                  <a:lnTo>
                    <a:pt x="1153855" y="706198"/>
                  </a:lnTo>
                  <a:lnTo>
                    <a:pt x="1148595" y="706198"/>
                  </a:lnTo>
                  <a:lnTo>
                    <a:pt x="1143336" y="706198"/>
                  </a:lnTo>
                  <a:lnTo>
                    <a:pt x="925187" y="706198"/>
                  </a:lnTo>
                  <a:lnTo>
                    <a:pt x="919928" y="706198"/>
                  </a:lnTo>
                  <a:lnTo>
                    <a:pt x="914669" y="706198"/>
                  </a:lnTo>
                  <a:lnTo>
                    <a:pt x="696520" y="706198"/>
                  </a:lnTo>
                  <a:lnTo>
                    <a:pt x="691261" y="706198"/>
                  </a:lnTo>
                  <a:lnTo>
                    <a:pt x="686001" y="706198"/>
                  </a:lnTo>
                  <a:lnTo>
                    <a:pt x="467853" y="706198"/>
                  </a:lnTo>
                  <a:lnTo>
                    <a:pt x="462593" y="706198"/>
                  </a:lnTo>
                  <a:lnTo>
                    <a:pt x="457334" y="706198"/>
                  </a:lnTo>
                  <a:lnTo>
                    <a:pt x="239186" y="706198"/>
                  </a:lnTo>
                  <a:lnTo>
                    <a:pt x="233926" y="706198"/>
                  </a:lnTo>
                  <a:lnTo>
                    <a:pt x="228667" y="706198"/>
                  </a:lnTo>
                  <a:lnTo>
                    <a:pt x="10518" y="706198"/>
                  </a:lnTo>
                  <a:lnTo>
                    <a:pt x="5259" y="706198"/>
                  </a:lnTo>
                  <a:lnTo>
                    <a:pt x="0" y="706198"/>
                  </a:lnTo>
                  <a:close/>
                </a:path>
              </a:pathLst>
            </a:cu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pl123"/>
            <p:cNvSpPr/>
            <p:nvPr/>
          </p:nvSpPr>
          <p:spPr>
            <a:xfrm>
              <a:off x="6330629" y="4749479"/>
              <a:ext cx="5259348" cy="516817"/>
            </a:xfrm>
            <a:custGeom>
              <a:avLst/>
              <a:pathLst>
                <a:path w="5259348" h="516817">
                  <a:moveTo>
                    <a:pt x="0" y="387902"/>
                  </a:moveTo>
                  <a:lnTo>
                    <a:pt x="5259" y="388011"/>
                  </a:lnTo>
                  <a:lnTo>
                    <a:pt x="223407" y="392532"/>
                  </a:lnTo>
                  <a:lnTo>
                    <a:pt x="228667" y="392641"/>
                  </a:lnTo>
                  <a:lnTo>
                    <a:pt x="233926" y="394326"/>
                  </a:lnTo>
                  <a:lnTo>
                    <a:pt x="452075" y="464197"/>
                  </a:lnTo>
                  <a:lnTo>
                    <a:pt x="457334" y="465881"/>
                  </a:lnTo>
                  <a:lnTo>
                    <a:pt x="462593" y="466722"/>
                  </a:lnTo>
                  <a:lnTo>
                    <a:pt x="680742" y="501615"/>
                  </a:lnTo>
                  <a:lnTo>
                    <a:pt x="686001" y="502456"/>
                  </a:lnTo>
                  <a:lnTo>
                    <a:pt x="691261" y="502787"/>
                  </a:lnTo>
                  <a:lnTo>
                    <a:pt x="909409" y="516487"/>
                  </a:lnTo>
                  <a:lnTo>
                    <a:pt x="914669" y="516817"/>
                  </a:lnTo>
                  <a:lnTo>
                    <a:pt x="919928" y="516295"/>
                  </a:lnTo>
                  <a:lnTo>
                    <a:pt x="1138077" y="494656"/>
                  </a:lnTo>
                  <a:lnTo>
                    <a:pt x="1143336" y="494134"/>
                  </a:lnTo>
                  <a:lnTo>
                    <a:pt x="1148595" y="492108"/>
                  </a:lnTo>
                  <a:lnTo>
                    <a:pt x="1366744" y="408081"/>
                  </a:lnTo>
                  <a:lnTo>
                    <a:pt x="1372003" y="406056"/>
                  </a:lnTo>
                  <a:lnTo>
                    <a:pt x="1377263" y="403412"/>
                  </a:lnTo>
                  <a:lnTo>
                    <a:pt x="1595411" y="293761"/>
                  </a:lnTo>
                  <a:lnTo>
                    <a:pt x="1600671" y="291118"/>
                  </a:lnTo>
                  <a:lnTo>
                    <a:pt x="1605930" y="290635"/>
                  </a:lnTo>
                  <a:lnTo>
                    <a:pt x="1824079" y="270607"/>
                  </a:lnTo>
                  <a:lnTo>
                    <a:pt x="1829338" y="270124"/>
                  </a:lnTo>
                  <a:lnTo>
                    <a:pt x="1834597" y="270805"/>
                  </a:lnTo>
                  <a:lnTo>
                    <a:pt x="2052746" y="299024"/>
                  </a:lnTo>
                  <a:lnTo>
                    <a:pt x="2058005" y="299705"/>
                  </a:lnTo>
                  <a:lnTo>
                    <a:pt x="2063265" y="300224"/>
                  </a:lnTo>
                  <a:lnTo>
                    <a:pt x="2281413" y="321753"/>
                  </a:lnTo>
                  <a:lnTo>
                    <a:pt x="2286673" y="322272"/>
                  </a:lnTo>
                  <a:lnTo>
                    <a:pt x="2291932" y="322314"/>
                  </a:lnTo>
                  <a:lnTo>
                    <a:pt x="2510081" y="324058"/>
                  </a:lnTo>
                  <a:lnTo>
                    <a:pt x="2515340" y="324100"/>
                  </a:lnTo>
                  <a:lnTo>
                    <a:pt x="2520599" y="324035"/>
                  </a:lnTo>
                  <a:lnTo>
                    <a:pt x="2738748" y="321310"/>
                  </a:lnTo>
                  <a:lnTo>
                    <a:pt x="2744007" y="321244"/>
                  </a:lnTo>
                  <a:lnTo>
                    <a:pt x="2749267" y="321370"/>
                  </a:lnTo>
                  <a:lnTo>
                    <a:pt x="2967415" y="326594"/>
                  </a:lnTo>
                  <a:lnTo>
                    <a:pt x="2972675" y="326720"/>
                  </a:lnTo>
                  <a:lnTo>
                    <a:pt x="2977934" y="327348"/>
                  </a:lnTo>
                  <a:lnTo>
                    <a:pt x="3196083" y="353420"/>
                  </a:lnTo>
                  <a:lnTo>
                    <a:pt x="3201342" y="354048"/>
                  </a:lnTo>
                  <a:lnTo>
                    <a:pt x="3206601" y="353784"/>
                  </a:lnTo>
                  <a:lnTo>
                    <a:pt x="3424750" y="342814"/>
                  </a:lnTo>
                  <a:lnTo>
                    <a:pt x="3430009" y="342549"/>
                  </a:lnTo>
                  <a:lnTo>
                    <a:pt x="3435269" y="341409"/>
                  </a:lnTo>
                  <a:lnTo>
                    <a:pt x="3653417" y="294092"/>
                  </a:lnTo>
                  <a:lnTo>
                    <a:pt x="3658677" y="292951"/>
                  </a:lnTo>
                  <a:lnTo>
                    <a:pt x="3663936" y="289328"/>
                  </a:lnTo>
                  <a:lnTo>
                    <a:pt x="3882085" y="139025"/>
                  </a:lnTo>
                  <a:lnTo>
                    <a:pt x="3887344" y="135401"/>
                  </a:lnTo>
                  <a:lnTo>
                    <a:pt x="3892603" y="132287"/>
                  </a:lnTo>
                  <a:lnTo>
                    <a:pt x="4110752" y="3114"/>
                  </a:lnTo>
                  <a:lnTo>
                    <a:pt x="4116011" y="0"/>
                  </a:lnTo>
                  <a:lnTo>
                    <a:pt x="4121271" y="534"/>
                  </a:lnTo>
                  <a:lnTo>
                    <a:pt x="4339419" y="22692"/>
                  </a:lnTo>
                  <a:lnTo>
                    <a:pt x="4344679" y="23226"/>
                  </a:lnTo>
                  <a:lnTo>
                    <a:pt x="4349938" y="24769"/>
                  </a:lnTo>
                  <a:lnTo>
                    <a:pt x="4568087" y="88755"/>
                  </a:lnTo>
                  <a:lnTo>
                    <a:pt x="4573346" y="90297"/>
                  </a:lnTo>
                  <a:lnTo>
                    <a:pt x="4578605" y="92383"/>
                  </a:lnTo>
                  <a:lnTo>
                    <a:pt x="4796754" y="178900"/>
                  </a:lnTo>
                  <a:lnTo>
                    <a:pt x="4802013" y="180986"/>
                  </a:lnTo>
                  <a:lnTo>
                    <a:pt x="4807273" y="183291"/>
                  </a:lnTo>
                  <a:lnTo>
                    <a:pt x="5025421" y="278902"/>
                  </a:lnTo>
                  <a:lnTo>
                    <a:pt x="5030681" y="281207"/>
                  </a:lnTo>
                  <a:lnTo>
                    <a:pt x="5035940" y="283586"/>
                  </a:lnTo>
                  <a:lnTo>
                    <a:pt x="5254089" y="382271"/>
                  </a:lnTo>
                  <a:lnTo>
                    <a:pt x="5259348" y="384650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tx124"/>
            <p:cNvSpPr/>
            <p:nvPr/>
          </p:nvSpPr>
          <p:spPr>
            <a:xfrm>
              <a:off x="6330629" y="442135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26" name="tx125"/>
            <p:cNvSpPr/>
            <p:nvPr/>
          </p:nvSpPr>
          <p:spPr>
            <a:xfrm>
              <a:off x="6330629" y="442135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27" name="tx126"/>
            <p:cNvSpPr/>
            <p:nvPr/>
          </p:nvSpPr>
          <p:spPr>
            <a:xfrm>
              <a:off x="6330629" y="442135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28" name="tx127"/>
            <p:cNvSpPr/>
            <p:nvPr/>
          </p:nvSpPr>
          <p:spPr>
            <a:xfrm>
              <a:off x="6330629" y="442135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29" name="tx128"/>
            <p:cNvSpPr/>
            <p:nvPr/>
          </p:nvSpPr>
          <p:spPr>
            <a:xfrm>
              <a:off x="6330629" y="442135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0" name="tx129"/>
            <p:cNvSpPr/>
            <p:nvPr/>
          </p:nvSpPr>
          <p:spPr>
            <a:xfrm>
              <a:off x="6330629" y="442135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1" name="tx130"/>
            <p:cNvSpPr/>
            <p:nvPr/>
          </p:nvSpPr>
          <p:spPr>
            <a:xfrm>
              <a:off x="6330629" y="442135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2" name="tx131"/>
            <p:cNvSpPr/>
            <p:nvPr/>
          </p:nvSpPr>
          <p:spPr>
            <a:xfrm>
              <a:off x="6330629" y="442135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3" name="tx132"/>
            <p:cNvSpPr/>
            <p:nvPr/>
          </p:nvSpPr>
          <p:spPr>
            <a:xfrm>
              <a:off x="6330629" y="442135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4" name="tx133"/>
            <p:cNvSpPr/>
            <p:nvPr/>
          </p:nvSpPr>
          <p:spPr>
            <a:xfrm>
              <a:off x="6330629" y="442135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5" name="tx134"/>
            <p:cNvSpPr/>
            <p:nvPr/>
          </p:nvSpPr>
          <p:spPr>
            <a:xfrm>
              <a:off x="6330629" y="442135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6" name="tx135"/>
            <p:cNvSpPr/>
            <p:nvPr/>
          </p:nvSpPr>
          <p:spPr>
            <a:xfrm>
              <a:off x="6330629" y="442135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7" name="tx136"/>
            <p:cNvSpPr/>
            <p:nvPr/>
          </p:nvSpPr>
          <p:spPr>
            <a:xfrm>
              <a:off x="6330629" y="442135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8" name="tx137"/>
            <p:cNvSpPr/>
            <p:nvPr/>
          </p:nvSpPr>
          <p:spPr>
            <a:xfrm>
              <a:off x="6330629" y="442135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9" name="tx138"/>
            <p:cNvSpPr/>
            <p:nvPr/>
          </p:nvSpPr>
          <p:spPr>
            <a:xfrm>
              <a:off x="6330629" y="442135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0" name="tx139"/>
            <p:cNvSpPr/>
            <p:nvPr/>
          </p:nvSpPr>
          <p:spPr>
            <a:xfrm>
              <a:off x="6330629" y="442135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1" name="tx140"/>
            <p:cNvSpPr/>
            <p:nvPr/>
          </p:nvSpPr>
          <p:spPr>
            <a:xfrm>
              <a:off x="6330629" y="442135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2" name="tx141"/>
            <p:cNvSpPr/>
            <p:nvPr/>
          </p:nvSpPr>
          <p:spPr>
            <a:xfrm>
              <a:off x="6330629" y="442135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3" name="tx142"/>
            <p:cNvSpPr/>
            <p:nvPr/>
          </p:nvSpPr>
          <p:spPr>
            <a:xfrm>
              <a:off x="6330629" y="442135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4" name="tx143"/>
            <p:cNvSpPr/>
            <p:nvPr/>
          </p:nvSpPr>
          <p:spPr>
            <a:xfrm>
              <a:off x="6330629" y="442135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5" name="tx144"/>
            <p:cNvSpPr/>
            <p:nvPr/>
          </p:nvSpPr>
          <p:spPr>
            <a:xfrm>
              <a:off x="6330629" y="442135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6" name="tx145"/>
            <p:cNvSpPr/>
            <p:nvPr/>
          </p:nvSpPr>
          <p:spPr>
            <a:xfrm>
              <a:off x="6330629" y="442135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7" name="tx146"/>
            <p:cNvSpPr/>
            <p:nvPr/>
          </p:nvSpPr>
          <p:spPr>
            <a:xfrm>
              <a:off x="6330629" y="442135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8" name="tx147"/>
            <p:cNvSpPr/>
            <p:nvPr/>
          </p:nvSpPr>
          <p:spPr>
            <a:xfrm>
              <a:off x="6330629" y="442135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9" name="tx148"/>
            <p:cNvSpPr/>
            <p:nvPr/>
          </p:nvSpPr>
          <p:spPr>
            <a:xfrm>
              <a:off x="6330629" y="4300760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0" name="tx149"/>
            <p:cNvSpPr/>
            <p:nvPr/>
          </p:nvSpPr>
          <p:spPr>
            <a:xfrm>
              <a:off x="6330629" y="4300760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1" name="tx150"/>
            <p:cNvSpPr/>
            <p:nvPr/>
          </p:nvSpPr>
          <p:spPr>
            <a:xfrm>
              <a:off x="6330629" y="4300760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2" name="tx151"/>
            <p:cNvSpPr/>
            <p:nvPr/>
          </p:nvSpPr>
          <p:spPr>
            <a:xfrm>
              <a:off x="6330629" y="4300760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3" name="tx152"/>
            <p:cNvSpPr/>
            <p:nvPr/>
          </p:nvSpPr>
          <p:spPr>
            <a:xfrm>
              <a:off x="6330629" y="4300760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4" name="tx153"/>
            <p:cNvSpPr/>
            <p:nvPr/>
          </p:nvSpPr>
          <p:spPr>
            <a:xfrm>
              <a:off x="6330629" y="4300760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5" name="tx154"/>
            <p:cNvSpPr/>
            <p:nvPr/>
          </p:nvSpPr>
          <p:spPr>
            <a:xfrm>
              <a:off x="6330629" y="4300760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6" name="tx155"/>
            <p:cNvSpPr/>
            <p:nvPr/>
          </p:nvSpPr>
          <p:spPr>
            <a:xfrm>
              <a:off x="6330629" y="4300760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7" name="tx156"/>
            <p:cNvSpPr/>
            <p:nvPr/>
          </p:nvSpPr>
          <p:spPr>
            <a:xfrm>
              <a:off x="6330629" y="4300760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8" name="tx157"/>
            <p:cNvSpPr/>
            <p:nvPr/>
          </p:nvSpPr>
          <p:spPr>
            <a:xfrm>
              <a:off x="6330629" y="4300760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9" name="tx158"/>
            <p:cNvSpPr/>
            <p:nvPr/>
          </p:nvSpPr>
          <p:spPr>
            <a:xfrm>
              <a:off x="6330629" y="4300760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0" name="tx159"/>
            <p:cNvSpPr/>
            <p:nvPr/>
          </p:nvSpPr>
          <p:spPr>
            <a:xfrm>
              <a:off x="6330629" y="4300760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1" name="tx160"/>
            <p:cNvSpPr/>
            <p:nvPr/>
          </p:nvSpPr>
          <p:spPr>
            <a:xfrm>
              <a:off x="6330629" y="4300760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2" name="tx161"/>
            <p:cNvSpPr/>
            <p:nvPr/>
          </p:nvSpPr>
          <p:spPr>
            <a:xfrm>
              <a:off x="6330629" y="4300760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3" name="tx162"/>
            <p:cNvSpPr/>
            <p:nvPr/>
          </p:nvSpPr>
          <p:spPr>
            <a:xfrm>
              <a:off x="6330629" y="4300760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4" name="tx163"/>
            <p:cNvSpPr/>
            <p:nvPr/>
          </p:nvSpPr>
          <p:spPr>
            <a:xfrm>
              <a:off x="6330629" y="4300760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5" name="tx164"/>
            <p:cNvSpPr/>
            <p:nvPr/>
          </p:nvSpPr>
          <p:spPr>
            <a:xfrm>
              <a:off x="6330629" y="4300760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6" name="tx165"/>
            <p:cNvSpPr/>
            <p:nvPr/>
          </p:nvSpPr>
          <p:spPr>
            <a:xfrm>
              <a:off x="6330629" y="4300760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7" name="tx166"/>
            <p:cNvSpPr/>
            <p:nvPr/>
          </p:nvSpPr>
          <p:spPr>
            <a:xfrm>
              <a:off x="6330629" y="4300760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8" name="tx167"/>
            <p:cNvSpPr/>
            <p:nvPr/>
          </p:nvSpPr>
          <p:spPr>
            <a:xfrm>
              <a:off x="6330629" y="4300760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9" name="tx168"/>
            <p:cNvSpPr/>
            <p:nvPr/>
          </p:nvSpPr>
          <p:spPr>
            <a:xfrm>
              <a:off x="6330629" y="4300760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70" name="tx169"/>
            <p:cNvSpPr/>
            <p:nvPr/>
          </p:nvSpPr>
          <p:spPr>
            <a:xfrm>
              <a:off x="6330629" y="4300760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71" name="tx170"/>
            <p:cNvSpPr/>
            <p:nvPr/>
          </p:nvSpPr>
          <p:spPr>
            <a:xfrm>
              <a:off x="6330629" y="4300760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72" name="tx171"/>
            <p:cNvSpPr/>
            <p:nvPr/>
          </p:nvSpPr>
          <p:spPr>
            <a:xfrm>
              <a:off x="6330629" y="4300760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73" name="tx172"/>
            <p:cNvSpPr/>
            <p:nvPr/>
          </p:nvSpPr>
          <p:spPr>
            <a:xfrm>
              <a:off x="6330629" y="418385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74" name="tx173"/>
            <p:cNvSpPr/>
            <p:nvPr/>
          </p:nvSpPr>
          <p:spPr>
            <a:xfrm>
              <a:off x="6330629" y="418385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75" name="tx174"/>
            <p:cNvSpPr/>
            <p:nvPr/>
          </p:nvSpPr>
          <p:spPr>
            <a:xfrm>
              <a:off x="6330629" y="418385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76" name="tx175"/>
            <p:cNvSpPr/>
            <p:nvPr/>
          </p:nvSpPr>
          <p:spPr>
            <a:xfrm>
              <a:off x="6330629" y="418385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77" name="tx176"/>
            <p:cNvSpPr/>
            <p:nvPr/>
          </p:nvSpPr>
          <p:spPr>
            <a:xfrm>
              <a:off x="6330629" y="418385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78" name="tx177"/>
            <p:cNvSpPr/>
            <p:nvPr/>
          </p:nvSpPr>
          <p:spPr>
            <a:xfrm>
              <a:off x="6330629" y="418385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79" name="tx178"/>
            <p:cNvSpPr/>
            <p:nvPr/>
          </p:nvSpPr>
          <p:spPr>
            <a:xfrm>
              <a:off x="6330629" y="418385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0" name="tx179"/>
            <p:cNvSpPr/>
            <p:nvPr/>
          </p:nvSpPr>
          <p:spPr>
            <a:xfrm>
              <a:off x="6330629" y="418385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1" name="tx180"/>
            <p:cNvSpPr/>
            <p:nvPr/>
          </p:nvSpPr>
          <p:spPr>
            <a:xfrm>
              <a:off x="6330629" y="418385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2" name="tx181"/>
            <p:cNvSpPr/>
            <p:nvPr/>
          </p:nvSpPr>
          <p:spPr>
            <a:xfrm>
              <a:off x="6330629" y="418385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3" name="tx182"/>
            <p:cNvSpPr/>
            <p:nvPr/>
          </p:nvSpPr>
          <p:spPr>
            <a:xfrm>
              <a:off x="6330629" y="418385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4" name="tx183"/>
            <p:cNvSpPr/>
            <p:nvPr/>
          </p:nvSpPr>
          <p:spPr>
            <a:xfrm>
              <a:off x="6330629" y="418385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5" name="tx184"/>
            <p:cNvSpPr/>
            <p:nvPr/>
          </p:nvSpPr>
          <p:spPr>
            <a:xfrm>
              <a:off x="6330629" y="418385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6" name="tx185"/>
            <p:cNvSpPr/>
            <p:nvPr/>
          </p:nvSpPr>
          <p:spPr>
            <a:xfrm>
              <a:off x="6330629" y="418385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7" name="tx186"/>
            <p:cNvSpPr/>
            <p:nvPr/>
          </p:nvSpPr>
          <p:spPr>
            <a:xfrm>
              <a:off x="6330629" y="418385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8" name="tx187"/>
            <p:cNvSpPr/>
            <p:nvPr/>
          </p:nvSpPr>
          <p:spPr>
            <a:xfrm>
              <a:off x="6330629" y="418385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9" name="tx188"/>
            <p:cNvSpPr/>
            <p:nvPr/>
          </p:nvSpPr>
          <p:spPr>
            <a:xfrm>
              <a:off x="6330629" y="418385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0" name="tx189"/>
            <p:cNvSpPr/>
            <p:nvPr/>
          </p:nvSpPr>
          <p:spPr>
            <a:xfrm>
              <a:off x="6330629" y="418385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1" name="tx190"/>
            <p:cNvSpPr/>
            <p:nvPr/>
          </p:nvSpPr>
          <p:spPr>
            <a:xfrm>
              <a:off x="6330629" y="418385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2" name="tx191"/>
            <p:cNvSpPr/>
            <p:nvPr/>
          </p:nvSpPr>
          <p:spPr>
            <a:xfrm>
              <a:off x="6330629" y="418385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3" name="tx192"/>
            <p:cNvSpPr/>
            <p:nvPr/>
          </p:nvSpPr>
          <p:spPr>
            <a:xfrm>
              <a:off x="6330629" y="418385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4" name="tx193"/>
            <p:cNvSpPr/>
            <p:nvPr/>
          </p:nvSpPr>
          <p:spPr>
            <a:xfrm>
              <a:off x="6330629" y="418385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5" name="tx194"/>
            <p:cNvSpPr/>
            <p:nvPr/>
          </p:nvSpPr>
          <p:spPr>
            <a:xfrm>
              <a:off x="6330629" y="418385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6" name="tx195"/>
            <p:cNvSpPr/>
            <p:nvPr/>
          </p:nvSpPr>
          <p:spPr>
            <a:xfrm>
              <a:off x="6330629" y="418385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7" name="rc196"/>
            <p:cNvSpPr/>
            <p:nvPr/>
          </p:nvSpPr>
          <p:spPr>
            <a:xfrm>
              <a:off x="793574" y="3769080"/>
              <a:ext cx="5348915" cy="39673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tx197"/>
            <p:cNvSpPr/>
            <p:nvPr/>
          </p:nvSpPr>
          <p:spPr>
            <a:xfrm>
              <a:off x="2591416" y="3881107"/>
              <a:ext cx="1753232" cy="1683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Vic Winter - 2025</a:t>
              </a:r>
            </a:p>
          </p:txBody>
        </p:sp>
        <p:sp>
          <p:nvSpPr>
            <p:cNvPr id="199" name="rc198"/>
            <p:cNvSpPr/>
            <p:nvPr/>
          </p:nvSpPr>
          <p:spPr>
            <a:xfrm>
              <a:off x="6325369" y="3769080"/>
              <a:ext cx="5348915" cy="39673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" name="tx199"/>
            <p:cNvSpPr/>
            <p:nvPr/>
          </p:nvSpPr>
          <p:spPr>
            <a:xfrm>
              <a:off x="8123211" y="3881107"/>
              <a:ext cx="1753232" cy="1683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Vic Winter - 2040</a:t>
              </a:r>
            </a:p>
          </p:txBody>
        </p:sp>
        <p:sp>
          <p:nvSpPr>
            <p:cNvPr id="201" name="rc200"/>
            <p:cNvSpPr/>
            <p:nvPr/>
          </p:nvSpPr>
          <p:spPr>
            <a:xfrm>
              <a:off x="793574" y="1899602"/>
              <a:ext cx="5348915" cy="39673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" name="tx201"/>
            <p:cNvSpPr/>
            <p:nvPr/>
          </p:nvSpPr>
          <p:spPr>
            <a:xfrm>
              <a:off x="2470697" y="1998459"/>
              <a:ext cx="1994668" cy="1814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Qld Summer - 2025</a:t>
              </a:r>
            </a:p>
          </p:txBody>
        </p:sp>
        <p:sp>
          <p:nvSpPr>
            <p:cNvPr id="203" name="rc202"/>
            <p:cNvSpPr/>
            <p:nvPr/>
          </p:nvSpPr>
          <p:spPr>
            <a:xfrm>
              <a:off x="6325369" y="1899602"/>
              <a:ext cx="5348915" cy="39673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" name="tx203"/>
            <p:cNvSpPr/>
            <p:nvPr/>
          </p:nvSpPr>
          <p:spPr>
            <a:xfrm>
              <a:off x="8002492" y="1998459"/>
              <a:ext cx="1994668" cy="1814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Qld Summer - 2040</a:t>
              </a:r>
            </a:p>
          </p:txBody>
        </p:sp>
        <p:sp>
          <p:nvSpPr>
            <p:cNvPr id="205" name="pl204"/>
            <p:cNvSpPr/>
            <p:nvPr/>
          </p:nvSpPr>
          <p:spPr>
            <a:xfrm>
              <a:off x="793574" y="5455677"/>
              <a:ext cx="5348915" cy="0"/>
            </a:xfrm>
            <a:custGeom>
              <a:avLst/>
              <a:pathLst>
                <a:path w="5348915" h="0">
                  <a:moveTo>
                    <a:pt x="0" y="0"/>
                  </a:moveTo>
                  <a:lnTo>
                    <a:pt x="5348915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5"/>
            <p:cNvSpPr/>
            <p:nvPr/>
          </p:nvSpPr>
          <p:spPr>
            <a:xfrm>
              <a:off x="798834" y="5455677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6"/>
            <p:cNvSpPr/>
            <p:nvPr/>
          </p:nvSpPr>
          <p:spPr>
            <a:xfrm>
              <a:off x="2628172" y="5455677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7"/>
            <p:cNvSpPr/>
            <p:nvPr/>
          </p:nvSpPr>
          <p:spPr>
            <a:xfrm>
              <a:off x="4457511" y="5455677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tx208"/>
            <p:cNvSpPr/>
            <p:nvPr/>
          </p:nvSpPr>
          <p:spPr>
            <a:xfrm>
              <a:off x="512916" y="5588082"/>
              <a:ext cx="571834" cy="164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12am</a:t>
              </a:r>
            </a:p>
          </p:txBody>
        </p:sp>
        <p:sp>
          <p:nvSpPr>
            <p:cNvPr id="210" name="tx209"/>
            <p:cNvSpPr/>
            <p:nvPr/>
          </p:nvSpPr>
          <p:spPr>
            <a:xfrm>
              <a:off x="2405823" y="5587636"/>
              <a:ext cx="444698" cy="164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8am</a:t>
              </a:r>
            </a:p>
          </p:txBody>
        </p:sp>
        <p:sp>
          <p:nvSpPr>
            <p:cNvPr id="211" name="tx210"/>
            <p:cNvSpPr/>
            <p:nvPr/>
          </p:nvSpPr>
          <p:spPr>
            <a:xfrm>
              <a:off x="4235162" y="5544550"/>
              <a:ext cx="444698" cy="2079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4pm</a:t>
              </a:r>
            </a:p>
          </p:txBody>
        </p:sp>
        <p:sp>
          <p:nvSpPr>
            <p:cNvPr id="212" name="pl211"/>
            <p:cNvSpPr/>
            <p:nvPr/>
          </p:nvSpPr>
          <p:spPr>
            <a:xfrm>
              <a:off x="6325369" y="5455677"/>
              <a:ext cx="5348915" cy="0"/>
            </a:xfrm>
            <a:custGeom>
              <a:avLst/>
              <a:pathLst>
                <a:path w="5348915" h="0">
                  <a:moveTo>
                    <a:pt x="0" y="0"/>
                  </a:moveTo>
                  <a:lnTo>
                    <a:pt x="5348915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2"/>
            <p:cNvSpPr/>
            <p:nvPr/>
          </p:nvSpPr>
          <p:spPr>
            <a:xfrm>
              <a:off x="6330629" y="5455677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3"/>
            <p:cNvSpPr/>
            <p:nvPr/>
          </p:nvSpPr>
          <p:spPr>
            <a:xfrm>
              <a:off x="8159967" y="5455677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4"/>
            <p:cNvSpPr/>
            <p:nvPr/>
          </p:nvSpPr>
          <p:spPr>
            <a:xfrm>
              <a:off x="9989306" y="5455677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tx215"/>
            <p:cNvSpPr/>
            <p:nvPr/>
          </p:nvSpPr>
          <p:spPr>
            <a:xfrm>
              <a:off x="6044711" y="5588082"/>
              <a:ext cx="571834" cy="164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12am</a:t>
              </a:r>
            </a:p>
          </p:txBody>
        </p:sp>
        <p:sp>
          <p:nvSpPr>
            <p:cNvPr id="217" name="tx216"/>
            <p:cNvSpPr/>
            <p:nvPr/>
          </p:nvSpPr>
          <p:spPr>
            <a:xfrm>
              <a:off x="7937618" y="5587636"/>
              <a:ext cx="444698" cy="164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8am</a:t>
              </a:r>
            </a:p>
          </p:txBody>
        </p:sp>
        <p:sp>
          <p:nvSpPr>
            <p:cNvPr id="218" name="tx217"/>
            <p:cNvSpPr/>
            <p:nvPr/>
          </p:nvSpPr>
          <p:spPr>
            <a:xfrm>
              <a:off x="9766957" y="5544550"/>
              <a:ext cx="444698" cy="2079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4pm</a:t>
              </a:r>
            </a:p>
          </p:txBody>
        </p:sp>
        <p:sp>
          <p:nvSpPr>
            <p:cNvPr id="219" name="tx218"/>
            <p:cNvSpPr/>
            <p:nvPr/>
          </p:nvSpPr>
          <p:spPr>
            <a:xfrm>
              <a:off x="373303" y="3503991"/>
              <a:ext cx="317785" cy="1641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20" name="tx219"/>
            <p:cNvSpPr/>
            <p:nvPr/>
          </p:nvSpPr>
          <p:spPr>
            <a:xfrm>
              <a:off x="373303" y="3187623"/>
              <a:ext cx="317785" cy="1646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221" name="tx220"/>
            <p:cNvSpPr/>
            <p:nvPr/>
          </p:nvSpPr>
          <p:spPr>
            <a:xfrm>
              <a:off x="373303" y="2871478"/>
              <a:ext cx="317785" cy="164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222" name="tx221"/>
            <p:cNvSpPr/>
            <p:nvPr/>
          </p:nvSpPr>
          <p:spPr>
            <a:xfrm>
              <a:off x="373303" y="2560022"/>
              <a:ext cx="317785" cy="160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223" name="tx222"/>
            <p:cNvSpPr/>
            <p:nvPr/>
          </p:nvSpPr>
          <p:spPr>
            <a:xfrm>
              <a:off x="373303" y="2239859"/>
              <a:ext cx="317785" cy="1646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1.6</a:t>
              </a:r>
            </a:p>
          </p:txBody>
        </p:sp>
        <p:sp>
          <p:nvSpPr>
            <p:cNvPr id="224" name="tx223"/>
            <p:cNvSpPr/>
            <p:nvPr/>
          </p:nvSpPr>
          <p:spPr>
            <a:xfrm>
              <a:off x="373303" y="5373468"/>
              <a:ext cx="317785" cy="1641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25" name="tx224"/>
            <p:cNvSpPr/>
            <p:nvPr/>
          </p:nvSpPr>
          <p:spPr>
            <a:xfrm>
              <a:off x="373303" y="5057100"/>
              <a:ext cx="317785" cy="1646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226" name="tx225"/>
            <p:cNvSpPr/>
            <p:nvPr/>
          </p:nvSpPr>
          <p:spPr>
            <a:xfrm>
              <a:off x="373303" y="4740956"/>
              <a:ext cx="317785" cy="164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227" name="tx226"/>
            <p:cNvSpPr/>
            <p:nvPr/>
          </p:nvSpPr>
          <p:spPr>
            <a:xfrm>
              <a:off x="373303" y="4429499"/>
              <a:ext cx="317785" cy="160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228" name="tx227"/>
            <p:cNvSpPr/>
            <p:nvPr/>
          </p:nvSpPr>
          <p:spPr>
            <a:xfrm>
              <a:off x="373303" y="4109336"/>
              <a:ext cx="317785" cy="1646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1.6</a:t>
              </a:r>
            </a:p>
          </p:txBody>
        </p:sp>
      </p:grpSp>
      <p:sp>
        <p:nvSpPr>
          <p:cNvPr id="229" name="Title 1"/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</p:spPr>
        <p:txBody>
          <a:bodyPr/>
          <a:lstStyle/>
          <a:p>
            <a:r>
              <a:rPr/>
              <a:t>Underlying electricity demand will change substantially over time</a:t>
            </a:r>
          </a:p>
        </p:txBody>
      </p:sp>
      <p:sp>
        <p:nvSpPr>
          <p:cNvPr id="230" name="Caption Placeholder 1"/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/>
          <a:lstStyle/>
          <a:p>
            <a:r>
              <a:rPr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2 Grattan PPT Colour Theme - FINAL">
      <a:dk1>
        <a:srgbClr val="000000"/>
      </a:dk1>
      <a:lt1>
        <a:srgbClr val="FFFFFF"/>
      </a:lt1>
      <a:dk2>
        <a:srgbClr val="D4582A"/>
      </a:dk2>
      <a:lt2>
        <a:srgbClr val="FFF3E6"/>
      </a:lt2>
      <a:accent1>
        <a:srgbClr val="EF7900"/>
      </a:accent1>
      <a:accent2>
        <a:srgbClr val="A1253E"/>
      </a:accent2>
      <a:accent3>
        <a:srgbClr val="611633"/>
      </a:accent3>
      <a:accent4>
        <a:srgbClr val="F5B50C"/>
      </a:accent4>
      <a:accent5>
        <a:srgbClr val="6A99C4"/>
      </a:accent5>
      <a:accent6>
        <a:srgbClr val="4371A1"/>
      </a:accent6>
      <a:hlink>
        <a:srgbClr val="EF7900"/>
      </a:hlink>
      <a:folHlink>
        <a:srgbClr val="D4582A"/>
      </a:folHlink>
    </a:clrScheme>
    <a:fontScheme name="Grattan Web Fonts">
      <a:majorFont>
        <a:latin typeface="DM Serif Display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sz="1600" dirty="0">
            <a:solidFill>
              <a:schemeClr val="accent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9055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Next LT Pro</vt:lpstr>
      <vt:lpstr>Calibri</vt:lpstr>
      <vt:lpstr>DM Serif Display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Insert title</dc:title>
  <dc:creator>Kat Clay</dc:creator>
  <cp:lastModifiedBy>bjjefferson</cp:lastModifiedBy>
  <cp:revision>271</cp:revision>
  <dcterms:created xsi:type="dcterms:W3CDTF">2022-05-20T01:54:03Z</dcterms:created>
  <dcterms:modified xsi:type="dcterms:W3CDTF">2025-08-05T18:35:40Z</dcterms:modified>
</cp:coreProperties>
</file>