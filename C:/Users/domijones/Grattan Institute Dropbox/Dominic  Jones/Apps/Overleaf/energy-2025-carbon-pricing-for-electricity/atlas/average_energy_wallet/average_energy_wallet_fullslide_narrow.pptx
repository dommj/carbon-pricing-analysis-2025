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94"/>
    <p:restoredTop sz="94694"/>
  </p:normalViewPr>
  <p:slideViewPr>
    <p:cSldViewPr snapToGrid="0" snapToObjects="1">
      <p:cViewPr varScale="1">
        <p:scale>
          <a:sx n="92" d="100"/>
          <a:sy n="92" d="100"/>
        </p:scale>
        <p:origin x="208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Dropbox/Dominic  Jones/Apps/Overleaf/energy-2025-carbon-pricing-for-electricity/atlas/average_energy_wallet/average_energy_wallet_fullslide_narrow.pptx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E07EA18-F774-5352-DF7D-C871920DBEBB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1894800" y="1807200"/>
            <a:ext cx="8402400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4" name="Caption Placeholder 1">
            <a:extLst>
              <a:ext uri="{FF2B5EF4-FFF2-40B4-BE49-F238E27FC236}">
                <a16:creationId xmlns:a16="http://schemas.microsoft.com/office/drawing/2014/main" id="{532C8F0A-0D9B-4C4D-CC2B-EEF1FA341C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794EEF-8416-F4A3-9441-5437A54F0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Average annual household energy costs in NEM states, by fuel source, 2025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1894800" y="1807200"/>
            <a:ext cx="8402400" cy="4284662"/>
            <a:chOff x="1894800" y="1807200"/>
            <a:chExt cx="8402400" cy="4284662"/>
          </a:xfrm>
        </p:grpSpPr>
        <p:sp>
          <p:nvSpPr>
            <p:cNvPr id="4" name="rc3"/>
            <p:cNvSpPr/>
            <p:nvPr/>
          </p:nvSpPr>
          <p:spPr>
            <a:xfrm>
              <a:off x="1894800" y="1807199"/>
              <a:ext cx="8402400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698309" y="1898639"/>
              <a:ext cx="7489162" cy="355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698309" y="5454714"/>
              <a:ext cx="7489162" cy="0"/>
            </a:xfrm>
            <a:custGeom>
              <a:avLst/>
              <a:pathLst>
                <a:path w="7489162" h="0">
                  <a:moveTo>
                    <a:pt x="0" y="0"/>
                  </a:moveTo>
                  <a:lnTo>
                    <a:pt x="7489162" y="0"/>
                  </a:lnTo>
                  <a:lnTo>
                    <a:pt x="7489162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698309" y="4341674"/>
              <a:ext cx="7489162" cy="0"/>
            </a:xfrm>
            <a:custGeom>
              <a:avLst/>
              <a:pathLst>
                <a:path w="7489162" h="0">
                  <a:moveTo>
                    <a:pt x="0" y="0"/>
                  </a:moveTo>
                  <a:lnTo>
                    <a:pt x="7489162" y="0"/>
                  </a:lnTo>
                  <a:lnTo>
                    <a:pt x="7489162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698309" y="3228634"/>
              <a:ext cx="7489162" cy="0"/>
            </a:xfrm>
            <a:custGeom>
              <a:avLst/>
              <a:pathLst>
                <a:path w="7489162" h="0">
                  <a:moveTo>
                    <a:pt x="0" y="0"/>
                  </a:moveTo>
                  <a:lnTo>
                    <a:pt x="7489162" y="0"/>
                  </a:lnTo>
                  <a:lnTo>
                    <a:pt x="7489162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698309" y="2115594"/>
              <a:ext cx="7489162" cy="0"/>
            </a:xfrm>
            <a:custGeom>
              <a:avLst/>
              <a:pathLst>
                <a:path w="7489162" h="0">
                  <a:moveTo>
                    <a:pt x="0" y="0"/>
                  </a:moveTo>
                  <a:lnTo>
                    <a:pt x="7489162" y="0"/>
                  </a:lnTo>
                  <a:lnTo>
                    <a:pt x="7489162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389726" y="3197952"/>
              <a:ext cx="2106327" cy="225676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5B50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7730090" y="4702488"/>
              <a:ext cx="2106327" cy="75222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EF79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3049363" y="1951192"/>
              <a:ext cx="2106327" cy="350352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A1253E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2341550" y="5332991"/>
              <a:ext cx="254272" cy="203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$0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896628" y="4212473"/>
              <a:ext cx="699194" cy="2111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$1,000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1896628" y="3099433"/>
              <a:ext cx="699194" cy="2111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$2,000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896628" y="1986393"/>
              <a:ext cx="699194" cy="2111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$3,000</a:t>
              </a:r>
            </a:p>
          </p:txBody>
        </p:sp>
        <p:sp>
          <p:nvSpPr>
            <p:cNvPr id="17" name="pl16"/>
            <p:cNvSpPr/>
            <p:nvPr/>
          </p:nvSpPr>
          <p:spPr>
            <a:xfrm>
              <a:off x="2698309" y="5454714"/>
              <a:ext cx="7489162" cy="0"/>
            </a:xfrm>
            <a:custGeom>
              <a:avLst/>
              <a:pathLst>
                <a:path w="7489162" h="0">
                  <a:moveTo>
                    <a:pt x="0" y="0"/>
                  </a:moveTo>
                  <a:lnTo>
                    <a:pt x="7489162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4102527" y="545471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6442890" y="545471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8783253" y="545471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3803940" y="5583212"/>
              <a:ext cx="597172" cy="1683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Petrol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53878" y="5538564"/>
              <a:ext cx="978024" cy="2129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Electricity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573629" y="5578524"/>
              <a:ext cx="419248" cy="173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Gas</a:t>
              </a:r>
            </a:p>
          </p:txBody>
        </p:sp>
      </p:grpSp>
      <p:sp>
        <p:nvSpPr>
          <p:cNvPr id="24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Electricity forms just part of total household energy costs</a:t>
            </a:r>
          </a:p>
        </p:txBody>
      </p:sp>
      <p:sp>
        <p:nvSpPr>
          <p:cNvPr id="25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
Source: Grattan Institute analaysis see app 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8876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bjjefferson</cp:lastModifiedBy>
  <cp:revision>269</cp:revision>
  <dcterms:created xsi:type="dcterms:W3CDTF">2022-05-20T01:54:03Z</dcterms:created>
  <dcterms:modified xsi:type="dcterms:W3CDTF">2025-08-12T13:38:11Z</dcterms:modified>
</cp:coreProperties>
</file>