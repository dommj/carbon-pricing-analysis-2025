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Jones/Apps/Overleaf/energy-2025-carbon-pricing-for-electricity/atlas/projected_nem_gas_supply_charges/projected_nem_gas_supply_charges_normal.pptx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Projected annual average NEM residential network charges ($2025)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91439"/>
              <a:ext cx="7255011" cy="44914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4582852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3319704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2056556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793408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  <a:lnTo>
                    <a:pt x="725501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42633" y="2777802"/>
              <a:ext cx="373328" cy="18050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357442" y="2722733"/>
              <a:ext cx="373328" cy="18601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772251" y="2650603"/>
              <a:ext cx="373328" cy="19322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187060" y="2552798"/>
              <a:ext cx="373328" cy="203005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601869" y="2451987"/>
              <a:ext cx="373328" cy="213086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016679" y="2326057"/>
              <a:ext cx="373328" cy="225679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431488" y="2218068"/>
              <a:ext cx="373328" cy="236478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846297" y="2092927"/>
              <a:ext cx="373328" cy="24899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4261106" y="1950772"/>
              <a:ext cx="373328" cy="263207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4675915" y="1791303"/>
              <a:ext cx="373328" cy="27915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5090724" y="1611097"/>
              <a:ext cx="373328" cy="297175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5505533" y="1397121"/>
              <a:ext cx="373328" cy="318573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5920343" y="1142711"/>
              <a:ext cx="373328" cy="344014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6335152" y="855149"/>
              <a:ext cx="373328" cy="37277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6749961" y="534594"/>
              <a:ext cx="373328" cy="404825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7164770" y="157815"/>
              <a:ext cx="373328" cy="44250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56101" y="44611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3197981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828" y="1934833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$400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828" y="671686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$600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612860" y="4582852"/>
              <a:ext cx="7255011" cy="0"/>
            </a:xfrm>
            <a:custGeom>
              <a:avLst/>
              <a:pathLst>
                <a:path w="7255011" h="0">
                  <a:moveTo>
                    <a:pt x="0" y="0"/>
                  </a:moveTo>
                  <a:lnTo>
                    <a:pt x="725501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129297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03343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277388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7351434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875024" y="47149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949070" y="47149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023116" y="47149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097161" y="4714922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2040</a:t>
              </a:r>
            </a:p>
          </p:txBody>
        </p:sp>
      </p:grp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Residential gas network charges are set to rise rapidly</a:t>
            </a:r>
          </a:p>
        </p:txBody>
      </p:sp>
      <p:sp>
        <p:nvSpPr>
          <p:cNvPr id="40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37</cp:revision>
  <dcterms:created xsi:type="dcterms:W3CDTF">2019-02-12T04:35:04Z</dcterms:created>
  <dcterms:modified xsi:type="dcterms:W3CDTF">2025-08-05T18:35:27Z</dcterms:modified>
</cp:coreProperties>
</file>