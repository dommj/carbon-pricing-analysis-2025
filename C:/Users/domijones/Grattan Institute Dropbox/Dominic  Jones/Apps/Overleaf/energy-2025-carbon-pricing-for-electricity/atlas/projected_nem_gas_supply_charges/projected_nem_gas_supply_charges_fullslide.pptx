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94653"/>
  </p:normalViewPr>
  <p:slideViewPr>
    <p:cSldViewPr snapToGrid="0" snapToObjects="1">
      <p:cViewPr varScale="1">
        <p:scale>
          <a:sx n="121" d="100"/>
          <a:sy n="121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7" Type="http://schemas.microsoft.com/office/2018/10/relationships/authors" Target="author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8" Type="http://schemas.openxmlformats.org/officeDocument/2006/relationships/slide" Target="slides/slide1.xml"/>
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Dropbox/Dominic  Jones/Apps/Overleaf/energy-2025-carbon-pricing-for-electricity/atlas/projected_nem_gas_supply_charges/projected_nem_gas_supply_charges_fullslide.pptx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DDA1B1-E990-1373-D6AB-EF6EEB4045C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1475" y="1808163"/>
            <a:ext cx="11412538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7" name="Caption Placeholder 1">
            <a:extLst>
              <a:ext uri="{FF2B5EF4-FFF2-40B4-BE49-F238E27FC236}">
                <a16:creationId xmlns:a16="http://schemas.microsoft.com/office/drawing/2014/main" id="{0B68B2F7-35DA-8DD2-1D07-9D280795C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2EC199-2580-9D84-9E72-CE7324DB7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3/4/2025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rPr/>
              <a:t>Projected annual average NEM residential network charges ($2025)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371475" y="1808163"/>
            <a:ext cx="11412538" cy="4284662"/>
            <a:chOff x="371475" y="1808163"/>
            <a:chExt cx="11412538" cy="4284662"/>
          </a:xfrm>
        </p:grpSpPr>
        <p:sp>
          <p:nvSpPr>
            <p:cNvPr id="4" name="rc3"/>
            <p:cNvSpPr/>
            <p:nvPr/>
          </p:nvSpPr>
          <p:spPr>
            <a:xfrm>
              <a:off x="371475" y="1808162"/>
              <a:ext cx="11412538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84335" y="1899602"/>
              <a:ext cx="10689949" cy="35560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984335" y="5455677"/>
              <a:ext cx="10689949" cy="0"/>
            </a:xfrm>
            <a:custGeom>
              <a:avLst/>
              <a:pathLst>
                <a:path w="10689949" h="0">
                  <a:moveTo>
                    <a:pt x="0" y="0"/>
                  </a:moveTo>
                  <a:lnTo>
                    <a:pt x="10689949" y="0"/>
                  </a:lnTo>
                  <a:lnTo>
                    <a:pt x="10689949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984335" y="4455580"/>
              <a:ext cx="10689949" cy="0"/>
            </a:xfrm>
            <a:custGeom>
              <a:avLst/>
              <a:pathLst>
                <a:path w="10689949" h="0">
                  <a:moveTo>
                    <a:pt x="0" y="0"/>
                  </a:moveTo>
                  <a:lnTo>
                    <a:pt x="10689949" y="0"/>
                  </a:lnTo>
                  <a:lnTo>
                    <a:pt x="10689949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984335" y="3455483"/>
              <a:ext cx="10689949" cy="0"/>
            </a:xfrm>
            <a:custGeom>
              <a:avLst/>
              <a:pathLst>
                <a:path w="10689949" h="0">
                  <a:moveTo>
                    <a:pt x="0" y="0"/>
                  </a:moveTo>
                  <a:lnTo>
                    <a:pt x="10689949" y="0"/>
                  </a:lnTo>
                  <a:lnTo>
                    <a:pt x="10689949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984335" y="2455386"/>
              <a:ext cx="10689949" cy="0"/>
            </a:xfrm>
            <a:custGeom>
              <a:avLst/>
              <a:pathLst>
                <a:path w="10689949" h="0">
                  <a:moveTo>
                    <a:pt x="0" y="0"/>
                  </a:moveTo>
                  <a:lnTo>
                    <a:pt x="10689949" y="0"/>
                  </a:lnTo>
                  <a:lnTo>
                    <a:pt x="10689949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1470241" y="4026529"/>
              <a:ext cx="550083" cy="142914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2081445" y="3982929"/>
              <a:ext cx="550083" cy="147274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2692649" y="3925819"/>
              <a:ext cx="550083" cy="152985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3303852" y="3848382"/>
              <a:ext cx="550083" cy="160729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3915056" y="3768566"/>
              <a:ext cx="550083" cy="168711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4526259" y="3668860"/>
              <a:ext cx="550083" cy="178681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5137463" y="3583360"/>
              <a:ext cx="550083" cy="187231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5748666" y="3484280"/>
              <a:ext cx="550083" cy="197139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6359870" y="3371728"/>
              <a:ext cx="550083" cy="208394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6971073" y="3245469"/>
              <a:ext cx="550083" cy="221020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7582277" y="3102791"/>
              <a:ext cx="550083" cy="235288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8193480" y="2933376"/>
              <a:ext cx="550083" cy="252230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8804684" y="2731946"/>
              <a:ext cx="550083" cy="272373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9415887" y="2504269"/>
              <a:ext cx="550083" cy="295140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10027091" y="2250470"/>
              <a:ext cx="550083" cy="320520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10638295" y="1952155"/>
              <a:ext cx="550083" cy="350352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>
              <a:off x="627576" y="5333954"/>
              <a:ext cx="254272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373303" y="4333857"/>
              <a:ext cx="508545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$200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373303" y="3333760"/>
              <a:ext cx="508545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$400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73303" y="2333663"/>
              <a:ext cx="508545" cy="2037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$600</a:t>
              </a:r>
            </a:p>
          </p:txBody>
        </p:sp>
        <p:sp>
          <p:nvSpPr>
            <p:cNvPr id="30" name="pl29"/>
            <p:cNvSpPr/>
            <p:nvPr/>
          </p:nvSpPr>
          <p:spPr>
            <a:xfrm>
              <a:off x="984335" y="5455677"/>
              <a:ext cx="10689949" cy="0"/>
            </a:xfrm>
            <a:custGeom>
              <a:avLst/>
              <a:pathLst>
                <a:path w="10689949" h="0">
                  <a:moveTo>
                    <a:pt x="0" y="0"/>
                  </a:moveTo>
                  <a:lnTo>
                    <a:pt x="10689949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745283" y="5455677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4801301" y="5455677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7857318" y="5455677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10913336" y="5455677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tx34"/>
            <p:cNvSpPr/>
            <p:nvPr/>
          </p:nvSpPr>
          <p:spPr>
            <a:xfrm>
              <a:off x="1491010" y="5587747"/>
              <a:ext cx="508545" cy="164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2025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4547028" y="5587747"/>
              <a:ext cx="508545" cy="164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2030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7603046" y="5587747"/>
              <a:ext cx="508545" cy="164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2035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10659063" y="5587747"/>
              <a:ext cx="508545" cy="1647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2040</a:t>
              </a:r>
            </a:p>
          </p:txBody>
        </p:sp>
      </p:grpSp>
      <p:sp>
        <p:nvSpPr>
          <p:cNvPr id="39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Residential gas network charges are set to rise rapidly</a:t>
            </a:r>
          </a:p>
        </p:txBody>
      </p:sp>
      <p:sp>
        <p:nvSpPr>
          <p:cNvPr id="40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9055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>bjjefferson</cp:lastModifiedBy>
  <cp:revision>271</cp:revision>
  <dcterms:created xsi:type="dcterms:W3CDTF">2022-05-20T01:54:03Z</dcterms:created>
  <dcterms:modified xsi:type="dcterms:W3CDTF">2025-08-05T18:35:27Z</dcterms:modified>
</cp:coreProperties>
</file>