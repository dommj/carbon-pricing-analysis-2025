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8"/>
  </p:notesMasterIdLst>
  <p:sldIdLst>
    <p:sldId id="256" r:id="rId2"/>
    <p:sldId id="257" r:id="rId7"/>
  </p:sldIdLst>
  <p:sldSz cx="15955963" cy="79771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46" d="100"/>
          <a:sy n="46" d="100"/>
        </p:scale>
        <p:origin x="325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presProps" Target="presProp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tableStyles" Target="tableStyles.xml"/>
<Relationship Id="rId5" Type="http://schemas.openxmlformats.org/officeDocument/2006/relationships/theme" Target="theme/theme1.xml"/>
<Relationship Id="rId4" Type="http://schemas.openxmlformats.org/officeDocument/2006/relationships/viewProps" Target="viewProps.xml"/>
<Relationship Id="rId7" Type="http://schemas.openxmlformats.org/officeDocument/2006/relationships/slide" Target="slides/slide2.xml"/>
<Relationship Id="rId8" Type="http://schemas.openxmlformats.org/officeDocument/2006/relationships/notesMaster" Target="notesMasters/notesMaster1.xml"/>
</Relationships>

</file>

<file path=ppt/notesMasters/_rels/notesMaster1.xml.rels><?xml version="1.0" encoding="UTF-8" standalone="yes"?>

<Relationships  xmlns="http://schemas.openxmlformats.org/package/2006/relationships">
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1" Type="http://schemas.openxmlformats.org/officeDocument/2006/relationships/notesMaster" Target="../notesMasters/notesMaster1.xml"/>
<Relationship Id="rId2" Type="http://schemas.openxmlformats.org/officeDocument/2006/relationships/slide" Target="../slides/slide2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Dropbox/Dominic  Jones/Apps/Overleaf/energy-2025-carbon-pricing-for-electricity/atlas/average_demand_shape_over_time/average_demand_shape_over_time_fullpage.pptx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94496" y="1305527"/>
            <a:ext cx="11966972" cy="2777243"/>
          </a:xfrm>
        </p:spPr>
        <p:txBody>
          <a:bodyPr anchor="b"/>
          <a:lstStyle>
            <a:lvl1pPr algn="ctr"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94496" y="4189871"/>
            <a:ext cx="11966972" cy="1925973"/>
          </a:xfrm>
        </p:spPr>
        <p:txBody>
          <a:bodyPr/>
          <a:lstStyle>
            <a:lvl1pPr marL="0" indent="0" algn="ctr">
              <a:buNone/>
              <a:defRPr sz="2792"/>
            </a:lvl1pPr>
            <a:lvl2pPr marL="531815" indent="0" algn="ctr">
              <a:buNone/>
              <a:defRPr sz="2326"/>
            </a:lvl2pPr>
            <a:lvl3pPr marL="1063630" indent="0" algn="ctr">
              <a:buNone/>
              <a:defRPr sz="2094"/>
            </a:lvl3pPr>
            <a:lvl4pPr marL="1595445" indent="0" algn="ctr">
              <a:buNone/>
              <a:defRPr sz="1861"/>
            </a:lvl4pPr>
            <a:lvl5pPr marL="2127260" indent="0" algn="ctr">
              <a:buNone/>
              <a:defRPr sz="1861"/>
            </a:lvl5pPr>
            <a:lvl6pPr marL="2659075" indent="0" algn="ctr">
              <a:buNone/>
              <a:defRPr sz="1861"/>
            </a:lvl6pPr>
            <a:lvl7pPr marL="3190890" indent="0" algn="ctr">
              <a:buNone/>
              <a:defRPr sz="1861"/>
            </a:lvl7pPr>
            <a:lvl8pPr marL="3722705" indent="0" algn="ctr">
              <a:buNone/>
              <a:defRPr sz="1861"/>
            </a:lvl8pPr>
            <a:lvl9pPr marL="4254520" indent="0" algn="ctr">
              <a:buNone/>
              <a:defRPr sz="1861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2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62" y="1988758"/>
            <a:ext cx="13762018" cy="3318288"/>
          </a:xfrm>
        </p:spPr>
        <p:txBody>
          <a:bodyPr anchor="b"/>
          <a:lstStyle>
            <a:lvl1pPr>
              <a:defRPr sz="69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62" y="5338439"/>
            <a:ext cx="13762018" cy="1745009"/>
          </a:xfrm>
        </p:spPr>
        <p:txBody>
          <a:bodyPr/>
          <a:lstStyle>
            <a:lvl1pPr marL="0" indent="0">
              <a:buNone/>
              <a:defRPr sz="2792">
                <a:solidFill>
                  <a:schemeClr val="tx1">
                    <a:tint val="75000"/>
                  </a:schemeClr>
                </a:solidFill>
              </a:defRPr>
            </a:lvl1pPr>
            <a:lvl2pPr marL="531815" indent="0">
              <a:buNone/>
              <a:defRPr sz="2326">
                <a:solidFill>
                  <a:schemeClr val="tx1">
                    <a:tint val="75000"/>
                  </a:schemeClr>
                </a:solidFill>
              </a:defRPr>
            </a:lvl2pPr>
            <a:lvl3pPr marL="1063630" indent="0">
              <a:buNone/>
              <a:defRPr sz="2094">
                <a:solidFill>
                  <a:schemeClr val="tx1">
                    <a:tint val="75000"/>
                  </a:schemeClr>
                </a:solidFill>
              </a:defRPr>
            </a:lvl3pPr>
            <a:lvl4pPr marL="159544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4pPr>
            <a:lvl5pPr marL="212726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5pPr>
            <a:lvl6pPr marL="265907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6pPr>
            <a:lvl7pPr marL="319089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7pPr>
            <a:lvl8pPr marL="3722705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8pPr>
            <a:lvl9pPr marL="4254520" indent="0">
              <a:buNone/>
              <a:defRPr sz="18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17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15955200" cy="79776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D38CE8C8-8AEA-56B1-3B41-9467B20BEDF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2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550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0693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327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73" y="424712"/>
            <a:ext cx="13762018" cy="15418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73" y="2123557"/>
            <a:ext cx="13762018" cy="50614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72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5413" y="7393672"/>
            <a:ext cx="5385138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68899" y="7393672"/>
            <a:ext cx="3590092" cy="4247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8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</p:sldLayoutIdLst>
  <p:txStyles>
    <p:titleStyle>
      <a:lvl1pPr algn="l" defTabSz="106363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5908" indent="-265908" algn="l" defTabSz="1063630" rtl="0" eaLnBrk="1" latinLnBrk="0" hangingPunct="1">
        <a:lnSpc>
          <a:spcPct val="90000"/>
        </a:lnSpc>
        <a:spcBef>
          <a:spcPts val="116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772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32953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6135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39316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92498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45679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988613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520428" indent="-265908" algn="l" defTabSz="1063630" rtl="0" eaLnBrk="1" latinLnBrk="0" hangingPunct="1">
        <a:lnSpc>
          <a:spcPct val="90000"/>
        </a:lnSpc>
        <a:spcBef>
          <a:spcPts val="582"/>
        </a:spcBef>
        <a:buFont typeface="Arial" panose="020B0604020202020204" pitchFamily="34" charset="0"/>
        <a:buChar char="•"/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1pPr>
      <a:lvl2pPr marL="53181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2pPr>
      <a:lvl3pPr marL="106363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3pPr>
      <a:lvl4pPr marL="159544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4pPr>
      <a:lvl5pPr marL="212726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5pPr>
      <a:lvl6pPr marL="265907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6pPr>
      <a:lvl7pPr marL="319089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7pPr>
      <a:lvl8pPr marL="3722705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8pPr>
      <a:lvl9pPr marL="4254520" algn="l" defTabSz="1063630" rtl="0" eaLnBrk="1" latinLnBrk="0" hangingPunct="1">
        <a:defRPr sz="2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notesSlide" Target="../notesSlides/notes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8729" y="1686081"/>
            <a:ext cx="7758504" cy="23833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6902" y="4233113"/>
            <a:ext cx="6845739" cy="165280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-1" y="-1212767"/>
            <a:ext cx="15955963" cy="1015060"/>
          </a:xfrm>
        </p:spPr>
        <p:txBody>
          <a:bodyPr/>
          <a:lstStyle/>
          <a:p>
            <a:r>
              <a:rPr/>
              <a:t>Power (kilowatts)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15955200" cy="7977600"/>
            <a:chOff x="0" y="0"/>
            <a:chExt cx="15955200" cy="79776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15955200" cy="797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22099" y="488172"/>
              <a:ext cx="76202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22099" y="3624506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22099" y="2856336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22099" y="2088167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22099" y="1319998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22099" y="551828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422099" y="1073560"/>
              <a:ext cx="7507631" cy="2550945"/>
            </a:xfrm>
            <a:custGeom>
              <a:avLst/>
              <a:pathLst>
                <a:path w="7507631" h="2550945">
                  <a:moveTo>
                    <a:pt x="7492" y="1488823"/>
                  </a:moveTo>
                  <a:lnTo>
                    <a:pt x="14985" y="1492293"/>
                  </a:lnTo>
                  <a:lnTo>
                    <a:pt x="325767" y="1636195"/>
                  </a:lnTo>
                  <a:lnTo>
                    <a:pt x="333259" y="1639665"/>
                  </a:lnTo>
                  <a:lnTo>
                    <a:pt x="340752" y="1641450"/>
                  </a:lnTo>
                  <a:lnTo>
                    <a:pt x="651534" y="1715484"/>
                  </a:lnTo>
                  <a:lnTo>
                    <a:pt x="659027" y="1717268"/>
                  </a:lnTo>
                  <a:lnTo>
                    <a:pt x="666519" y="1717541"/>
                  </a:lnTo>
                  <a:lnTo>
                    <a:pt x="977301" y="1728854"/>
                  </a:lnTo>
                  <a:lnTo>
                    <a:pt x="984794" y="1729127"/>
                  </a:lnTo>
                  <a:lnTo>
                    <a:pt x="992286" y="1730008"/>
                  </a:lnTo>
                  <a:lnTo>
                    <a:pt x="1303068" y="1766562"/>
                  </a:lnTo>
                  <a:lnTo>
                    <a:pt x="1310561" y="1767443"/>
                  </a:lnTo>
                  <a:lnTo>
                    <a:pt x="1318054" y="1766979"/>
                  </a:lnTo>
                  <a:lnTo>
                    <a:pt x="1628836" y="1747740"/>
                  </a:lnTo>
                  <a:lnTo>
                    <a:pt x="1636328" y="1747276"/>
                  </a:lnTo>
                  <a:lnTo>
                    <a:pt x="1643821" y="1742340"/>
                  </a:lnTo>
                  <a:lnTo>
                    <a:pt x="1954603" y="1537598"/>
                  </a:lnTo>
                  <a:lnTo>
                    <a:pt x="1962096" y="1532662"/>
                  </a:lnTo>
                  <a:lnTo>
                    <a:pt x="1969588" y="1526098"/>
                  </a:lnTo>
                  <a:lnTo>
                    <a:pt x="2280370" y="1253863"/>
                  </a:lnTo>
                  <a:lnTo>
                    <a:pt x="2287863" y="1247299"/>
                  </a:lnTo>
                  <a:lnTo>
                    <a:pt x="2295355" y="1241234"/>
                  </a:lnTo>
                  <a:lnTo>
                    <a:pt x="2606137" y="989651"/>
                  </a:lnTo>
                  <a:lnTo>
                    <a:pt x="2613630" y="983586"/>
                  </a:lnTo>
                  <a:lnTo>
                    <a:pt x="2621123" y="977789"/>
                  </a:lnTo>
                  <a:lnTo>
                    <a:pt x="2931905" y="737346"/>
                  </a:lnTo>
                  <a:lnTo>
                    <a:pt x="2939397" y="731549"/>
                  </a:lnTo>
                  <a:lnTo>
                    <a:pt x="2946890" y="724776"/>
                  </a:lnTo>
                  <a:lnTo>
                    <a:pt x="3257672" y="443834"/>
                  </a:lnTo>
                  <a:lnTo>
                    <a:pt x="3265164" y="437061"/>
                  </a:lnTo>
                  <a:lnTo>
                    <a:pt x="3272657" y="433621"/>
                  </a:lnTo>
                  <a:lnTo>
                    <a:pt x="3583439" y="290921"/>
                  </a:lnTo>
                  <a:lnTo>
                    <a:pt x="3590932" y="287481"/>
                  </a:lnTo>
                  <a:lnTo>
                    <a:pt x="3598424" y="287066"/>
                  </a:lnTo>
                  <a:lnTo>
                    <a:pt x="3909206" y="269860"/>
                  </a:lnTo>
                  <a:lnTo>
                    <a:pt x="3916699" y="269445"/>
                  </a:lnTo>
                  <a:lnTo>
                    <a:pt x="3924192" y="269994"/>
                  </a:lnTo>
                  <a:lnTo>
                    <a:pt x="4234974" y="292766"/>
                  </a:lnTo>
                  <a:lnTo>
                    <a:pt x="4242466" y="293315"/>
                  </a:lnTo>
                  <a:lnTo>
                    <a:pt x="4249959" y="293757"/>
                  </a:lnTo>
                  <a:lnTo>
                    <a:pt x="4560741" y="312110"/>
                  </a:lnTo>
                  <a:lnTo>
                    <a:pt x="4568233" y="312552"/>
                  </a:lnTo>
                  <a:lnTo>
                    <a:pt x="4575726" y="312074"/>
                  </a:lnTo>
                  <a:lnTo>
                    <a:pt x="4886508" y="292235"/>
                  </a:lnTo>
                  <a:lnTo>
                    <a:pt x="4894001" y="291757"/>
                  </a:lnTo>
                  <a:lnTo>
                    <a:pt x="4901493" y="291648"/>
                  </a:lnTo>
                  <a:lnTo>
                    <a:pt x="5212275" y="287160"/>
                  </a:lnTo>
                  <a:lnTo>
                    <a:pt x="5219768" y="287051"/>
                  </a:lnTo>
                  <a:lnTo>
                    <a:pt x="5227261" y="284506"/>
                  </a:lnTo>
                  <a:lnTo>
                    <a:pt x="5538042" y="178939"/>
                  </a:lnTo>
                  <a:lnTo>
                    <a:pt x="5545535" y="176394"/>
                  </a:lnTo>
                  <a:lnTo>
                    <a:pt x="5553028" y="172337"/>
                  </a:lnTo>
                  <a:lnTo>
                    <a:pt x="5863810" y="4057"/>
                  </a:lnTo>
                  <a:lnTo>
                    <a:pt x="5871302" y="0"/>
                  </a:lnTo>
                  <a:lnTo>
                    <a:pt x="5878795" y="1882"/>
                  </a:lnTo>
                  <a:lnTo>
                    <a:pt x="6189577" y="79978"/>
                  </a:lnTo>
                  <a:lnTo>
                    <a:pt x="6197070" y="81861"/>
                  </a:lnTo>
                  <a:lnTo>
                    <a:pt x="6204562" y="87361"/>
                  </a:lnTo>
                  <a:lnTo>
                    <a:pt x="6515344" y="315511"/>
                  </a:lnTo>
                  <a:lnTo>
                    <a:pt x="6522837" y="321011"/>
                  </a:lnTo>
                  <a:lnTo>
                    <a:pt x="6530329" y="329930"/>
                  </a:lnTo>
                  <a:lnTo>
                    <a:pt x="6841111" y="699865"/>
                  </a:lnTo>
                  <a:lnTo>
                    <a:pt x="6848604" y="708784"/>
                  </a:lnTo>
                  <a:lnTo>
                    <a:pt x="6856097" y="715042"/>
                  </a:lnTo>
                  <a:lnTo>
                    <a:pt x="7166879" y="974638"/>
                  </a:lnTo>
                  <a:lnTo>
                    <a:pt x="7174371" y="980896"/>
                  </a:lnTo>
                  <a:lnTo>
                    <a:pt x="7181864" y="987158"/>
                  </a:lnTo>
                  <a:lnTo>
                    <a:pt x="7492646" y="1246901"/>
                  </a:lnTo>
                  <a:lnTo>
                    <a:pt x="7500139" y="1253164"/>
                  </a:lnTo>
                  <a:lnTo>
                    <a:pt x="7507631" y="2550945"/>
                  </a:lnTo>
                  <a:lnTo>
                    <a:pt x="7500139" y="1277450"/>
                  </a:lnTo>
                  <a:lnTo>
                    <a:pt x="7492646" y="1271271"/>
                  </a:lnTo>
                  <a:lnTo>
                    <a:pt x="7181864" y="1014965"/>
                  </a:lnTo>
                  <a:lnTo>
                    <a:pt x="7174371" y="1008786"/>
                  </a:lnTo>
                  <a:lnTo>
                    <a:pt x="7166879" y="1002614"/>
                  </a:lnTo>
                  <a:lnTo>
                    <a:pt x="6856097" y="746598"/>
                  </a:lnTo>
                  <a:lnTo>
                    <a:pt x="6848604" y="740426"/>
                  </a:lnTo>
                  <a:lnTo>
                    <a:pt x="6841111" y="731537"/>
                  </a:lnTo>
                  <a:lnTo>
                    <a:pt x="6530329" y="362852"/>
                  </a:lnTo>
                  <a:lnTo>
                    <a:pt x="6522837" y="353964"/>
                  </a:lnTo>
                  <a:lnTo>
                    <a:pt x="6515344" y="348418"/>
                  </a:lnTo>
                  <a:lnTo>
                    <a:pt x="6204562" y="118404"/>
                  </a:lnTo>
                  <a:lnTo>
                    <a:pt x="6197070" y="112859"/>
                  </a:lnTo>
                  <a:lnTo>
                    <a:pt x="6189577" y="110882"/>
                  </a:lnTo>
                  <a:lnTo>
                    <a:pt x="5878795" y="28881"/>
                  </a:lnTo>
                  <a:lnTo>
                    <a:pt x="5871302" y="26904"/>
                  </a:lnTo>
                  <a:lnTo>
                    <a:pt x="5863810" y="30881"/>
                  </a:lnTo>
                  <a:lnTo>
                    <a:pt x="5553028" y="195829"/>
                  </a:lnTo>
                  <a:lnTo>
                    <a:pt x="5545535" y="199806"/>
                  </a:lnTo>
                  <a:lnTo>
                    <a:pt x="5538042" y="202302"/>
                  </a:lnTo>
                  <a:lnTo>
                    <a:pt x="5227261" y="305839"/>
                  </a:lnTo>
                  <a:lnTo>
                    <a:pt x="5219768" y="308335"/>
                  </a:lnTo>
                  <a:lnTo>
                    <a:pt x="5212275" y="308436"/>
                  </a:lnTo>
                  <a:lnTo>
                    <a:pt x="4901493" y="312606"/>
                  </a:lnTo>
                  <a:lnTo>
                    <a:pt x="4894001" y="312707"/>
                  </a:lnTo>
                  <a:lnTo>
                    <a:pt x="4886508" y="313194"/>
                  </a:lnTo>
                  <a:lnTo>
                    <a:pt x="4575726" y="333410"/>
                  </a:lnTo>
                  <a:lnTo>
                    <a:pt x="4568233" y="333897"/>
                  </a:lnTo>
                  <a:lnTo>
                    <a:pt x="4560741" y="333479"/>
                  </a:lnTo>
                  <a:lnTo>
                    <a:pt x="4249959" y="316126"/>
                  </a:lnTo>
                  <a:lnTo>
                    <a:pt x="4242466" y="315708"/>
                  </a:lnTo>
                  <a:lnTo>
                    <a:pt x="4234974" y="315177"/>
                  </a:lnTo>
                  <a:lnTo>
                    <a:pt x="3924192" y="293165"/>
                  </a:lnTo>
                  <a:lnTo>
                    <a:pt x="3916699" y="292634"/>
                  </a:lnTo>
                  <a:lnTo>
                    <a:pt x="3909206" y="293051"/>
                  </a:lnTo>
                  <a:lnTo>
                    <a:pt x="3598424" y="310338"/>
                  </a:lnTo>
                  <a:lnTo>
                    <a:pt x="3590932" y="310755"/>
                  </a:lnTo>
                  <a:lnTo>
                    <a:pt x="3583439" y="314167"/>
                  </a:lnTo>
                  <a:lnTo>
                    <a:pt x="3272657" y="455676"/>
                  </a:lnTo>
                  <a:lnTo>
                    <a:pt x="3265164" y="459088"/>
                  </a:lnTo>
                  <a:lnTo>
                    <a:pt x="3257672" y="465788"/>
                  </a:lnTo>
                  <a:lnTo>
                    <a:pt x="2946890" y="743711"/>
                  </a:lnTo>
                  <a:lnTo>
                    <a:pt x="2939397" y="750411"/>
                  </a:lnTo>
                  <a:lnTo>
                    <a:pt x="2931905" y="756112"/>
                  </a:lnTo>
                  <a:lnTo>
                    <a:pt x="2621123" y="992573"/>
                  </a:lnTo>
                  <a:lnTo>
                    <a:pt x="2613630" y="998273"/>
                  </a:lnTo>
                  <a:lnTo>
                    <a:pt x="2606137" y="1004242"/>
                  </a:lnTo>
                  <a:lnTo>
                    <a:pt x="2295355" y="1251799"/>
                  </a:lnTo>
                  <a:lnTo>
                    <a:pt x="2287863" y="1257768"/>
                  </a:lnTo>
                  <a:lnTo>
                    <a:pt x="2280370" y="1264264"/>
                  </a:lnTo>
                  <a:lnTo>
                    <a:pt x="1969588" y="1533720"/>
                  </a:lnTo>
                  <a:lnTo>
                    <a:pt x="1962096" y="1540216"/>
                  </a:lnTo>
                  <a:lnTo>
                    <a:pt x="1954603" y="1545132"/>
                  </a:lnTo>
                  <a:lnTo>
                    <a:pt x="1643821" y="1749041"/>
                  </a:lnTo>
                  <a:lnTo>
                    <a:pt x="1636328" y="1753957"/>
                  </a:lnTo>
                  <a:lnTo>
                    <a:pt x="1628836" y="1754450"/>
                  </a:lnTo>
                  <a:lnTo>
                    <a:pt x="1318054" y="1774927"/>
                  </a:lnTo>
                  <a:lnTo>
                    <a:pt x="1310561" y="1775421"/>
                  </a:lnTo>
                  <a:lnTo>
                    <a:pt x="1303068" y="1774609"/>
                  </a:lnTo>
                  <a:lnTo>
                    <a:pt x="992286" y="1740923"/>
                  </a:lnTo>
                  <a:lnTo>
                    <a:pt x="984794" y="1740111"/>
                  </a:lnTo>
                  <a:lnTo>
                    <a:pt x="977301" y="1739925"/>
                  </a:lnTo>
                  <a:lnTo>
                    <a:pt x="666519" y="1732210"/>
                  </a:lnTo>
                  <a:lnTo>
                    <a:pt x="659027" y="1732024"/>
                  </a:lnTo>
                  <a:lnTo>
                    <a:pt x="651534" y="1730322"/>
                  </a:lnTo>
                  <a:lnTo>
                    <a:pt x="340752" y="1659758"/>
                  </a:lnTo>
                  <a:lnTo>
                    <a:pt x="333259" y="1658056"/>
                  </a:lnTo>
                  <a:lnTo>
                    <a:pt x="325767" y="1654653"/>
                  </a:lnTo>
                  <a:lnTo>
                    <a:pt x="14985" y="1513469"/>
                  </a:lnTo>
                  <a:lnTo>
                    <a:pt x="7492" y="1510065"/>
                  </a:lnTo>
                  <a:lnTo>
                    <a:pt x="0" y="2550945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429592" y="1073560"/>
              <a:ext cx="7492646" cy="1767443"/>
            </a:xfrm>
            <a:custGeom>
              <a:avLst/>
              <a:pathLst>
                <a:path w="7492646" h="1767443">
                  <a:moveTo>
                    <a:pt x="0" y="1488823"/>
                  </a:moveTo>
                  <a:lnTo>
                    <a:pt x="7492" y="1492293"/>
                  </a:lnTo>
                  <a:lnTo>
                    <a:pt x="318274" y="1636195"/>
                  </a:lnTo>
                  <a:lnTo>
                    <a:pt x="325767" y="1639665"/>
                  </a:lnTo>
                  <a:lnTo>
                    <a:pt x="333259" y="1641450"/>
                  </a:lnTo>
                  <a:lnTo>
                    <a:pt x="644041" y="1715484"/>
                  </a:lnTo>
                  <a:lnTo>
                    <a:pt x="651534" y="1717268"/>
                  </a:lnTo>
                  <a:lnTo>
                    <a:pt x="659027" y="1717541"/>
                  </a:lnTo>
                  <a:lnTo>
                    <a:pt x="969809" y="1728854"/>
                  </a:lnTo>
                  <a:lnTo>
                    <a:pt x="977301" y="1729127"/>
                  </a:lnTo>
                  <a:lnTo>
                    <a:pt x="984794" y="1730008"/>
                  </a:lnTo>
                  <a:lnTo>
                    <a:pt x="1295576" y="1766562"/>
                  </a:lnTo>
                  <a:lnTo>
                    <a:pt x="1303068" y="1767443"/>
                  </a:lnTo>
                  <a:lnTo>
                    <a:pt x="1310561" y="1766979"/>
                  </a:lnTo>
                  <a:lnTo>
                    <a:pt x="1621343" y="1747740"/>
                  </a:lnTo>
                  <a:lnTo>
                    <a:pt x="1628836" y="1747276"/>
                  </a:lnTo>
                  <a:lnTo>
                    <a:pt x="1636328" y="1742340"/>
                  </a:lnTo>
                  <a:lnTo>
                    <a:pt x="1947110" y="1537598"/>
                  </a:lnTo>
                  <a:lnTo>
                    <a:pt x="1954603" y="1532662"/>
                  </a:lnTo>
                  <a:lnTo>
                    <a:pt x="1962096" y="1526098"/>
                  </a:lnTo>
                  <a:lnTo>
                    <a:pt x="2272877" y="1253863"/>
                  </a:lnTo>
                  <a:lnTo>
                    <a:pt x="2280370" y="1247299"/>
                  </a:lnTo>
                  <a:lnTo>
                    <a:pt x="2287863" y="1241234"/>
                  </a:lnTo>
                  <a:lnTo>
                    <a:pt x="2598645" y="989651"/>
                  </a:lnTo>
                  <a:lnTo>
                    <a:pt x="2606137" y="983586"/>
                  </a:lnTo>
                  <a:lnTo>
                    <a:pt x="2613630" y="977789"/>
                  </a:lnTo>
                  <a:lnTo>
                    <a:pt x="2924412" y="737346"/>
                  </a:lnTo>
                  <a:lnTo>
                    <a:pt x="2931905" y="731549"/>
                  </a:lnTo>
                  <a:lnTo>
                    <a:pt x="2939397" y="724776"/>
                  </a:lnTo>
                  <a:lnTo>
                    <a:pt x="3250179" y="443834"/>
                  </a:lnTo>
                  <a:lnTo>
                    <a:pt x="3257672" y="437061"/>
                  </a:lnTo>
                  <a:lnTo>
                    <a:pt x="3265164" y="433621"/>
                  </a:lnTo>
                  <a:lnTo>
                    <a:pt x="3575946" y="290921"/>
                  </a:lnTo>
                  <a:lnTo>
                    <a:pt x="3583439" y="287481"/>
                  </a:lnTo>
                  <a:lnTo>
                    <a:pt x="3590932" y="287066"/>
                  </a:lnTo>
                  <a:lnTo>
                    <a:pt x="3901714" y="269860"/>
                  </a:lnTo>
                  <a:lnTo>
                    <a:pt x="3909206" y="269445"/>
                  </a:lnTo>
                  <a:lnTo>
                    <a:pt x="3916699" y="269994"/>
                  </a:lnTo>
                  <a:lnTo>
                    <a:pt x="4227481" y="292766"/>
                  </a:lnTo>
                  <a:lnTo>
                    <a:pt x="4234974" y="293315"/>
                  </a:lnTo>
                  <a:lnTo>
                    <a:pt x="4242466" y="293757"/>
                  </a:lnTo>
                  <a:lnTo>
                    <a:pt x="4553248" y="312110"/>
                  </a:lnTo>
                  <a:lnTo>
                    <a:pt x="4560741" y="312552"/>
                  </a:lnTo>
                  <a:lnTo>
                    <a:pt x="4568233" y="312074"/>
                  </a:lnTo>
                  <a:lnTo>
                    <a:pt x="4879015" y="292235"/>
                  </a:lnTo>
                  <a:lnTo>
                    <a:pt x="4886508" y="291757"/>
                  </a:lnTo>
                  <a:lnTo>
                    <a:pt x="4894001" y="291648"/>
                  </a:lnTo>
                  <a:lnTo>
                    <a:pt x="5204783" y="287160"/>
                  </a:lnTo>
                  <a:lnTo>
                    <a:pt x="5212275" y="287051"/>
                  </a:lnTo>
                  <a:lnTo>
                    <a:pt x="5219768" y="284506"/>
                  </a:lnTo>
                  <a:lnTo>
                    <a:pt x="5530550" y="178939"/>
                  </a:lnTo>
                  <a:lnTo>
                    <a:pt x="5538042" y="176394"/>
                  </a:lnTo>
                  <a:lnTo>
                    <a:pt x="5545535" y="172337"/>
                  </a:lnTo>
                  <a:lnTo>
                    <a:pt x="5856317" y="4057"/>
                  </a:lnTo>
                  <a:lnTo>
                    <a:pt x="5863810" y="0"/>
                  </a:lnTo>
                  <a:lnTo>
                    <a:pt x="5871302" y="1882"/>
                  </a:lnTo>
                  <a:lnTo>
                    <a:pt x="6182084" y="79978"/>
                  </a:lnTo>
                  <a:lnTo>
                    <a:pt x="6189577" y="81861"/>
                  </a:lnTo>
                  <a:lnTo>
                    <a:pt x="6197070" y="87361"/>
                  </a:lnTo>
                  <a:lnTo>
                    <a:pt x="6507852" y="315511"/>
                  </a:lnTo>
                  <a:lnTo>
                    <a:pt x="6515344" y="321011"/>
                  </a:lnTo>
                  <a:lnTo>
                    <a:pt x="6522837" y="329930"/>
                  </a:lnTo>
                  <a:lnTo>
                    <a:pt x="6833619" y="699865"/>
                  </a:lnTo>
                  <a:lnTo>
                    <a:pt x="6841111" y="708784"/>
                  </a:lnTo>
                  <a:lnTo>
                    <a:pt x="6848604" y="715042"/>
                  </a:lnTo>
                  <a:lnTo>
                    <a:pt x="7159386" y="974638"/>
                  </a:lnTo>
                  <a:lnTo>
                    <a:pt x="7166879" y="980896"/>
                  </a:lnTo>
                  <a:lnTo>
                    <a:pt x="7174371" y="987158"/>
                  </a:lnTo>
                  <a:lnTo>
                    <a:pt x="7485153" y="1246901"/>
                  </a:lnTo>
                  <a:lnTo>
                    <a:pt x="7492646" y="1253164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422099" y="1100464"/>
              <a:ext cx="7507631" cy="2524041"/>
            </a:xfrm>
            <a:custGeom>
              <a:avLst/>
              <a:pathLst>
                <a:path w="7507631" h="2524041">
                  <a:moveTo>
                    <a:pt x="7492" y="1483160"/>
                  </a:moveTo>
                  <a:lnTo>
                    <a:pt x="14985" y="1486564"/>
                  </a:lnTo>
                  <a:lnTo>
                    <a:pt x="325767" y="1627748"/>
                  </a:lnTo>
                  <a:lnTo>
                    <a:pt x="333259" y="1631152"/>
                  </a:lnTo>
                  <a:lnTo>
                    <a:pt x="340752" y="1632853"/>
                  </a:lnTo>
                  <a:lnTo>
                    <a:pt x="651534" y="1703418"/>
                  </a:lnTo>
                  <a:lnTo>
                    <a:pt x="659027" y="1705119"/>
                  </a:lnTo>
                  <a:lnTo>
                    <a:pt x="666519" y="1705305"/>
                  </a:lnTo>
                  <a:lnTo>
                    <a:pt x="977301" y="1713021"/>
                  </a:lnTo>
                  <a:lnTo>
                    <a:pt x="984794" y="1713207"/>
                  </a:lnTo>
                  <a:lnTo>
                    <a:pt x="992286" y="1714019"/>
                  </a:lnTo>
                  <a:lnTo>
                    <a:pt x="1303068" y="1747704"/>
                  </a:lnTo>
                  <a:lnTo>
                    <a:pt x="1310561" y="1748517"/>
                  </a:lnTo>
                  <a:lnTo>
                    <a:pt x="1318054" y="1748023"/>
                  </a:lnTo>
                  <a:lnTo>
                    <a:pt x="1628836" y="1727546"/>
                  </a:lnTo>
                  <a:lnTo>
                    <a:pt x="1636328" y="1727052"/>
                  </a:lnTo>
                  <a:lnTo>
                    <a:pt x="1643821" y="1722136"/>
                  </a:lnTo>
                  <a:lnTo>
                    <a:pt x="1954603" y="1518228"/>
                  </a:lnTo>
                  <a:lnTo>
                    <a:pt x="1962096" y="1513312"/>
                  </a:lnTo>
                  <a:lnTo>
                    <a:pt x="1969588" y="1506815"/>
                  </a:lnTo>
                  <a:lnTo>
                    <a:pt x="2280370" y="1237360"/>
                  </a:lnTo>
                  <a:lnTo>
                    <a:pt x="2287863" y="1230864"/>
                  </a:lnTo>
                  <a:lnTo>
                    <a:pt x="2295355" y="1224895"/>
                  </a:lnTo>
                  <a:lnTo>
                    <a:pt x="2606137" y="977337"/>
                  </a:lnTo>
                  <a:lnTo>
                    <a:pt x="2613630" y="971369"/>
                  </a:lnTo>
                  <a:lnTo>
                    <a:pt x="2621123" y="965668"/>
                  </a:lnTo>
                  <a:lnTo>
                    <a:pt x="2931905" y="729208"/>
                  </a:lnTo>
                  <a:lnTo>
                    <a:pt x="2939397" y="723507"/>
                  </a:lnTo>
                  <a:lnTo>
                    <a:pt x="2946890" y="716807"/>
                  </a:lnTo>
                  <a:lnTo>
                    <a:pt x="3257672" y="438884"/>
                  </a:lnTo>
                  <a:lnTo>
                    <a:pt x="3265164" y="432184"/>
                  </a:lnTo>
                  <a:lnTo>
                    <a:pt x="3272657" y="428772"/>
                  </a:lnTo>
                  <a:lnTo>
                    <a:pt x="3583439" y="287263"/>
                  </a:lnTo>
                  <a:lnTo>
                    <a:pt x="3590932" y="283851"/>
                  </a:lnTo>
                  <a:lnTo>
                    <a:pt x="3598424" y="283434"/>
                  </a:lnTo>
                  <a:lnTo>
                    <a:pt x="3909206" y="266146"/>
                  </a:lnTo>
                  <a:lnTo>
                    <a:pt x="3916699" y="265730"/>
                  </a:lnTo>
                  <a:lnTo>
                    <a:pt x="3924192" y="266260"/>
                  </a:lnTo>
                  <a:lnTo>
                    <a:pt x="4234974" y="288273"/>
                  </a:lnTo>
                  <a:lnTo>
                    <a:pt x="4242466" y="288804"/>
                  </a:lnTo>
                  <a:lnTo>
                    <a:pt x="4249959" y="289222"/>
                  </a:lnTo>
                  <a:lnTo>
                    <a:pt x="4560741" y="306574"/>
                  </a:lnTo>
                  <a:lnTo>
                    <a:pt x="4568233" y="306993"/>
                  </a:lnTo>
                  <a:lnTo>
                    <a:pt x="4575726" y="306505"/>
                  </a:lnTo>
                  <a:lnTo>
                    <a:pt x="4886508" y="286290"/>
                  </a:lnTo>
                  <a:lnTo>
                    <a:pt x="4894001" y="285803"/>
                  </a:lnTo>
                  <a:lnTo>
                    <a:pt x="4901493" y="285702"/>
                  </a:lnTo>
                  <a:lnTo>
                    <a:pt x="5212275" y="281532"/>
                  </a:lnTo>
                  <a:lnTo>
                    <a:pt x="5219768" y="281431"/>
                  </a:lnTo>
                  <a:lnTo>
                    <a:pt x="5227261" y="278935"/>
                  </a:lnTo>
                  <a:lnTo>
                    <a:pt x="5538042" y="175398"/>
                  </a:lnTo>
                  <a:lnTo>
                    <a:pt x="5545535" y="172902"/>
                  </a:lnTo>
                  <a:lnTo>
                    <a:pt x="5553028" y="168925"/>
                  </a:lnTo>
                  <a:lnTo>
                    <a:pt x="5863810" y="3976"/>
                  </a:lnTo>
                  <a:lnTo>
                    <a:pt x="5871302" y="0"/>
                  </a:lnTo>
                  <a:lnTo>
                    <a:pt x="5878795" y="1976"/>
                  </a:lnTo>
                  <a:lnTo>
                    <a:pt x="6189577" y="83977"/>
                  </a:lnTo>
                  <a:lnTo>
                    <a:pt x="6197070" y="85954"/>
                  </a:lnTo>
                  <a:lnTo>
                    <a:pt x="6204562" y="91500"/>
                  </a:lnTo>
                  <a:lnTo>
                    <a:pt x="6515344" y="321514"/>
                  </a:lnTo>
                  <a:lnTo>
                    <a:pt x="6522837" y="327060"/>
                  </a:lnTo>
                  <a:lnTo>
                    <a:pt x="6530329" y="335948"/>
                  </a:lnTo>
                  <a:lnTo>
                    <a:pt x="6841111" y="704633"/>
                  </a:lnTo>
                  <a:lnTo>
                    <a:pt x="6848604" y="713521"/>
                  </a:lnTo>
                  <a:lnTo>
                    <a:pt x="6856097" y="719694"/>
                  </a:lnTo>
                  <a:lnTo>
                    <a:pt x="7166879" y="975710"/>
                  </a:lnTo>
                  <a:lnTo>
                    <a:pt x="7174371" y="981882"/>
                  </a:lnTo>
                  <a:lnTo>
                    <a:pt x="7181864" y="988061"/>
                  </a:lnTo>
                  <a:lnTo>
                    <a:pt x="7492646" y="1244367"/>
                  </a:lnTo>
                  <a:lnTo>
                    <a:pt x="7500139" y="1250546"/>
                  </a:lnTo>
                  <a:lnTo>
                    <a:pt x="7507631" y="2524041"/>
                  </a:lnTo>
                  <a:lnTo>
                    <a:pt x="7500139" y="1250624"/>
                  </a:lnTo>
                  <a:lnTo>
                    <a:pt x="7492646" y="1244445"/>
                  </a:lnTo>
                  <a:lnTo>
                    <a:pt x="7181864" y="988160"/>
                  </a:lnTo>
                  <a:lnTo>
                    <a:pt x="7174371" y="981981"/>
                  </a:lnTo>
                  <a:lnTo>
                    <a:pt x="7166879" y="975809"/>
                  </a:lnTo>
                  <a:lnTo>
                    <a:pt x="6856097" y="719796"/>
                  </a:lnTo>
                  <a:lnTo>
                    <a:pt x="6848604" y="713624"/>
                  </a:lnTo>
                  <a:lnTo>
                    <a:pt x="6841111" y="704736"/>
                  </a:lnTo>
                  <a:lnTo>
                    <a:pt x="6530329" y="336102"/>
                  </a:lnTo>
                  <a:lnTo>
                    <a:pt x="6522837" y="327214"/>
                  </a:lnTo>
                  <a:lnTo>
                    <a:pt x="6515344" y="321670"/>
                  </a:lnTo>
                  <a:lnTo>
                    <a:pt x="6204562" y="91686"/>
                  </a:lnTo>
                  <a:lnTo>
                    <a:pt x="6197070" y="86142"/>
                  </a:lnTo>
                  <a:lnTo>
                    <a:pt x="6189577" y="84165"/>
                  </a:lnTo>
                  <a:lnTo>
                    <a:pt x="5878795" y="2183"/>
                  </a:lnTo>
                  <a:lnTo>
                    <a:pt x="5871302" y="206"/>
                  </a:lnTo>
                  <a:lnTo>
                    <a:pt x="5863810" y="4182"/>
                  </a:lnTo>
                  <a:lnTo>
                    <a:pt x="5553028" y="169072"/>
                  </a:lnTo>
                  <a:lnTo>
                    <a:pt x="5545535" y="173047"/>
                  </a:lnTo>
                  <a:lnTo>
                    <a:pt x="5538042" y="175542"/>
                  </a:lnTo>
                  <a:lnTo>
                    <a:pt x="5227261" y="279038"/>
                  </a:lnTo>
                  <a:lnTo>
                    <a:pt x="5219768" y="281534"/>
                  </a:lnTo>
                  <a:lnTo>
                    <a:pt x="5212275" y="281634"/>
                  </a:lnTo>
                  <a:lnTo>
                    <a:pt x="4901493" y="285795"/>
                  </a:lnTo>
                  <a:lnTo>
                    <a:pt x="4894001" y="285896"/>
                  </a:lnTo>
                  <a:lnTo>
                    <a:pt x="4886508" y="286383"/>
                  </a:lnTo>
                  <a:lnTo>
                    <a:pt x="4575726" y="306597"/>
                  </a:lnTo>
                  <a:lnTo>
                    <a:pt x="4568233" y="307084"/>
                  </a:lnTo>
                  <a:lnTo>
                    <a:pt x="4560741" y="306666"/>
                  </a:lnTo>
                  <a:lnTo>
                    <a:pt x="4249959" y="289335"/>
                  </a:lnTo>
                  <a:lnTo>
                    <a:pt x="4242466" y="288917"/>
                  </a:lnTo>
                  <a:lnTo>
                    <a:pt x="4234974" y="288387"/>
                  </a:lnTo>
                  <a:lnTo>
                    <a:pt x="3924192" y="266415"/>
                  </a:lnTo>
                  <a:lnTo>
                    <a:pt x="3916699" y="265885"/>
                  </a:lnTo>
                  <a:lnTo>
                    <a:pt x="3909206" y="266303"/>
                  </a:lnTo>
                  <a:lnTo>
                    <a:pt x="3598424" y="283624"/>
                  </a:lnTo>
                  <a:lnTo>
                    <a:pt x="3590932" y="284042"/>
                  </a:lnTo>
                  <a:lnTo>
                    <a:pt x="3583439" y="287453"/>
                  </a:lnTo>
                  <a:lnTo>
                    <a:pt x="3272657" y="428948"/>
                  </a:lnTo>
                  <a:lnTo>
                    <a:pt x="3265164" y="432360"/>
                  </a:lnTo>
                  <a:lnTo>
                    <a:pt x="3257672" y="439059"/>
                  </a:lnTo>
                  <a:lnTo>
                    <a:pt x="2946890" y="716951"/>
                  </a:lnTo>
                  <a:lnTo>
                    <a:pt x="2939397" y="723650"/>
                  </a:lnTo>
                  <a:lnTo>
                    <a:pt x="2931905" y="729351"/>
                  </a:lnTo>
                  <a:lnTo>
                    <a:pt x="2621123" y="965801"/>
                  </a:lnTo>
                  <a:lnTo>
                    <a:pt x="2613630" y="971502"/>
                  </a:lnTo>
                  <a:lnTo>
                    <a:pt x="2606137" y="977470"/>
                  </a:lnTo>
                  <a:lnTo>
                    <a:pt x="2295355" y="1225008"/>
                  </a:lnTo>
                  <a:lnTo>
                    <a:pt x="2287863" y="1230976"/>
                  </a:lnTo>
                  <a:lnTo>
                    <a:pt x="2280370" y="1237472"/>
                  </a:lnTo>
                  <a:lnTo>
                    <a:pt x="1969588" y="1506888"/>
                  </a:lnTo>
                  <a:lnTo>
                    <a:pt x="1962096" y="1513383"/>
                  </a:lnTo>
                  <a:lnTo>
                    <a:pt x="1954603" y="1518299"/>
                  </a:lnTo>
                  <a:lnTo>
                    <a:pt x="1643821" y="1722180"/>
                  </a:lnTo>
                  <a:lnTo>
                    <a:pt x="1636328" y="1727096"/>
                  </a:lnTo>
                  <a:lnTo>
                    <a:pt x="1628836" y="1727589"/>
                  </a:lnTo>
                  <a:lnTo>
                    <a:pt x="1318054" y="1748060"/>
                  </a:lnTo>
                  <a:lnTo>
                    <a:pt x="1310561" y="1748553"/>
                  </a:lnTo>
                  <a:lnTo>
                    <a:pt x="1303068" y="1747741"/>
                  </a:lnTo>
                  <a:lnTo>
                    <a:pt x="992286" y="1714063"/>
                  </a:lnTo>
                  <a:lnTo>
                    <a:pt x="984794" y="1713251"/>
                  </a:lnTo>
                  <a:lnTo>
                    <a:pt x="977301" y="1713065"/>
                  </a:lnTo>
                  <a:lnTo>
                    <a:pt x="666519" y="1705343"/>
                  </a:lnTo>
                  <a:lnTo>
                    <a:pt x="659027" y="1705157"/>
                  </a:lnTo>
                  <a:lnTo>
                    <a:pt x="651534" y="1703456"/>
                  </a:lnTo>
                  <a:lnTo>
                    <a:pt x="340752" y="1632901"/>
                  </a:lnTo>
                  <a:lnTo>
                    <a:pt x="333259" y="1631200"/>
                  </a:lnTo>
                  <a:lnTo>
                    <a:pt x="325767" y="1627797"/>
                  </a:lnTo>
                  <a:lnTo>
                    <a:pt x="14985" y="1486627"/>
                  </a:lnTo>
                  <a:lnTo>
                    <a:pt x="7492" y="1483223"/>
                  </a:lnTo>
                  <a:lnTo>
                    <a:pt x="0" y="2524041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29592" y="1100464"/>
              <a:ext cx="7492646" cy="1748517"/>
            </a:xfrm>
            <a:custGeom>
              <a:avLst/>
              <a:pathLst>
                <a:path w="7492646" h="1748517">
                  <a:moveTo>
                    <a:pt x="0" y="1483160"/>
                  </a:moveTo>
                  <a:lnTo>
                    <a:pt x="7492" y="1486564"/>
                  </a:lnTo>
                  <a:lnTo>
                    <a:pt x="318274" y="1627748"/>
                  </a:lnTo>
                  <a:lnTo>
                    <a:pt x="325767" y="1631152"/>
                  </a:lnTo>
                  <a:lnTo>
                    <a:pt x="333259" y="1632853"/>
                  </a:lnTo>
                  <a:lnTo>
                    <a:pt x="644041" y="1703418"/>
                  </a:lnTo>
                  <a:lnTo>
                    <a:pt x="651534" y="1705119"/>
                  </a:lnTo>
                  <a:lnTo>
                    <a:pt x="659027" y="1705305"/>
                  </a:lnTo>
                  <a:lnTo>
                    <a:pt x="969809" y="1713021"/>
                  </a:lnTo>
                  <a:lnTo>
                    <a:pt x="977301" y="1713207"/>
                  </a:lnTo>
                  <a:lnTo>
                    <a:pt x="984794" y="1714019"/>
                  </a:lnTo>
                  <a:lnTo>
                    <a:pt x="1295576" y="1747704"/>
                  </a:lnTo>
                  <a:lnTo>
                    <a:pt x="1303068" y="1748517"/>
                  </a:lnTo>
                  <a:lnTo>
                    <a:pt x="1310561" y="1748023"/>
                  </a:lnTo>
                  <a:lnTo>
                    <a:pt x="1621343" y="1727546"/>
                  </a:lnTo>
                  <a:lnTo>
                    <a:pt x="1628836" y="1727052"/>
                  </a:lnTo>
                  <a:lnTo>
                    <a:pt x="1636328" y="1722136"/>
                  </a:lnTo>
                  <a:lnTo>
                    <a:pt x="1947110" y="1518228"/>
                  </a:lnTo>
                  <a:lnTo>
                    <a:pt x="1954603" y="1513312"/>
                  </a:lnTo>
                  <a:lnTo>
                    <a:pt x="1962096" y="1506815"/>
                  </a:lnTo>
                  <a:lnTo>
                    <a:pt x="2272877" y="1237360"/>
                  </a:lnTo>
                  <a:lnTo>
                    <a:pt x="2280370" y="1230864"/>
                  </a:lnTo>
                  <a:lnTo>
                    <a:pt x="2287863" y="1224895"/>
                  </a:lnTo>
                  <a:lnTo>
                    <a:pt x="2598645" y="977337"/>
                  </a:lnTo>
                  <a:lnTo>
                    <a:pt x="2606137" y="971369"/>
                  </a:lnTo>
                  <a:lnTo>
                    <a:pt x="2613630" y="965668"/>
                  </a:lnTo>
                  <a:lnTo>
                    <a:pt x="2924412" y="729208"/>
                  </a:lnTo>
                  <a:lnTo>
                    <a:pt x="2931905" y="723507"/>
                  </a:lnTo>
                  <a:lnTo>
                    <a:pt x="2939397" y="716807"/>
                  </a:lnTo>
                  <a:lnTo>
                    <a:pt x="3250179" y="438884"/>
                  </a:lnTo>
                  <a:lnTo>
                    <a:pt x="3257672" y="432184"/>
                  </a:lnTo>
                  <a:lnTo>
                    <a:pt x="3265164" y="428772"/>
                  </a:lnTo>
                  <a:lnTo>
                    <a:pt x="3575946" y="287263"/>
                  </a:lnTo>
                  <a:lnTo>
                    <a:pt x="3583439" y="283851"/>
                  </a:lnTo>
                  <a:lnTo>
                    <a:pt x="3590932" y="283434"/>
                  </a:lnTo>
                  <a:lnTo>
                    <a:pt x="3901714" y="266146"/>
                  </a:lnTo>
                  <a:lnTo>
                    <a:pt x="3909206" y="265730"/>
                  </a:lnTo>
                  <a:lnTo>
                    <a:pt x="3916699" y="266260"/>
                  </a:lnTo>
                  <a:lnTo>
                    <a:pt x="4227481" y="288273"/>
                  </a:lnTo>
                  <a:lnTo>
                    <a:pt x="4234974" y="288804"/>
                  </a:lnTo>
                  <a:lnTo>
                    <a:pt x="4242466" y="289222"/>
                  </a:lnTo>
                  <a:lnTo>
                    <a:pt x="4553248" y="306574"/>
                  </a:lnTo>
                  <a:lnTo>
                    <a:pt x="4560741" y="306993"/>
                  </a:lnTo>
                  <a:lnTo>
                    <a:pt x="4568233" y="306505"/>
                  </a:lnTo>
                  <a:lnTo>
                    <a:pt x="4879015" y="286290"/>
                  </a:lnTo>
                  <a:lnTo>
                    <a:pt x="4886508" y="285803"/>
                  </a:lnTo>
                  <a:lnTo>
                    <a:pt x="4894001" y="285702"/>
                  </a:lnTo>
                  <a:lnTo>
                    <a:pt x="5204783" y="281532"/>
                  </a:lnTo>
                  <a:lnTo>
                    <a:pt x="5212275" y="281431"/>
                  </a:lnTo>
                  <a:lnTo>
                    <a:pt x="5219768" y="278935"/>
                  </a:lnTo>
                  <a:lnTo>
                    <a:pt x="5530550" y="175398"/>
                  </a:lnTo>
                  <a:lnTo>
                    <a:pt x="5538042" y="172902"/>
                  </a:lnTo>
                  <a:lnTo>
                    <a:pt x="5545535" y="168925"/>
                  </a:lnTo>
                  <a:lnTo>
                    <a:pt x="5856317" y="3976"/>
                  </a:lnTo>
                  <a:lnTo>
                    <a:pt x="5863810" y="0"/>
                  </a:lnTo>
                  <a:lnTo>
                    <a:pt x="5871302" y="1976"/>
                  </a:lnTo>
                  <a:lnTo>
                    <a:pt x="6182084" y="83977"/>
                  </a:lnTo>
                  <a:lnTo>
                    <a:pt x="6189577" y="85954"/>
                  </a:lnTo>
                  <a:lnTo>
                    <a:pt x="6197070" y="91500"/>
                  </a:lnTo>
                  <a:lnTo>
                    <a:pt x="6507852" y="321514"/>
                  </a:lnTo>
                  <a:lnTo>
                    <a:pt x="6515344" y="327060"/>
                  </a:lnTo>
                  <a:lnTo>
                    <a:pt x="6522837" y="335948"/>
                  </a:lnTo>
                  <a:lnTo>
                    <a:pt x="6833619" y="704633"/>
                  </a:lnTo>
                  <a:lnTo>
                    <a:pt x="6841111" y="713521"/>
                  </a:lnTo>
                  <a:lnTo>
                    <a:pt x="6848604" y="719694"/>
                  </a:lnTo>
                  <a:lnTo>
                    <a:pt x="7159386" y="975710"/>
                  </a:lnTo>
                  <a:lnTo>
                    <a:pt x="7166879" y="981882"/>
                  </a:lnTo>
                  <a:lnTo>
                    <a:pt x="7174371" y="988061"/>
                  </a:lnTo>
                  <a:lnTo>
                    <a:pt x="7485153" y="1244367"/>
                  </a:lnTo>
                  <a:lnTo>
                    <a:pt x="7492646" y="1250546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422099" y="1100671"/>
              <a:ext cx="7507631" cy="2523834"/>
            </a:xfrm>
            <a:custGeom>
              <a:avLst/>
              <a:pathLst>
                <a:path w="7507631" h="2523834">
                  <a:moveTo>
                    <a:pt x="7492" y="1483016"/>
                  </a:moveTo>
                  <a:lnTo>
                    <a:pt x="14985" y="1486420"/>
                  </a:lnTo>
                  <a:lnTo>
                    <a:pt x="325767" y="1627590"/>
                  </a:lnTo>
                  <a:lnTo>
                    <a:pt x="333259" y="1630993"/>
                  </a:lnTo>
                  <a:lnTo>
                    <a:pt x="340752" y="1632694"/>
                  </a:lnTo>
                  <a:lnTo>
                    <a:pt x="651534" y="1703249"/>
                  </a:lnTo>
                  <a:lnTo>
                    <a:pt x="659027" y="1704950"/>
                  </a:lnTo>
                  <a:lnTo>
                    <a:pt x="666519" y="1705137"/>
                  </a:lnTo>
                  <a:lnTo>
                    <a:pt x="977301" y="1712858"/>
                  </a:lnTo>
                  <a:lnTo>
                    <a:pt x="984794" y="1713044"/>
                  </a:lnTo>
                  <a:lnTo>
                    <a:pt x="992286" y="1713856"/>
                  </a:lnTo>
                  <a:lnTo>
                    <a:pt x="1303068" y="1747535"/>
                  </a:lnTo>
                  <a:lnTo>
                    <a:pt x="1310561" y="1748347"/>
                  </a:lnTo>
                  <a:lnTo>
                    <a:pt x="1318054" y="1747853"/>
                  </a:lnTo>
                  <a:lnTo>
                    <a:pt x="1628836" y="1727382"/>
                  </a:lnTo>
                  <a:lnTo>
                    <a:pt x="1636328" y="1726889"/>
                  </a:lnTo>
                  <a:lnTo>
                    <a:pt x="1643821" y="1721973"/>
                  </a:lnTo>
                  <a:lnTo>
                    <a:pt x="1954603" y="1518092"/>
                  </a:lnTo>
                  <a:lnTo>
                    <a:pt x="1962096" y="1513176"/>
                  </a:lnTo>
                  <a:lnTo>
                    <a:pt x="1969588" y="1506681"/>
                  </a:lnTo>
                  <a:lnTo>
                    <a:pt x="2280370" y="1237265"/>
                  </a:lnTo>
                  <a:lnTo>
                    <a:pt x="2287863" y="1230770"/>
                  </a:lnTo>
                  <a:lnTo>
                    <a:pt x="2295355" y="1224802"/>
                  </a:lnTo>
                  <a:lnTo>
                    <a:pt x="2606137" y="977263"/>
                  </a:lnTo>
                  <a:lnTo>
                    <a:pt x="2613630" y="971295"/>
                  </a:lnTo>
                  <a:lnTo>
                    <a:pt x="2621123" y="965594"/>
                  </a:lnTo>
                  <a:lnTo>
                    <a:pt x="2931905" y="729144"/>
                  </a:lnTo>
                  <a:lnTo>
                    <a:pt x="2939397" y="723444"/>
                  </a:lnTo>
                  <a:lnTo>
                    <a:pt x="2946890" y="716744"/>
                  </a:lnTo>
                  <a:lnTo>
                    <a:pt x="3257672" y="438852"/>
                  </a:lnTo>
                  <a:lnTo>
                    <a:pt x="3265164" y="432153"/>
                  </a:lnTo>
                  <a:lnTo>
                    <a:pt x="3272657" y="428741"/>
                  </a:lnTo>
                  <a:lnTo>
                    <a:pt x="3583439" y="287246"/>
                  </a:lnTo>
                  <a:lnTo>
                    <a:pt x="3590932" y="283835"/>
                  </a:lnTo>
                  <a:lnTo>
                    <a:pt x="3598424" y="283417"/>
                  </a:lnTo>
                  <a:lnTo>
                    <a:pt x="3909206" y="266096"/>
                  </a:lnTo>
                  <a:lnTo>
                    <a:pt x="3916699" y="265678"/>
                  </a:lnTo>
                  <a:lnTo>
                    <a:pt x="3924192" y="266208"/>
                  </a:lnTo>
                  <a:lnTo>
                    <a:pt x="4234974" y="288180"/>
                  </a:lnTo>
                  <a:lnTo>
                    <a:pt x="4242466" y="288710"/>
                  </a:lnTo>
                  <a:lnTo>
                    <a:pt x="4249959" y="289128"/>
                  </a:lnTo>
                  <a:lnTo>
                    <a:pt x="4560741" y="306460"/>
                  </a:lnTo>
                  <a:lnTo>
                    <a:pt x="4568233" y="306877"/>
                  </a:lnTo>
                  <a:lnTo>
                    <a:pt x="4575726" y="306390"/>
                  </a:lnTo>
                  <a:lnTo>
                    <a:pt x="4886508" y="286176"/>
                  </a:lnTo>
                  <a:lnTo>
                    <a:pt x="4894001" y="285689"/>
                  </a:lnTo>
                  <a:lnTo>
                    <a:pt x="4901493" y="285588"/>
                  </a:lnTo>
                  <a:lnTo>
                    <a:pt x="5212275" y="281427"/>
                  </a:lnTo>
                  <a:lnTo>
                    <a:pt x="5219768" y="281327"/>
                  </a:lnTo>
                  <a:lnTo>
                    <a:pt x="5227261" y="278832"/>
                  </a:lnTo>
                  <a:lnTo>
                    <a:pt x="5538042" y="175335"/>
                  </a:lnTo>
                  <a:lnTo>
                    <a:pt x="5545535" y="172840"/>
                  </a:lnTo>
                  <a:lnTo>
                    <a:pt x="5553028" y="168865"/>
                  </a:lnTo>
                  <a:lnTo>
                    <a:pt x="5863810" y="3975"/>
                  </a:lnTo>
                  <a:lnTo>
                    <a:pt x="5871302" y="0"/>
                  </a:lnTo>
                  <a:lnTo>
                    <a:pt x="5878795" y="1976"/>
                  </a:lnTo>
                  <a:lnTo>
                    <a:pt x="6189577" y="83958"/>
                  </a:lnTo>
                  <a:lnTo>
                    <a:pt x="6197070" y="85935"/>
                  </a:lnTo>
                  <a:lnTo>
                    <a:pt x="6204562" y="91480"/>
                  </a:lnTo>
                  <a:lnTo>
                    <a:pt x="6515344" y="321463"/>
                  </a:lnTo>
                  <a:lnTo>
                    <a:pt x="6522837" y="327008"/>
                  </a:lnTo>
                  <a:lnTo>
                    <a:pt x="6530329" y="335895"/>
                  </a:lnTo>
                  <a:lnTo>
                    <a:pt x="6841111" y="704530"/>
                  </a:lnTo>
                  <a:lnTo>
                    <a:pt x="6848604" y="713417"/>
                  </a:lnTo>
                  <a:lnTo>
                    <a:pt x="6856097" y="719589"/>
                  </a:lnTo>
                  <a:lnTo>
                    <a:pt x="7166879" y="975602"/>
                  </a:lnTo>
                  <a:lnTo>
                    <a:pt x="7174371" y="981775"/>
                  </a:lnTo>
                  <a:lnTo>
                    <a:pt x="7181864" y="987953"/>
                  </a:lnTo>
                  <a:lnTo>
                    <a:pt x="7492646" y="1244239"/>
                  </a:lnTo>
                  <a:lnTo>
                    <a:pt x="7500139" y="1250417"/>
                  </a:lnTo>
                  <a:lnTo>
                    <a:pt x="7507631" y="2523834"/>
                  </a:lnTo>
                  <a:lnTo>
                    <a:pt x="7500139" y="2523834"/>
                  </a:lnTo>
                  <a:lnTo>
                    <a:pt x="7492646" y="2523834"/>
                  </a:lnTo>
                  <a:lnTo>
                    <a:pt x="7181864" y="2523834"/>
                  </a:lnTo>
                  <a:lnTo>
                    <a:pt x="7174371" y="2523834"/>
                  </a:lnTo>
                  <a:lnTo>
                    <a:pt x="7166879" y="2523834"/>
                  </a:lnTo>
                  <a:lnTo>
                    <a:pt x="6856097" y="2523834"/>
                  </a:lnTo>
                  <a:lnTo>
                    <a:pt x="6848604" y="2523834"/>
                  </a:lnTo>
                  <a:lnTo>
                    <a:pt x="6841111" y="2523834"/>
                  </a:lnTo>
                  <a:lnTo>
                    <a:pt x="6530329" y="2523834"/>
                  </a:lnTo>
                  <a:lnTo>
                    <a:pt x="6522837" y="2523834"/>
                  </a:lnTo>
                  <a:lnTo>
                    <a:pt x="6515344" y="2523834"/>
                  </a:lnTo>
                  <a:lnTo>
                    <a:pt x="6204562" y="2523834"/>
                  </a:lnTo>
                  <a:lnTo>
                    <a:pt x="6197070" y="2523834"/>
                  </a:lnTo>
                  <a:lnTo>
                    <a:pt x="6189577" y="2523834"/>
                  </a:lnTo>
                  <a:lnTo>
                    <a:pt x="5878795" y="2523834"/>
                  </a:lnTo>
                  <a:lnTo>
                    <a:pt x="5871302" y="2523834"/>
                  </a:lnTo>
                  <a:lnTo>
                    <a:pt x="5863810" y="2523834"/>
                  </a:lnTo>
                  <a:lnTo>
                    <a:pt x="5553028" y="2523834"/>
                  </a:lnTo>
                  <a:lnTo>
                    <a:pt x="5545535" y="2523834"/>
                  </a:lnTo>
                  <a:lnTo>
                    <a:pt x="5538042" y="2523834"/>
                  </a:lnTo>
                  <a:lnTo>
                    <a:pt x="5227261" y="2523834"/>
                  </a:lnTo>
                  <a:lnTo>
                    <a:pt x="5219768" y="2523834"/>
                  </a:lnTo>
                  <a:lnTo>
                    <a:pt x="5212275" y="2523834"/>
                  </a:lnTo>
                  <a:lnTo>
                    <a:pt x="4901493" y="2523834"/>
                  </a:lnTo>
                  <a:lnTo>
                    <a:pt x="4894001" y="2523834"/>
                  </a:lnTo>
                  <a:lnTo>
                    <a:pt x="4886508" y="2523834"/>
                  </a:lnTo>
                  <a:lnTo>
                    <a:pt x="4575726" y="2523834"/>
                  </a:lnTo>
                  <a:lnTo>
                    <a:pt x="4568233" y="2523834"/>
                  </a:lnTo>
                  <a:lnTo>
                    <a:pt x="4560741" y="2523834"/>
                  </a:lnTo>
                  <a:lnTo>
                    <a:pt x="4249959" y="2523834"/>
                  </a:lnTo>
                  <a:lnTo>
                    <a:pt x="4242466" y="2523834"/>
                  </a:lnTo>
                  <a:lnTo>
                    <a:pt x="4234974" y="2523834"/>
                  </a:lnTo>
                  <a:lnTo>
                    <a:pt x="3924192" y="2523834"/>
                  </a:lnTo>
                  <a:lnTo>
                    <a:pt x="3916699" y="2523834"/>
                  </a:lnTo>
                  <a:lnTo>
                    <a:pt x="3909206" y="2523834"/>
                  </a:lnTo>
                  <a:lnTo>
                    <a:pt x="3598424" y="2523834"/>
                  </a:lnTo>
                  <a:lnTo>
                    <a:pt x="3590932" y="2523834"/>
                  </a:lnTo>
                  <a:lnTo>
                    <a:pt x="3583439" y="2523834"/>
                  </a:lnTo>
                  <a:lnTo>
                    <a:pt x="3272657" y="2523834"/>
                  </a:lnTo>
                  <a:lnTo>
                    <a:pt x="3265164" y="2523834"/>
                  </a:lnTo>
                  <a:lnTo>
                    <a:pt x="3257672" y="2523834"/>
                  </a:lnTo>
                  <a:lnTo>
                    <a:pt x="2946890" y="2523834"/>
                  </a:lnTo>
                  <a:lnTo>
                    <a:pt x="2939397" y="2523834"/>
                  </a:lnTo>
                  <a:lnTo>
                    <a:pt x="2931905" y="2523834"/>
                  </a:lnTo>
                  <a:lnTo>
                    <a:pt x="2621123" y="2523834"/>
                  </a:lnTo>
                  <a:lnTo>
                    <a:pt x="2613630" y="2523834"/>
                  </a:lnTo>
                  <a:lnTo>
                    <a:pt x="2606137" y="2523834"/>
                  </a:lnTo>
                  <a:lnTo>
                    <a:pt x="2295355" y="2523834"/>
                  </a:lnTo>
                  <a:lnTo>
                    <a:pt x="2287863" y="2523834"/>
                  </a:lnTo>
                  <a:lnTo>
                    <a:pt x="2280370" y="2523834"/>
                  </a:lnTo>
                  <a:lnTo>
                    <a:pt x="1969588" y="2523834"/>
                  </a:lnTo>
                  <a:lnTo>
                    <a:pt x="1962096" y="2523834"/>
                  </a:lnTo>
                  <a:lnTo>
                    <a:pt x="1954603" y="2523834"/>
                  </a:lnTo>
                  <a:lnTo>
                    <a:pt x="1643821" y="2523834"/>
                  </a:lnTo>
                  <a:lnTo>
                    <a:pt x="1636328" y="2523834"/>
                  </a:lnTo>
                  <a:lnTo>
                    <a:pt x="1628836" y="2523834"/>
                  </a:lnTo>
                  <a:lnTo>
                    <a:pt x="1318054" y="2523834"/>
                  </a:lnTo>
                  <a:lnTo>
                    <a:pt x="1310561" y="2523834"/>
                  </a:lnTo>
                  <a:lnTo>
                    <a:pt x="1303068" y="2523834"/>
                  </a:lnTo>
                  <a:lnTo>
                    <a:pt x="992286" y="2523834"/>
                  </a:lnTo>
                  <a:lnTo>
                    <a:pt x="984794" y="2523834"/>
                  </a:lnTo>
                  <a:lnTo>
                    <a:pt x="977301" y="2523834"/>
                  </a:lnTo>
                  <a:lnTo>
                    <a:pt x="666519" y="2523834"/>
                  </a:lnTo>
                  <a:lnTo>
                    <a:pt x="659027" y="2523834"/>
                  </a:lnTo>
                  <a:lnTo>
                    <a:pt x="651534" y="2523834"/>
                  </a:lnTo>
                  <a:lnTo>
                    <a:pt x="340752" y="2523834"/>
                  </a:lnTo>
                  <a:lnTo>
                    <a:pt x="333259" y="2523834"/>
                  </a:lnTo>
                  <a:lnTo>
                    <a:pt x="325767" y="2523834"/>
                  </a:lnTo>
                  <a:lnTo>
                    <a:pt x="14985" y="2523834"/>
                  </a:lnTo>
                  <a:lnTo>
                    <a:pt x="7492" y="2523834"/>
                  </a:lnTo>
                  <a:lnTo>
                    <a:pt x="0" y="2523834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429592" y="1100671"/>
              <a:ext cx="7492646" cy="1748347"/>
            </a:xfrm>
            <a:custGeom>
              <a:avLst/>
              <a:pathLst>
                <a:path w="7492646" h="1748347">
                  <a:moveTo>
                    <a:pt x="0" y="1483016"/>
                  </a:moveTo>
                  <a:lnTo>
                    <a:pt x="7492" y="1486420"/>
                  </a:lnTo>
                  <a:lnTo>
                    <a:pt x="318274" y="1627590"/>
                  </a:lnTo>
                  <a:lnTo>
                    <a:pt x="325767" y="1630993"/>
                  </a:lnTo>
                  <a:lnTo>
                    <a:pt x="333259" y="1632694"/>
                  </a:lnTo>
                  <a:lnTo>
                    <a:pt x="644041" y="1703249"/>
                  </a:lnTo>
                  <a:lnTo>
                    <a:pt x="651534" y="1704950"/>
                  </a:lnTo>
                  <a:lnTo>
                    <a:pt x="659027" y="1705137"/>
                  </a:lnTo>
                  <a:lnTo>
                    <a:pt x="969809" y="1712858"/>
                  </a:lnTo>
                  <a:lnTo>
                    <a:pt x="977301" y="1713044"/>
                  </a:lnTo>
                  <a:lnTo>
                    <a:pt x="984794" y="1713856"/>
                  </a:lnTo>
                  <a:lnTo>
                    <a:pt x="1295576" y="1747535"/>
                  </a:lnTo>
                  <a:lnTo>
                    <a:pt x="1303068" y="1748347"/>
                  </a:lnTo>
                  <a:lnTo>
                    <a:pt x="1310561" y="1747853"/>
                  </a:lnTo>
                  <a:lnTo>
                    <a:pt x="1621343" y="1727382"/>
                  </a:lnTo>
                  <a:lnTo>
                    <a:pt x="1628836" y="1726889"/>
                  </a:lnTo>
                  <a:lnTo>
                    <a:pt x="1636328" y="1721973"/>
                  </a:lnTo>
                  <a:lnTo>
                    <a:pt x="1947110" y="1518092"/>
                  </a:lnTo>
                  <a:lnTo>
                    <a:pt x="1954603" y="1513176"/>
                  </a:lnTo>
                  <a:lnTo>
                    <a:pt x="1962096" y="1506681"/>
                  </a:lnTo>
                  <a:lnTo>
                    <a:pt x="2272877" y="1237265"/>
                  </a:lnTo>
                  <a:lnTo>
                    <a:pt x="2280370" y="1230770"/>
                  </a:lnTo>
                  <a:lnTo>
                    <a:pt x="2287863" y="1224802"/>
                  </a:lnTo>
                  <a:lnTo>
                    <a:pt x="2598645" y="977263"/>
                  </a:lnTo>
                  <a:lnTo>
                    <a:pt x="2606137" y="971295"/>
                  </a:lnTo>
                  <a:lnTo>
                    <a:pt x="2613630" y="965594"/>
                  </a:lnTo>
                  <a:lnTo>
                    <a:pt x="2924412" y="729144"/>
                  </a:lnTo>
                  <a:lnTo>
                    <a:pt x="2931905" y="723444"/>
                  </a:lnTo>
                  <a:lnTo>
                    <a:pt x="2939397" y="716744"/>
                  </a:lnTo>
                  <a:lnTo>
                    <a:pt x="3250179" y="438852"/>
                  </a:lnTo>
                  <a:lnTo>
                    <a:pt x="3257672" y="432153"/>
                  </a:lnTo>
                  <a:lnTo>
                    <a:pt x="3265164" y="428741"/>
                  </a:lnTo>
                  <a:lnTo>
                    <a:pt x="3575946" y="287246"/>
                  </a:lnTo>
                  <a:lnTo>
                    <a:pt x="3583439" y="283835"/>
                  </a:lnTo>
                  <a:lnTo>
                    <a:pt x="3590932" y="283417"/>
                  </a:lnTo>
                  <a:lnTo>
                    <a:pt x="3901714" y="266096"/>
                  </a:lnTo>
                  <a:lnTo>
                    <a:pt x="3909206" y="265678"/>
                  </a:lnTo>
                  <a:lnTo>
                    <a:pt x="3916699" y="266208"/>
                  </a:lnTo>
                  <a:lnTo>
                    <a:pt x="4227481" y="288180"/>
                  </a:lnTo>
                  <a:lnTo>
                    <a:pt x="4234974" y="288710"/>
                  </a:lnTo>
                  <a:lnTo>
                    <a:pt x="4242466" y="289128"/>
                  </a:lnTo>
                  <a:lnTo>
                    <a:pt x="4553248" y="306460"/>
                  </a:lnTo>
                  <a:lnTo>
                    <a:pt x="4560741" y="306877"/>
                  </a:lnTo>
                  <a:lnTo>
                    <a:pt x="4568233" y="306390"/>
                  </a:lnTo>
                  <a:lnTo>
                    <a:pt x="4879015" y="286176"/>
                  </a:lnTo>
                  <a:lnTo>
                    <a:pt x="4886508" y="285689"/>
                  </a:lnTo>
                  <a:lnTo>
                    <a:pt x="4894001" y="285588"/>
                  </a:lnTo>
                  <a:lnTo>
                    <a:pt x="5204783" y="281427"/>
                  </a:lnTo>
                  <a:lnTo>
                    <a:pt x="5212275" y="281327"/>
                  </a:lnTo>
                  <a:lnTo>
                    <a:pt x="5219768" y="278832"/>
                  </a:lnTo>
                  <a:lnTo>
                    <a:pt x="5530550" y="175335"/>
                  </a:lnTo>
                  <a:lnTo>
                    <a:pt x="5538042" y="172840"/>
                  </a:lnTo>
                  <a:lnTo>
                    <a:pt x="5545535" y="168865"/>
                  </a:lnTo>
                  <a:lnTo>
                    <a:pt x="5856317" y="3975"/>
                  </a:lnTo>
                  <a:lnTo>
                    <a:pt x="5863810" y="0"/>
                  </a:lnTo>
                  <a:lnTo>
                    <a:pt x="5871302" y="1976"/>
                  </a:lnTo>
                  <a:lnTo>
                    <a:pt x="6182084" y="83958"/>
                  </a:lnTo>
                  <a:lnTo>
                    <a:pt x="6189577" y="85935"/>
                  </a:lnTo>
                  <a:lnTo>
                    <a:pt x="6197070" y="91480"/>
                  </a:lnTo>
                  <a:lnTo>
                    <a:pt x="6507852" y="321463"/>
                  </a:lnTo>
                  <a:lnTo>
                    <a:pt x="6515344" y="327008"/>
                  </a:lnTo>
                  <a:lnTo>
                    <a:pt x="6522837" y="335895"/>
                  </a:lnTo>
                  <a:lnTo>
                    <a:pt x="6833619" y="704530"/>
                  </a:lnTo>
                  <a:lnTo>
                    <a:pt x="6841111" y="713417"/>
                  </a:lnTo>
                  <a:lnTo>
                    <a:pt x="6848604" y="719589"/>
                  </a:lnTo>
                  <a:lnTo>
                    <a:pt x="7159386" y="975602"/>
                  </a:lnTo>
                  <a:lnTo>
                    <a:pt x="7166879" y="981775"/>
                  </a:lnTo>
                  <a:lnTo>
                    <a:pt x="7174371" y="987953"/>
                  </a:lnTo>
                  <a:lnTo>
                    <a:pt x="7485153" y="1244239"/>
                  </a:lnTo>
                  <a:lnTo>
                    <a:pt x="7492646" y="1250417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422099" y="4204118"/>
              <a:ext cx="76202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422099" y="7340452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422099" y="6572282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422099" y="5804113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22099" y="5035944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422099" y="4267774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2"/>
            <p:cNvSpPr/>
            <p:nvPr/>
          </p:nvSpPr>
          <p:spPr>
            <a:xfrm>
              <a:off x="422099" y="5158148"/>
              <a:ext cx="7507631" cy="2182303"/>
            </a:xfrm>
            <a:custGeom>
              <a:avLst/>
              <a:pathLst>
                <a:path w="7507631" h="2182303">
                  <a:moveTo>
                    <a:pt x="7492" y="1192498"/>
                  </a:moveTo>
                  <a:lnTo>
                    <a:pt x="14985" y="1192901"/>
                  </a:lnTo>
                  <a:lnTo>
                    <a:pt x="325767" y="1209617"/>
                  </a:lnTo>
                  <a:lnTo>
                    <a:pt x="333259" y="1210020"/>
                  </a:lnTo>
                  <a:lnTo>
                    <a:pt x="340752" y="1215268"/>
                  </a:lnTo>
                  <a:lnTo>
                    <a:pt x="651534" y="1432923"/>
                  </a:lnTo>
                  <a:lnTo>
                    <a:pt x="659027" y="1438171"/>
                  </a:lnTo>
                  <a:lnTo>
                    <a:pt x="666519" y="1440819"/>
                  </a:lnTo>
                  <a:lnTo>
                    <a:pt x="977301" y="1550685"/>
                  </a:lnTo>
                  <a:lnTo>
                    <a:pt x="984794" y="1553334"/>
                  </a:lnTo>
                  <a:lnTo>
                    <a:pt x="992286" y="1554378"/>
                  </a:lnTo>
                  <a:lnTo>
                    <a:pt x="1303068" y="1597691"/>
                  </a:lnTo>
                  <a:lnTo>
                    <a:pt x="1310561" y="1598735"/>
                  </a:lnTo>
                  <a:lnTo>
                    <a:pt x="1318054" y="1597124"/>
                  </a:lnTo>
                  <a:lnTo>
                    <a:pt x="1628836" y="1530276"/>
                  </a:lnTo>
                  <a:lnTo>
                    <a:pt x="1636328" y="1528665"/>
                  </a:lnTo>
                  <a:lnTo>
                    <a:pt x="1643821" y="1522412"/>
                  </a:lnTo>
                  <a:lnTo>
                    <a:pt x="1954603" y="1263055"/>
                  </a:lnTo>
                  <a:lnTo>
                    <a:pt x="1962096" y="1256802"/>
                  </a:lnTo>
                  <a:lnTo>
                    <a:pt x="1969588" y="1248638"/>
                  </a:lnTo>
                  <a:lnTo>
                    <a:pt x="2280370" y="909975"/>
                  </a:lnTo>
                  <a:lnTo>
                    <a:pt x="2287863" y="901811"/>
                  </a:lnTo>
                  <a:lnTo>
                    <a:pt x="2295355" y="900251"/>
                  </a:lnTo>
                  <a:lnTo>
                    <a:pt x="2606137" y="835568"/>
                  </a:lnTo>
                  <a:lnTo>
                    <a:pt x="2613630" y="834009"/>
                  </a:lnTo>
                  <a:lnTo>
                    <a:pt x="2621123" y="836018"/>
                  </a:lnTo>
                  <a:lnTo>
                    <a:pt x="2931905" y="919364"/>
                  </a:lnTo>
                  <a:lnTo>
                    <a:pt x="2939397" y="921373"/>
                  </a:lnTo>
                  <a:lnTo>
                    <a:pt x="2946890" y="922930"/>
                  </a:lnTo>
                  <a:lnTo>
                    <a:pt x="3257672" y="987480"/>
                  </a:lnTo>
                  <a:lnTo>
                    <a:pt x="3265164" y="989036"/>
                  </a:lnTo>
                  <a:lnTo>
                    <a:pt x="3272657" y="989164"/>
                  </a:lnTo>
                  <a:lnTo>
                    <a:pt x="3583439" y="994470"/>
                  </a:lnTo>
                  <a:lnTo>
                    <a:pt x="3590932" y="994598"/>
                  </a:lnTo>
                  <a:lnTo>
                    <a:pt x="3598424" y="994424"/>
                  </a:lnTo>
                  <a:lnTo>
                    <a:pt x="3909206" y="987204"/>
                  </a:lnTo>
                  <a:lnTo>
                    <a:pt x="3916699" y="987030"/>
                  </a:lnTo>
                  <a:lnTo>
                    <a:pt x="3924192" y="987434"/>
                  </a:lnTo>
                  <a:lnTo>
                    <a:pt x="4234974" y="1004180"/>
                  </a:lnTo>
                  <a:lnTo>
                    <a:pt x="4242466" y="1004584"/>
                  </a:lnTo>
                  <a:lnTo>
                    <a:pt x="4249959" y="1006519"/>
                  </a:lnTo>
                  <a:lnTo>
                    <a:pt x="4560741" y="1086776"/>
                  </a:lnTo>
                  <a:lnTo>
                    <a:pt x="4568233" y="1088711"/>
                  </a:lnTo>
                  <a:lnTo>
                    <a:pt x="4575726" y="1087891"/>
                  </a:lnTo>
                  <a:lnTo>
                    <a:pt x="4886508" y="1053902"/>
                  </a:lnTo>
                  <a:lnTo>
                    <a:pt x="4894001" y="1053082"/>
                  </a:lnTo>
                  <a:lnTo>
                    <a:pt x="4901493" y="1049556"/>
                  </a:lnTo>
                  <a:lnTo>
                    <a:pt x="5212275" y="903307"/>
                  </a:lnTo>
                  <a:lnTo>
                    <a:pt x="5219768" y="899781"/>
                  </a:lnTo>
                  <a:lnTo>
                    <a:pt x="5227261" y="888662"/>
                  </a:lnTo>
                  <a:lnTo>
                    <a:pt x="5538042" y="427478"/>
                  </a:lnTo>
                  <a:lnTo>
                    <a:pt x="5545535" y="416359"/>
                  </a:lnTo>
                  <a:lnTo>
                    <a:pt x="5553028" y="406783"/>
                  </a:lnTo>
                  <a:lnTo>
                    <a:pt x="5863810" y="9576"/>
                  </a:lnTo>
                  <a:lnTo>
                    <a:pt x="5871302" y="0"/>
                  </a:lnTo>
                  <a:lnTo>
                    <a:pt x="5878795" y="1576"/>
                  </a:lnTo>
                  <a:lnTo>
                    <a:pt x="6189577" y="66980"/>
                  </a:lnTo>
                  <a:lnTo>
                    <a:pt x="6197070" y="68557"/>
                  </a:lnTo>
                  <a:lnTo>
                    <a:pt x="6204562" y="73284"/>
                  </a:lnTo>
                  <a:lnTo>
                    <a:pt x="6515344" y="269329"/>
                  </a:lnTo>
                  <a:lnTo>
                    <a:pt x="6522837" y="274056"/>
                  </a:lnTo>
                  <a:lnTo>
                    <a:pt x="6530329" y="280496"/>
                  </a:lnTo>
                  <a:lnTo>
                    <a:pt x="6841111" y="547630"/>
                  </a:lnTo>
                  <a:lnTo>
                    <a:pt x="6848604" y="554070"/>
                  </a:lnTo>
                  <a:lnTo>
                    <a:pt x="6856097" y="561170"/>
                  </a:lnTo>
                  <a:lnTo>
                    <a:pt x="7166879" y="855651"/>
                  </a:lnTo>
                  <a:lnTo>
                    <a:pt x="7174371" y="862750"/>
                  </a:lnTo>
                  <a:lnTo>
                    <a:pt x="7181864" y="870075"/>
                  </a:lnTo>
                  <a:lnTo>
                    <a:pt x="7492646" y="1173872"/>
                  </a:lnTo>
                  <a:lnTo>
                    <a:pt x="7500139" y="1181197"/>
                  </a:lnTo>
                  <a:lnTo>
                    <a:pt x="7507631" y="2182303"/>
                  </a:lnTo>
                  <a:lnTo>
                    <a:pt x="7500139" y="1202648"/>
                  </a:lnTo>
                  <a:lnTo>
                    <a:pt x="7492646" y="1195394"/>
                  </a:lnTo>
                  <a:lnTo>
                    <a:pt x="7181864" y="894522"/>
                  </a:lnTo>
                  <a:lnTo>
                    <a:pt x="7174371" y="887268"/>
                  </a:lnTo>
                  <a:lnTo>
                    <a:pt x="7166879" y="880252"/>
                  </a:lnTo>
                  <a:lnTo>
                    <a:pt x="6856097" y="589233"/>
                  </a:lnTo>
                  <a:lnTo>
                    <a:pt x="6848604" y="582217"/>
                  </a:lnTo>
                  <a:lnTo>
                    <a:pt x="6841111" y="575864"/>
                  </a:lnTo>
                  <a:lnTo>
                    <a:pt x="6530329" y="312331"/>
                  </a:lnTo>
                  <a:lnTo>
                    <a:pt x="6522837" y="305978"/>
                  </a:lnTo>
                  <a:lnTo>
                    <a:pt x="6515344" y="301282"/>
                  </a:lnTo>
                  <a:lnTo>
                    <a:pt x="6204562" y="106510"/>
                  </a:lnTo>
                  <a:lnTo>
                    <a:pt x="6197070" y="101815"/>
                  </a:lnTo>
                  <a:lnTo>
                    <a:pt x="6189577" y="100193"/>
                  </a:lnTo>
                  <a:lnTo>
                    <a:pt x="5878795" y="32923"/>
                  </a:lnTo>
                  <a:lnTo>
                    <a:pt x="5871302" y="31301"/>
                  </a:lnTo>
                  <a:lnTo>
                    <a:pt x="5863810" y="40783"/>
                  </a:lnTo>
                  <a:lnTo>
                    <a:pt x="5553028" y="434096"/>
                  </a:lnTo>
                  <a:lnTo>
                    <a:pt x="5545535" y="443578"/>
                  </a:lnTo>
                  <a:lnTo>
                    <a:pt x="5538042" y="454618"/>
                  </a:lnTo>
                  <a:lnTo>
                    <a:pt x="5227261" y="912526"/>
                  </a:lnTo>
                  <a:lnTo>
                    <a:pt x="5219768" y="923566"/>
                  </a:lnTo>
                  <a:lnTo>
                    <a:pt x="5212275" y="927044"/>
                  </a:lnTo>
                  <a:lnTo>
                    <a:pt x="4901493" y="1071319"/>
                  </a:lnTo>
                  <a:lnTo>
                    <a:pt x="4894001" y="1074797"/>
                  </a:lnTo>
                  <a:lnTo>
                    <a:pt x="4886508" y="1075610"/>
                  </a:lnTo>
                  <a:lnTo>
                    <a:pt x="4575726" y="1109338"/>
                  </a:lnTo>
                  <a:lnTo>
                    <a:pt x="4568233" y="1110151"/>
                  </a:lnTo>
                  <a:lnTo>
                    <a:pt x="4560741" y="1108227"/>
                  </a:lnTo>
                  <a:lnTo>
                    <a:pt x="4249959" y="1028390"/>
                  </a:lnTo>
                  <a:lnTo>
                    <a:pt x="4242466" y="1026465"/>
                  </a:lnTo>
                  <a:lnTo>
                    <a:pt x="4234974" y="1026086"/>
                  </a:lnTo>
                  <a:lnTo>
                    <a:pt x="3924192" y="1010383"/>
                  </a:lnTo>
                  <a:lnTo>
                    <a:pt x="3916699" y="1010005"/>
                  </a:lnTo>
                  <a:lnTo>
                    <a:pt x="3909206" y="1010198"/>
                  </a:lnTo>
                  <a:lnTo>
                    <a:pt x="3598424" y="1018214"/>
                  </a:lnTo>
                  <a:lnTo>
                    <a:pt x="3590932" y="1018407"/>
                  </a:lnTo>
                  <a:lnTo>
                    <a:pt x="3583439" y="1018281"/>
                  </a:lnTo>
                  <a:lnTo>
                    <a:pt x="3272657" y="1013067"/>
                  </a:lnTo>
                  <a:lnTo>
                    <a:pt x="3265164" y="1012941"/>
                  </a:lnTo>
                  <a:lnTo>
                    <a:pt x="3257672" y="1011355"/>
                  </a:lnTo>
                  <a:lnTo>
                    <a:pt x="2946890" y="945586"/>
                  </a:lnTo>
                  <a:lnTo>
                    <a:pt x="2939397" y="944000"/>
                  </a:lnTo>
                  <a:lnTo>
                    <a:pt x="2931905" y="941917"/>
                  </a:lnTo>
                  <a:lnTo>
                    <a:pt x="2621123" y="855487"/>
                  </a:lnTo>
                  <a:lnTo>
                    <a:pt x="2613630" y="853404"/>
                  </a:lnTo>
                  <a:lnTo>
                    <a:pt x="2606137" y="854865"/>
                  </a:lnTo>
                  <a:lnTo>
                    <a:pt x="2295355" y="915463"/>
                  </a:lnTo>
                  <a:lnTo>
                    <a:pt x="2287863" y="916924"/>
                  </a:lnTo>
                  <a:lnTo>
                    <a:pt x="2280370" y="924989"/>
                  </a:lnTo>
                  <a:lnTo>
                    <a:pt x="1969588" y="1259520"/>
                  </a:lnTo>
                  <a:lnTo>
                    <a:pt x="1962096" y="1267585"/>
                  </a:lnTo>
                  <a:lnTo>
                    <a:pt x="1954603" y="1273769"/>
                  </a:lnTo>
                  <a:lnTo>
                    <a:pt x="1643821" y="1530237"/>
                  </a:lnTo>
                  <a:lnTo>
                    <a:pt x="1636328" y="1536420"/>
                  </a:lnTo>
                  <a:lnTo>
                    <a:pt x="1628836" y="1538010"/>
                  </a:lnTo>
                  <a:lnTo>
                    <a:pt x="1318054" y="1603959"/>
                  </a:lnTo>
                  <a:lnTo>
                    <a:pt x="1310561" y="1605549"/>
                  </a:lnTo>
                  <a:lnTo>
                    <a:pt x="1303068" y="1604535"/>
                  </a:lnTo>
                  <a:lnTo>
                    <a:pt x="992286" y="1562450"/>
                  </a:lnTo>
                  <a:lnTo>
                    <a:pt x="984794" y="1561435"/>
                  </a:lnTo>
                  <a:lnTo>
                    <a:pt x="977301" y="1558856"/>
                  </a:lnTo>
                  <a:lnTo>
                    <a:pt x="666519" y="1451873"/>
                  </a:lnTo>
                  <a:lnTo>
                    <a:pt x="659027" y="1449293"/>
                  </a:lnTo>
                  <a:lnTo>
                    <a:pt x="651534" y="1444133"/>
                  </a:lnTo>
                  <a:lnTo>
                    <a:pt x="340752" y="1230097"/>
                  </a:lnTo>
                  <a:lnTo>
                    <a:pt x="333259" y="1224936"/>
                  </a:lnTo>
                  <a:lnTo>
                    <a:pt x="325767" y="1224618"/>
                  </a:lnTo>
                  <a:lnTo>
                    <a:pt x="14985" y="1211396"/>
                  </a:lnTo>
                  <a:lnTo>
                    <a:pt x="7492" y="1211077"/>
                  </a:lnTo>
                  <a:lnTo>
                    <a:pt x="0" y="2182303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429592" y="5158148"/>
              <a:ext cx="7492646" cy="1598735"/>
            </a:xfrm>
            <a:custGeom>
              <a:avLst/>
              <a:pathLst>
                <a:path w="7492646" h="1598735">
                  <a:moveTo>
                    <a:pt x="0" y="1192498"/>
                  </a:moveTo>
                  <a:lnTo>
                    <a:pt x="7492" y="1192901"/>
                  </a:lnTo>
                  <a:lnTo>
                    <a:pt x="318274" y="1209617"/>
                  </a:lnTo>
                  <a:lnTo>
                    <a:pt x="325767" y="1210020"/>
                  </a:lnTo>
                  <a:lnTo>
                    <a:pt x="333259" y="1215268"/>
                  </a:lnTo>
                  <a:lnTo>
                    <a:pt x="644041" y="1432923"/>
                  </a:lnTo>
                  <a:lnTo>
                    <a:pt x="651534" y="1438171"/>
                  </a:lnTo>
                  <a:lnTo>
                    <a:pt x="659027" y="1440819"/>
                  </a:lnTo>
                  <a:lnTo>
                    <a:pt x="969809" y="1550685"/>
                  </a:lnTo>
                  <a:lnTo>
                    <a:pt x="977301" y="1553334"/>
                  </a:lnTo>
                  <a:lnTo>
                    <a:pt x="984794" y="1554378"/>
                  </a:lnTo>
                  <a:lnTo>
                    <a:pt x="1295576" y="1597691"/>
                  </a:lnTo>
                  <a:lnTo>
                    <a:pt x="1303068" y="1598735"/>
                  </a:lnTo>
                  <a:lnTo>
                    <a:pt x="1310561" y="1597124"/>
                  </a:lnTo>
                  <a:lnTo>
                    <a:pt x="1621343" y="1530276"/>
                  </a:lnTo>
                  <a:lnTo>
                    <a:pt x="1628836" y="1528665"/>
                  </a:lnTo>
                  <a:lnTo>
                    <a:pt x="1636328" y="1522412"/>
                  </a:lnTo>
                  <a:lnTo>
                    <a:pt x="1947110" y="1263055"/>
                  </a:lnTo>
                  <a:lnTo>
                    <a:pt x="1954603" y="1256802"/>
                  </a:lnTo>
                  <a:lnTo>
                    <a:pt x="1962096" y="1248638"/>
                  </a:lnTo>
                  <a:lnTo>
                    <a:pt x="2272877" y="909975"/>
                  </a:lnTo>
                  <a:lnTo>
                    <a:pt x="2280370" y="901811"/>
                  </a:lnTo>
                  <a:lnTo>
                    <a:pt x="2287863" y="900251"/>
                  </a:lnTo>
                  <a:lnTo>
                    <a:pt x="2598645" y="835568"/>
                  </a:lnTo>
                  <a:lnTo>
                    <a:pt x="2606137" y="834009"/>
                  </a:lnTo>
                  <a:lnTo>
                    <a:pt x="2613630" y="836018"/>
                  </a:lnTo>
                  <a:lnTo>
                    <a:pt x="2924412" y="919364"/>
                  </a:lnTo>
                  <a:lnTo>
                    <a:pt x="2931905" y="921373"/>
                  </a:lnTo>
                  <a:lnTo>
                    <a:pt x="2939397" y="922930"/>
                  </a:lnTo>
                  <a:lnTo>
                    <a:pt x="3250179" y="987480"/>
                  </a:lnTo>
                  <a:lnTo>
                    <a:pt x="3257672" y="989036"/>
                  </a:lnTo>
                  <a:lnTo>
                    <a:pt x="3265164" y="989164"/>
                  </a:lnTo>
                  <a:lnTo>
                    <a:pt x="3575946" y="994470"/>
                  </a:lnTo>
                  <a:lnTo>
                    <a:pt x="3583439" y="994598"/>
                  </a:lnTo>
                  <a:lnTo>
                    <a:pt x="3590932" y="994424"/>
                  </a:lnTo>
                  <a:lnTo>
                    <a:pt x="3901714" y="987204"/>
                  </a:lnTo>
                  <a:lnTo>
                    <a:pt x="3909206" y="987030"/>
                  </a:lnTo>
                  <a:lnTo>
                    <a:pt x="3916699" y="987434"/>
                  </a:lnTo>
                  <a:lnTo>
                    <a:pt x="4227481" y="1004180"/>
                  </a:lnTo>
                  <a:lnTo>
                    <a:pt x="4234974" y="1004584"/>
                  </a:lnTo>
                  <a:lnTo>
                    <a:pt x="4242466" y="1006519"/>
                  </a:lnTo>
                  <a:lnTo>
                    <a:pt x="4553248" y="1086776"/>
                  </a:lnTo>
                  <a:lnTo>
                    <a:pt x="4560741" y="1088711"/>
                  </a:lnTo>
                  <a:lnTo>
                    <a:pt x="4568233" y="1087891"/>
                  </a:lnTo>
                  <a:lnTo>
                    <a:pt x="4879015" y="1053902"/>
                  </a:lnTo>
                  <a:lnTo>
                    <a:pt x="4886508" y="1053082"/>
                  </a:lnTo>
                  <a:lnTo>
                    <a:pt x="4894001" y="1049556"/>
                  </a:lnTo>
                  <a:lnTo>
                    <a:pt x="5204783" y="903307"/>
                  </a:lnTo>
                  <a:lnTo>
                    <a:pt x="5212275" y="899781"/>
                  </a:lnTo>
                  <a:lnTo>
                    <a:pt x="5219768" y="888662"/>
                  </a:lnTo>
                  <a:lnTo>
                    <a:pt x="5530550" y="427478"/>
                  </a:lnTo>
                  <a:lnTo>
                    <a:pt x="5538042" y="416359"/>
                  </a:lnTo>
                  <a:lnTo>
                    <a:pt x="5545535" y="406783"/>
                  </a:lnTo>
                  <a:lnTo>
                    <a:pt x="5856317" y="9576"/>
                  </a:lnTo>
                  <a:lnTo>
                    <a:pt x="5863810" y="0"/>
                  </a:lnTo>
                  <a:lnTo>
                    <a:pt x="5871302" y="1576"/>
                  </a:lnTo>
                  <a:lnTo>
                    <a:pt x="6182084" y="66980"/>
                  </a:lnTo>
                  <a:lnTo>
                    <a:pt x="6189577" y="68557"/>
                  </a:lnTo>
                  <a:lnTo>
                    <a:pt x="6197070" y="73284"/>
                  </a:lnTo>
                  <a:lnTo>
                    <a:pt x="6507852" y="269329"/>
                  </a:lnTo>
                  <a:lnTo>
                    <a:pt x="6515344" y="274056"/>
                  </a:lnTo>
                  <a:lnTo>
                    <a:pt x="6522837" y="280496"/>
                  </a:lnTo>
                  <a:lnTo>
                    <a:pt x="6833619" y="547630"/>
                  </a:lnTo>
                  <a:lnTo>
                    <a:pt x="6841111" y="554070"/>
                  </a:lnTo>
                  <a:lnTo>
                    <a:pt x="6848604" y="561170"/>
                  </a:lnTo>
                  <a:lnTo>
                    <a:pt x="7159386" y="855651"/>
                  </a:lnTo>
                  <a:lnTo>
                    <a:pt x="7166879" y="862750"/>
                  </a:lnTo>
                  <a:lnTo>
                    <a:pt x="7174371" y="870075"/>
                  </a:lnTo>
                  <a:lnTo>
                    <a:pt x="7485153" y="1173872"/>
                  </a:lnTo>
                  <a:lnTo>
                    <a:pt x="7492646" y="1181197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4"/>
            <p:cNvSpPr/>
            <p:nvPr/>
          </p:nvSpPr>
          <p:spPr>
            <a:xfrm>
              <a:off x="422099" y="5189450"/>
              <a:ext cx="7507631" cy="2151001"/>
            </a:xfrm>
            <a:custGeom>
              <a:avLst/>
              <a:pathLst>
                <a:path w="7507631" h="2151001">
                  <a:moveTo>
                    <a:pt x="7492" y="1179775"/>
                  </a:moveTo>
                  <a:lnTo>
                    <a:pt x="14985" y="1180094"/>
                  </a:lnTo>
                  <a:lnTo>
                    <a:pt x="325767" y="1193316"/>
                  </a:lnTo>
                  <a:lnTo>
                    <a:pt x="333259" y="1193635"/>
                  </a:lnTo>
                  <a:lnTo>
                    <a:pt x="340752" y="1198795"/>
                  </a:lnTo>
                  <a:lnTo>
                    <a:pt x="651534" y="1412832"/>
                  </a:lnTo>
                  <a:lnTo>
                    <a:pt x="659027" y="1417992"/>
                  </a:lnTo>
                  <a:lnTo>
                    <a:pt x="666519" y="1420571"/>
                  </a:lnTo>
                  <a:lnTo>
                    <a:pt x="977301" y="1527555"/>
                  </a:lnTo>
                  <a:lnTo>
                    <a:pt x="984794" y="1530134"/>
                  </a:lnTo>
                  <a:lnTo>
                    <a:pt x="992286" y="1531149"/>
                  </a:lnTo>
                  <a:lnTo>
                    <a:pt x="1303068" y="1573233"/>
                  </a:lnTo>
                  <a:lnTo>
                    <a:pt x="1310561" y="1574248"/>
                  </a:lnTo>
                  <a:lnTo>
                    <a:pt x="1318054" y="1572658"/>
                  </a:lnTo>
                  <a:lnTo>
                    <a:pt x="1628836" y="1506709"/>
                  </a:lnTo>
                  <a:lnTo>
                    <a:pt x="1636328" y="1505119"/>
                  </a:lnTo>
                  <a:lnTo>
                    <a:pt x="1643821" y="1498936"/>
                  </a:lnTo>
                  <a:lnTo>
                    <a:pt x="1954603" y="1242467"/>
                  </a:lnTo>
                  <a:lnTo>
                    <a:pt x="1962096" y="1236284"/>
                  </a:lnTo>
                  <a:lnTo>
                    <a:pt x="1969588" y="1228219"/>
                  </a:lnTo>
                  <a:lnTo>
                    <a:pt x="2280370" y="893688"/>
                  </a:lnTo>
                  <a:lnTo>
                    <a:pt x="2287863" y="885622"/>
                  </a:lnTo>
                  <a:lnTo>
                    <a:pt x="2295355" y="884161"/>
                  </a:lnTo>
                  <a:lnTo>
                    <a:pt x="2606137" y="823563"/>
                  </a:lnTo>
                  <a:lnTo>
                    <a:pt x="2613630" y="822102"/>
                  </a:lnTo>
                  <a:lnTo>
                    <a:pt x="2621123" y="824186"/>
                  </a:lnTo>
                  <a:lnTo>
                    <a:pt x="2931905" y="910615"/>
                  </a:lnTo>
                  <a:lnTo>
                    <a:pt x="2939397" y="912699"/>
                  </a:lnTo>
                  <a:lnTo>
                    <a:pt x="2946890" y="914285"/>
                  </a:lnTo>
                  <a:lnTo>
                    <a:pt x="3257672" y="980054"/>
                  </a:lnTo>
                  <a:lnTo>
                    <a:pt x="3265164" y="981640"/>
                  </a:lnTo>
                  <a:lnTo>
                    <a:pt x="3272657" y="981765"/>
                  </a:lnTo>
                  <a:lnTo>
                    <a:pt x="3583439" y="986980"/>
                  </a:lnTo>
                  <a:lnTo>
                    <a:pt x="3590932" y="987106"/>
                  </a:lnTo>
                  <a:lnTo>
                    <a:pt x="3598424" y="986912"/>
                  </a:lnTo>
                  <a:lnTo>
                    <a:pt x="3909206" y="978896"/>
                  </a:lnTo>
                  <a:lnTo>
                    <a:pt x="3916699" y="978703"/>
                  </a:lnTo>
                  <a:lnTo>
                    <a:pt x="3924192" y="979082"/>
                  </a:lnTo>
                  <a:lnTo>
                    <a:pt x="4234974" y="994785"/>
                  </a:lnTo>
                  <a:lnTo>
                    <a:pt x="4242466" y="995164"/>
                  </a:lnTo>
                  <a:lnTo>
                    <a:pt x="4249959" y="997088"/>
                  </a:lnTo>
                  <a:lnTo>
                    <a:pt x="4560741" y="1076925"/>
                  </a:lnTo>
                  <a:lnTo>
                    <a:pt x="4568233" y="1078850"/>
                  </a:lnTo>
                  <a:lnTo>
                    <a:pt x="4575726" y="1078037"/>
                  </a:lnTo>
                  <a:lnTo>
                    <a:pt x="4886508" y="1044309"/>
                  </a:lnTo>
                  <a:lnTo>
                    <a:pt x="4894001" y="1043496"/>
                  </a:lnTo>
                  <a:lnTo>
                    <a:pt x="4901493" y="1040017"/>
                  </a:lnTo>
                  <a:lnTo>
                    <a:pt x="5212275" y="895743"/>
                  </a:lnTo>
                  <a:lnTo>
                    <a:pt x="5219768" y="892264"/>
                  </a:lnTo>
                  <a:lnTo>
                    <a:pt x="5227261" y="881225"/>
                  </a:lnTo>
                  <a:lnTo>
                    <a:pt x="5538042" y="423316"/>
                  </a:lnTo>
                  <a:lnTo>
                    <a:pt x="5545535" y="412277"/>
                  </a:lnTo>
                  <a:lnTo>
                    <a:pt x="5553028" y="402794"/>
                  </a:lnTo>
                  <a:lnTo>
                    <a:pt x="5863810" y="9482"/>
                  </a:lnTo>
                  <a:lnTo>
                    <a:pt x="5871302" y="0"/>
                  </a:lnTo>
                  <a:lnTo>
                    <a:pt x="5878795" y="1621"/>
                  </a:lnTo>
                  <a:lnTo>
                    <a:pt x="6189577" y="68892"/>
                  </a:lnTo>
                  <a:lnTo>
                    <a:pt x="6197070" y="70513"/>
                  </a:lnTo>
                  <a:lnTo>
                    <a:pt x="6204562" y="75209"/>
                  </a:lnTo>
                  <a:lnTo>
                    <a:pt x="6515344" y="269981"/>
                  </a:lnTo>
                  <a:lnTo>
                    <a:pt x="6522837" y="274676"/>
                  </a:lnTo>
                  <a:lnTo>
                    <a:pt x="6530329" y="281030"/>
                  </a:lnTo>
                  <a:lnTo>
                    <a:pt x="6841111" y="544562"/>
                  </a:lnTo>
                  <a:lnTo>
                    <a:pt x="6848604" y="550916"/>
                  </a:lnTo>
                  <a:lnTo>
                    <a:pt x="6856097" y="557932"/>
                  </a:lnTo>
                  <a:lnTo>
                    <a:pt x="7166879" y="848951"/>
                  </a:lnTo>
                  <a:lnTo>
                    <a:pt x="7174371" y="855967"/>
                  </a:lnTo>
                  <a:lnTo>
                    <a:pt x="7181864" y="863221"/>
                  </a:lnTo>
                  <a:lnTo>
                    <a:pt x="7492646" y="1164093"/>
                  </a:lnTo>
                  <a:lnTo>
                    <a:pt x="7500139" y="1171347"/>
                  </a:lnTo>
                  <a:lnTo>
                    <a:pt x="7507631" y="2151001"/>
                  </a:lnTo>
                  <a:lnTo>
                    <a:pt x="7500139" y="1174055"/>
                  </a:lnTo>
                  <a:lnTo>
                    <a:pt x="7492646" y="1166826"/>
                  </a:lnTo>
                  <a:lnTo>
                    <a:pt x="7181864" y="866994"/>
                  </a:lnTo>
                  <a:lnTo>
                    <a:pt x="7174371" y="859765"/>
                  </a:lnTo>
                  <a:lnTo>
                    <a:pt x="7166879" y="852762"/>
                  </a:lnTo>
                  <a:lnTo>
                    <a:pt x="6856097" y="562271"/>
                  </a:lnTo>
                  <a:lnTo>
                    <a:pt x="6848604" y="555267"/>
                  </a:lnTo>
                  <a:lnTo>
                    <a:pt x="6841111" y="548930"/>
                  </a:lnTo>
                  <a:lnTo>
                    <a:pt x="6530329" y="286070"/>
                  </a:lnTo>
                  <a:lnTo>
                    <a:pt x="6522837" y="279732"/>
                  </a:lnTo>
                  <a:lnTo>
                    <a:pt x="6515344" y="275045"/>
                  </a:lnTo>
                  <a:lnTo>
                    <a:pt x="6204562" y="80639"/>
                  </a:lnTo>
                  <a:lnTo>
                    <a:pt x="6197070" y="75952"/>
                  </a:lnTo>
                  <a:lnTo>
                    <a:pt x="6189577" y="74329"/>
                  </a:lnTo>
                  <a:lnTo>
                    <a:pt x="5878795" y="7006"/>
                  </a:lnTo>
                  <a:lnTo>
                    <a:pt x="5871302" y="5383"/>
                  </a:lnTo>
                  <a:lnTo>
                    <a:pt x="5863810" y="14845"/>
                  </a:lnTo>
                  <a:lnTo>
                    <a:pt x="5553028" y="407309"/>
                  </a:lnTo>
                  <a:lnTo>
                    <a:pt x="5545535" y="416771"/>
                  </a:lnTo>
                  <a:lnTo>
                    <a:pt x="5538042" y="427780"/>
                  </a:lnTo>
                  <a:lnTo>
                    <a:pt x="5227261" y="884439"/>
                  </a:lnTo>
                  <a:lnTo>
                    <a:pt x="5219768" y="895449"/>
                  </a:lnTo>
                  <a:lnTo>
                    <a:pt x="5212275" y="898914"/>
                  </a:lnTo>
                  <a:lnTo>
                    <a:pt x="4901493" y="1042675"/>
                  </a:lnTo>
                  <a:lnTo>
                    <a:pt x="4894001" y="1046141"/>
                  </a:lnTo>
                  <a:lnTo>
                    <a:pt x="4886508" y="1046944"/>
                  </a:lnTo>
                  <a:lnTo>
                    <a:pt x="4575726" y="1080274"/>
                  </a:lnTo>
                  <a:lnTo>
                    <a:pt x="4568233" y="1081078"/>
                  </a:lnTo>
                  <a:lnTo>
                    <a:pt x="4560741" y="1079168"/>
                  </a:lnTo>
                  <a:lnTo>
                    <a:pt x="4249959" y="999957"/>
                  </a:lnTo>
                  <a:lnTo>
                    <a:pt x="4242466" y="998047"/>
                  </a:lnTo>
                  <a:lnTo>
                    <a:pt x="4234974" y="997664"/>
                  </a:lnTo>
                  <a:lnTo>
                    <a:pt x="3924192" y="981793"/>
                  </a:lnTo>
                  <a:lnTo>
                    <a:pt x="3916699" y="981410"/>
                  </a:lnTo>
                  <a:lnTo>
                    <a:pt x="3909206" y="981609"/>
                  </a:lnTo>
                  <a:lnTo>
                    <a:pt x="3598424" y="989888"/>
                  </a:lnTo>
                  <a:lnTo>
                    <a:pt x="3590932" y="990088"/>
                  </a:lnTo>
                  <a:lnTo>
                    <a:pt x="3583439" y="989960"/>
                  </a:lnTo>
                  <a:lnTo>
                    <a:pt x="3272657" y="984662"/>
                  </a:lnTo>
                  <a:lnTo>
                    <a:pt x="3265164" y="984534"/>
                  </a:lnTo>
                  <a:lnTo>
                    <a:pt x="3257672" y="982957"/>
                  </a:lnTo>
                  <a:lnTo>
                    <a:pt x="2946890" y="917545"/>
                  </a:lnTo>
                  <a:lnTo>
                    <a:pt x="2939397" y="915968"/>
                  </a:lnTo>
                  <a:lnTo>
                    <a:pt x="2931905" y="913901"/>
                  </a:lnTo>
                  <a:lnTo>
                    <a:pt x="2621123" y="828162"/>
                  </a:lnTo>
                  <a:lnTo>
                    <a:pt x="2613630" y="826094"/>
                  </a:lnTo>
                  <a:lnTo>
                    <a:pt x="2606137" y="827561"/>
                  </a:lnTo>
                  <a:lnTo>
                    <a:pt x="2295355" y="888411"/>
                  </a:lnTo>
                  <a:lnTo>
                    <a:pt x="2287863" y="889878"/>
                  </a:lnTo>
                  <a:lnTo>
                    <a:pt x="2280370" y="897910"/>
                  </a:lnTo>
                  <a:lnTo>
                    <a:pt x="1969588" y="1231058"/>
                  </a:lnTo>
                  <a:lnTo>
                    <a:pt x="1962096" y="1239090"/>
                  </a:lnTo>
                  <a:lnTo>
                    <a:pt x="1954603" y="1245245"/>
                  </a:lnTo>
                  <a:lnTo>
                    <a:pt x="1643821" y="1500540"/>
                  </a:lnTo>
                  <a:lnTo>
                    <a:pt x="1636328" y="1506695"/>
                  </a:lnTo>
                  <a:lnTo>
                    <a:pt x="1628836" y="1508280"/>
                  </a:lnTo>
                  <a:lnTo>
                    <a:pt x="1318054" y="1574028"/>
                  </a:lnTo>
                  <a:lnTo>
                    <a:pt x="1310561" y="1575613"/>
                  </a:lnTo>
                  <a:lnTo>
                    <a:pt x="1303068" y="1574609"/>
                  </a:lnTo>
                  <a:lnTo>
                    <a:pt x="992286" y="1532984"/>
                  </a:lnTo>
                  <a:lnTo>
                    <a:pt x="984794" y="1531981"/>
                  </a:lnTo>
                  <a:lnTo>
                    <a:pt x="977301" y="1529425"/>
                  </a:lnTo>
                  <a:lnTo>
                    <a:pt x="666519" y="1423412"/>
                  </a:lnTo>
                  <a:lnTo>
                    <a:pt x="659027" y="1420856"/>
                  </a:lnTo>
                  <a:lnTo>
                    <a:pt x="651534" y="1415738"/>
                  </a:lnTo>
                  <a:lnTo>
                    <a:pt x="340752" y="1203452"/>
                  </a:lnTo>
                  <a:lnTo>
                    <a:pt x="333259" y="1198334"/>
                  </a:lnTo>
                  <a:lnTo>
                    <a:pt x="325767" y="1198003"/>
                  </a:lnTo>
                  <a:lnTo>
                    <a:pt x="14985" y="1184265"/>
                  </a:lnTo>
                  <a:lnTo>
                    <a:pt x="7492" y="1183933"/>
                  </a:lnTo>
                  <a:lnTo>
                    <a:pt x="0" y="2151001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29592" y="5189450"/>
              <a:ext cx="7492646" cy="1574248"/>
            </a:xfrm>
            <a:custGeom>
              <a:avLst/>
              <a:pathLst>
                <a:path w="7492646" h="1574248">
                  <a:moveTo>
                    <a:pt x="0" y="1179775"/>
                  </a:moveTo>
                  <a:lnTo>
                    <a:pt x="7492" y="1180094"/>
                  </a:lnTo>
                  <a:lnTo>
                    <a:pt x="318274" y="1193316"/>
                  </a:lnTo>
                  <a:lnTo>
                    <a:pt x="325767" y="1193635"/>
                  </a:lnTo>
                  <a:lnTo>
                    <a:pt x="333259" y="1198795"/>
                  </a:lnTo>
                  <a:lnTo>
                    <a:pt x="644041" y="1412832"/>
                  </a:lnTo>
                  <a:lnTo>
                    <a:pt x="651534" y="1417992"/>
                  </a:lnTo>
                  <a:lnTo>
                    <a:pt x="659027" y="1420571"/>
                  </a:lnTo>
                  <a:lnTo>
                    <a:pt x="969809" y="1527555"/>
                  </a:lnTo>
                  <a:lnTo>
                    <a:pt x="977301" y="1530134"/>
                  </a:lnTo>
                  <a:lnTo>
                    <a:pt x="984794" y="1531149"/>
                  </a:lnTo>
                  <a:lnTo>
                    <a:pt x="1295576" y="1573233"/>
                  </a:lnTo>
                  <a:lnTo>
                    <a:pt x="1303068" y="1574248"/>
                  </a:lnTo>
                  <a:lnTo>
                    <a:pt x="1310561" y="1572658"/>
                  </a:lnTo>
                  <a:lnTo>
                    <a:pt x="1621343" y="1506709"/>
                  </a:lnTo>
                  <a:lnTo>
                    <a:pt x="1628836" y="1505119"/>
                  </a:lnTo>
                  <a:lnTo>
                    <a:pt x="1636328" y="1498936"/>
                  </a:lnTo>
                  <a:lnTo>
                    <a:pt x="1947110" y="1242467"/>
                  </a:lnTo>
                  <a:lnTo>
                    <a:pt x="1954603" y="1236284"/>
                  </a:lnTo>
                  <a:lnTo>
                    <a:pt x="1962096" y="1228219"/>
                  </a:lnTo>
                  <a:lnTo>
                    <a:pt x="2272877" y="893688"/>
                  </a:lnTo>
                  <a:lnTo>
                    <a:pt x="2280370" y="885622"/>
                  </a:lnTo>
                  <a:lnTo>
                    <a:pt x="2287863" y="884161"/>
                  </a:lnTo>
                  <a:lnTo>
                    <a:pt x="2598645" y="823563"/>
                  </a:lnTo>
                  <a:lnTo>
                    <a:pt x="2606137" y="822102"/>
                  </a:lnTo>
                  <a:lnTo>
                    <a:pt x="2613630" y="824186"/>
                  </a:lnTo>
                  <a:lnTo>
                    <a:pt x="2924412" y="910615"/>
                  </a:lnTo>
                  <a:lnTo>
                    <a:pt x="2931905" y="912699"/>
                  </a:lnTo>
                  <a:lnTo>
                    <a:pt x="2939397" y="914285"/>
                  </a:lnTo>
                  <a:lnTo>
                    <a:pt x="3250179" y="980054"/>
                  </a:lnTo>
                  <a:lnTo>
                    <a:pt x="3257672" y="981640"/>
                  </a:lnTo>
                  <a:lnTo>
                    <a:pt x="3265164" y="981765"/>
                  </a:lnTo>
                  <a:lnTo>
                    <a:pt x="3575946" y="986980"/>
                  </a:lnTo>
                  <a:lnTo>
                    <a:pt x="3583439" y="987106"/>
                  </a:lnTo>
                  <a:lnTo>
                    <a:pt x="3590932" y="986912"/>
                  </a:lnTo>
                  <a:lnTo>
                    <a:pt x="3901714" y="978896"/>
                  </a:lnTo>
                  <a:lnTo>
                    <a:pt x="3909206" y="978703"/>
                  </a:lnTo>
                  <a:lnTo>
                    <a:pt x="3916699" y="979082"/>
                  </a:lnTo>
                  <a:lnTo>
                    <a:pt x="4227481" y="994785"/>
                  </a:lnTo>
                  <a:lnTo>
                    <a:pt x="4234974" y="995164"/>
                  </a:lnTo>
                  <a:lnTo>
                    <a:pt x="4242466" y="997088"/>
                  </a:lnTo>
                  <a:lnTo>
                    <a:pt x="4553248" y="1076925"/>
                  </a:lnTo>
                  <a:lnTo>
                    <a:pt x="4560741" y="1078850"/>
                  </a:lnTo>
                  <a:lnTo>
                    <a:pt x="4568233" y="1078037"/>
                  </a:lnTo>
                  <a:lnTo>
                    <a:pt x="4879015" y="1044309"/>
                  </a:lnTo>
                  <a:lnTo>
                    <a:pt x="4886508" y="1043496"/>
                  </a:lnTo>
                  <a:lnTo>
                    <a:pt x="4894001" y="1040017"/>
                  </a:lnTo>
                  <a:lnTo>
                    <a:pt x="5204783" y="895743"/>
                  </a:lnTo>
                  <a:lnTo>
                    <a:pt x="5212275" y="892264"/>
                  </a:lnTo>
                  <a:lnTo>
                    <a:pt x="5219768" y="881225"/>
                  </a:lnTo>
                  <a:lnTo>
                    <a:pt x="5530550" y="423316"/>
                  </a:lnTo>
                  <a:lnTo>
                    <a:pt x="5538042" y="412277"/>
                  </a:lnTo>
                  <a:lnTo>
                    <a:pt x="5545535" y="402794"/>
                  </a:lnTo>
                  <a:lnTo>
                    <a:pt x="5856317" y="9482"/>
                  </a:lnTo>
                  <a:lnTo>
                    <a:pt x="5863810" y="0"/>
                  </a:lnTo>
                  <a:lnTo>
                    <a:pt x="5871302" y="1621"/>
                  </a:lnTo>
                  <a:lnTo>
                    <a:pt x="6182084" y="68892"/>
                  </a:lnTo>
                  <a:lnTo>
                    <a:pt x="6189577" y="70513"/>
                  </a:lnTo>
                  <a:lnTo>
                    <a:pt x="6197070" y="75209"/>
                  </a:lnTo>
                  <a:lnTo>
                    <a:pt x="6507852" y="269981"/>
                  </a:lnTo>
                  <a:lnTo>
                    <a:pt x="6515344" y="274676"/>
                  </a:lnTo>
                  <a:lnTo>
                    <a:pt x="6522837" y="281030"/>
                  </a:lnTo>
                  <a:lnTo>
                    <a:pt x="6833619" y="544562"/>
                  </a:lnTo>
                  <a:lnTo>
                    <a:pt x="6841111" y="550916"/>
                  </a:lnTo>
                  <a:lnTo>
                    <a:pt x="6848604" y="557932"/>
                  </a:lnTo>
                  <a:lnTo>
                    <a:pt x="7159386" y="848951"/>
                  </a:lnTo>
                  <a:lnTo>
                    <a:pt x="7166879" y="855967"/>
                  </a:lnTo>
                  <a:lnTo>
                    <a:pt x="7174371" y="863221"/>
                  </a:lnTo>
                  <a:lnTo>
                    <a:pt x="7485153" y="1164093"/>
                  </a:lnTo>
                  <a:lnTo>
                    <a:pt x="7492646" y="1171347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6"/>
            <p:cNvSpPr/>
            <p:nvPr/>
          </p:nvSpPr>
          <p:spPr>
            <a:xfrm>
              <a:off x="422099" y="5194834"/>
              <a:ext cx="7507631" cy="2145618"/>
            </a:xfrm>
            <a:custGeom>
              <a:avLst/>
              <a:pathLst>
                <a:path w="7507631" h="2145618">
                  <a:moveTo>
                    <a:pt x="7492" y="1178550"/>
                  </a:moveTo>
                  <a:lnTo>
                    <a:pt x="14985" y="1178881"/>
                  </a:lnTo>
                  <a:lnTo>
                    <a:pt x="325767" y="1192619"/>
                  </a:lnTo>
                  <a:lnTo>
                    <a:pt x="333259" y="1192950"/>
                  </a:lnTo>
                  <a:lnTo>
                    <a:pt x="340752" y="1198068"/>
                  </a:lnTo>
                  <a:lnTo>
                    <a:pt x="651534" y="1410354"/>
                  </a:lnTo>
                  <a:lnTo>
                    <a:pt x="659027" y="1415472"/>
                  </a:lnTo>
                  <a:lnTo>
                    <a:pt x="666519" y="1418028"/>
                  </a:lnTo>
                  <a:lnTo>
                    <a:pt x="977301" y="1524041"/>
                  </a:lnTo>
                  <a:lnTo>
                    <a:pt x="984794" y="1526597"/>
                  </a:lnTo>
                  <a:lnTo>
                    <a:pt x="992286" y="1527600"/>
                  </a:lnTo>
                  <a:lnTo>
                    <a:pt x="1303068" y="1569225"/>
                  </a:lnTo>
                  <a:lnTo>
                    <a:pt x="1310561" y="1570229"/>
                  </a:lnTo>
                  <a:lnTo>
                    <a:pt x="1318054" y="1568644"/>
                  </a:lnTo>
                  <a:lnTo>
                    <a:pt x="1628836" y="1502896"/>
                  </a:lnTo>
                  <a:lnTo>
                    <a:pt x="1636328" y="1501311"/>
                  </a:lnTo>
                  <a:lnTo>
                    <a:pt x="1643821" y="1495156"/>
                  </a:lnTo>
                  <a:lnTo>
                    <a:pt x="1954603" y="1239861"/>
                  </a:lnTo>
                  <a:lnTo>
                    <a:pt x="1962096" y="1233706"/>
                  </a:lnTo>
                  <a:lnTo>
                    <a:pt x="1969588" y="1225674"/>
                  </a:lnTo>
                  <a:lnTo>
                    <a:pt x="2280370" y="892526"/>
                  </a:lnTo>
                  <a:lnTo>
                    <a:pt x="2287863" y="884494"/>
                  </a:lnTo>
                  <a:lnTo>
                    <a:pt x="2295355" y="883027"/>
                  </a:lnTo>
                  <a:lnTo>
                    <a:pt x="2606137" y="822178"/>
                  </a:lnTo>
                  <a:lnTo>
                    <a:pt x="2613630" y="820711"/>
                  </a:lnTo>
                  <a:lnTo>
                    <a:pt x="2621123" y="822778"/>
                  </a:lnTo>
                  <a:lnTo>
                    <a:pt x="2931905" y="908517"/>
                  </a:lnTo>
                  <a:lnTo>
                    <a:pt x="2939397" y="910584"/>
                  </a:lnTo>
                  <a:lnTo>
                    <a:pt x="2946890" y="912161"/>
                  </a:lnTo>
                  <a:lnTo>
                    <a:pt x="3257672" y="977573"/>
                  </a:lnTo>
                  <a:lnTo>
                    <a:pt x="3265164" y="979150"/>
                  </a:lnTo>
                  <a:lnTo>
                    <a:pt x="3272657" y="979278"/>
                  </a:lnTo>
                  <a:lnTo>
                    <a:pt x="3583439" y="984576"/>
                  </a:lnTo>
                  <a:lnTo>
                    <a:pt x="3590932" y="984704"/>
                  </a:lnTo>
                  <a:lnTo>
                    <a:pt x="3598424" y="984504"/>
                  </a:lnTo>
                  <a:lnTo>
                    <a:pt x="3909206" y="976226"/>
                  </a:lnTo>
                  <a:lnTo>
                    <a:pt x="3916699" y="976026"/>
                  </a:lnTo>
                  <a:lnTo>
                    <a:pt x="3924192" y="976409"/>
                  </a:lnTo>
                  <a:lnTo>
                    <a:pt x="4234974" y="992280"/>
                  </a:lnTo>
                  <a:lnTo>
                    <a:pt x="4242466" y="992663"/>
                  </a:lnTo>
                  <a:lnTo>
                    <a:pt x="4249959" y="994573"/>
                  </a:lnTo>
                  <a:lnTo>
                    <a:pt x="4560741" y="1073784"/>
                  </a:lnTo>
                  <a:lnTo>
                    <a:pt x="4568233" y="1075694"/>
                  </a:lnTo>
                  <a:lnTo>
                    <a:pt x="4575726" y="1074890"/>
                  </a:lnTo>
                  <a:lnTo>
                    <a:pt x="4886508" y="1041561"/>
                  </a:lnTo>
                  <a:lnTo>
                    <a:pt x="4894001" y="1040757"/>
                  </a:lnTo>
                  <a:lnTo>
                    <a:pt x="4901493" y="1037291"/>
                  </a:lnTo>
                  <a:lnTo>
                    <a:pt x="5212275" y="893531"/>
                  </a:lnTo>
                  <a:lnTo>
                    <a:pt x="5219768" y="890065"/>
                  </a:lnTo>
                  <a:lnTo>
                    <a:pt x="5227261" y="879055"/>
                  </a:lnTo>
                  <a:lnTo>
                    <a:pt x="5538042" y="422396"/>
                  </a:lnTo>
                  <a:lnTo>
                    <a:pt x="5545535" y="411387"/>
                  </a:lnTo>
                  <a:lnTo>
                    <a:pt x="5553028" y="401925"/>
                  </a:lnTo>
                  <a:lnTo>
                    <a:pt x="5863810" y="9461"/>
                  </a:lnTo>
                  <a:lnTo>
                    <a:pt x="5871302" y="0"/>
                  </a:lnTo>
                  <a:lnTo>
                    <a:pt x="5878795" y="1623"/>
                  </a:lnTo>
                  <a:lnTo>
                    <a:pt x="6189577" y="68945"/>
                  </a:lnTo>
                  <a:lnTo>
                    <a:pt x="6197070" y="70568"/>
                  </a:lnTo>
                  <a:lnTo>
                    <a:pt x="6204562" y="75255"/>
                  </a:lnTo>
                  <a:lnTo>
                    <a:pt x="6515344" y="269662"/>
                  </a:lnTo>
                  <a:lnTo>
                    <a:pt x="6522837" y="274349"/>
                  </a:lnTo>
                  <a:lnTo>
                    <a:pt x="6530329" y="280686"/>
                  </a:lnTo>
                  <a:lnTo>
                    <a:pt x="6841111" y="543546"/>
                  </a:lnTo>
                  <a:lnTo>
                    <a:pt x="6848604" y="549883"/>
                  </a:lnTo>
                  <a:lnTo>
                    <a:pt x="6856097" y="556887"/>
                  </a:lnTo>
                  <a:lnTo>
                    <a:pt x="7166879" y="847378"/>
                  </a:lnTo>
                  <a:lnTo>
                    <a:pt x="7174371" y="854382"/>
                  </a:lnTo>
                  <a:lnTo>
                    <a:pt x="7181864" y="861610"/>
                  </a:lnTo>
                  <a:lnTo>
                    <a:pt x="7492646" y="1161443"/>
                  </a:lnTo>
                  <a:lnTo>
                    <a:pt x="7500139" y="1168671"/>
                  </a:lnTo>
                  <a:lnTo>
                    <a:pt x="7507631" y="2145618"/>
                  </a:lnTo>
                  <a:lnTo>
                    <a:pt x="7500139" y="2145618"/>
                  </a:lnTo>
                  <a:lnTo>
                    <a:pt x="7492646" y="2145618"/>
                  </a:lnTo>
                  <a:lnTo>
                    <a:pt x="7181864" y="2145618"/>
                  </a:lnTo>
                  <a:lnTo>
                    <a:pt x="7174371" y="2145618"/>
                  </a:lnTo>
                  <a:lnTo>
                    <a:pt x="7166879" y="2145618"/>
                  </a:lnTo>
                  <a:lnTo>
                    <a:pt x="6856097" y="2145618"/>
                  </a:lnTo>
                  <a:lnTo>
                    <a:pt x="6848604" y="2145618"/>
                  </a:lnTo>
                  <a:lnTo>
                    <a:pt x="6841111" y="2145618"/>
                  </a:lnTo>
                  <a:lnTo>
                    <a:pt x="6530329" y="2145618"/>
                  </a:lnTo>
                  <a:lnTo>
                    <a:pt x="6522837" y="2145618"/>
                  </a:lnTo>
                  <a:lnTo>
                    <a:pt x="6515344" y="2145618"/>
                  </a:lnTo>
                  <a:lnTo>
                    <a:pt x="6204562" y="2145618"/>
                  </a:lnTo>
                  <a:lnTo>
                    <a:pt x="6197070" y="2145618"/>
                  </a:lnTo>
                  <a:lnTo>
                    <a:pt x="6189577" y="2145618"/>
                  </a:lnTo>
                  <a:lnTo>
                    <a:pt x="5878795" y="2145618"/>
                  </a:lnTo>
                  <a:lnTo>
                    <a:pt x="5871302" y="2145618"/>
                  </a:lnTo>
                  <a:lnTo>
                    <a:pt x="5863810" y="2145618"/>
                  </a:lnTo>
                  <a:lnTo>
                    <a:pt x="5553028" y="2145618"/>
                  </a:lnTo>
                  <a:lnTo>
                    <a:pt x="5545535" y="2145618"/>
                  </a:lnTo>
                  <a:lnTo>
                    <a:pt x="5538042" y="2145618"/>
                  </a:lnTo>
                  <a:lnTo>
                    <a:pt x="5227261" y="2145618"/>
                  </a:lnTo>
                  <a:lnTo>
                    <a:pt x="5219768" y="2145618"/>
                  </a:lnTo>
                  <a:lnTo>
                    <a:pt x="5212275" y="2145618"/>
                  </a:lnTo>
                  <a:lnTo>
                    <a:pt x="4901493" y="2145618"/>
                  </a:lnTo>
                  <a:lnTo>
                    <a:pt x="4894001" y="2145618"/>
                  </a:lnTo>
                  <a:lnTo>
                    <a:pt x="4886508" y="2145618"/>
                  </a:lnTo>
                  <a:lnTo>
                    <a:pt x="4575726" y="2145618"/>
                  </a:lnTo>
                  <a:lnTo>
                    <a:pt x="4568233" y="2145618"/>
                  </a:lnTo>
                  <a:lnTo>
                    <a:pt x="4560741" y="2145618"/>
                  </a:lnTo>
                  <a:lnTo>
                    <a:pt x="4249959" y="2145618"/>
                  </a:lnTo>
                  <a:lnTo>
                    <a:pt x="4242466" y="2145618"/>
                  </a:lnTo>
                  <a:lnTo>
                    <a:pt x="4234974" y="2145618"/>
                  </a:lnTo>
                  <a:lnTo>
                    <a:pt x="3924192" y="2145618"/>
                  </a:lnTo>
                  <a:lnTo>
                    <a:pt x="3916699" y="2145618"/>
                  </a:lnTo>
                  <a:lnTo>
                    <a:pt x="3909206" y="2145618"/>
                  </a:lnTo>
                  <a:lnTo>
                    <a:pt x="3598424" y="2145618"/>
                  </a:lnTo>
                  <a:lnTo>
                    <a:pt x="3590932" y="2145618"/>
                  </a:lnTo>
                  <a:lnTo>
                    <a:pt x="3583439" y="2145618"/>
                  </a:lnTo>
                  <a:lnTo>
                    <a:pt x="3272657" y="2145618"/>
                  </a:lnTo>
                  <a:lnTo>
                    <a:pt x="3265164" y="2145618"/>
                  </a:lnTo>
                  <a:lnTo>
                    <a:pt x="3257672" y="2145618"/>
                  </a:lnTo>
                  <a:lnTo>
                    <a:pt x="2946890" y="2145618"/>
                  </a:lnTo>
                  <a:lnTo>
                    <a:pt x="2939397" y="2145618"/>
                  </a:lnTo>
                  <a:lnTo>
                    <a:pt x="2931905" y="2145618"/>
                  </a:lnTo>
                  <a:lnTo>
                    <a:pt x="2621123" y="2145618"/>
                  </a:lnTo>
                  <a:lnTo>
                    <a:pt x="2613630" y="2145618"/>
                  </a:lnTo>
                  <a:lnTo>
                    <a:pt x="2606137" y="2145618"/>
                  </a:lnTo>
                  <a:lnTo>
                    <a:pt x="2295355" y="2145618"/>
                  </a:lnTo>
                  <a:lnTo>
                    <a:pt x="2287863" y="2145618"/>
                  </a:lnTo>
                  <a:lnTo>
                    <a:pt x="2280370" y="2145618"/>
                  </a:lnTo>
                  <a:lnTo>
                    <a:pt x="1969588" y="2145618"/>
                  </a:lnTo>
                  <a:lnTo>
                    <a:pt x="1962096" y="2145618"/>
                  </a:lnTo>
                  <a:lnTo>
                    <a:pt x="1954603" y="2145618"/>
                  </a:lnTo>
                  <a:lnTo>
                    <a:pt x="1643821" y="2145618"/>
                  </a:lnTo>
                  <a:lnTo>
                    <a:pt x="1636328" y="2145618"/>
                  </a:lnTo>
                  <a:lnTo>
                    <a:pt x="1628836" y="2145618"/>
                  </a:lnTo>
                  <a:lnTo>
                    <a:pt x="1318054" y="2145618"/>
                  </a:lnTo>
                  <a:lnTo>
                    <a:pt x="1310561" y="2145618"/>
                  </a:lnTo>
                  <a:lnTo>
                    <a:pt x="1303068" y="2145618"/>
                  </a:lnTo>
                  <a:lnTo>
                    <a:pt x="992286" y="2145618"/>
                  </a:lnTo>
                  <a:lnTo>
                    <a:pt x="984794" y="2145618"/>
                  </a:lnTo>
                  <a:lnTo>
                    <a:pt x="977301" y="2145618"/>
                  </a:lnTo>
                  <a:lnTo>
                    <a:pt x="666519" y="2145618"/>
                  </a:lnTo>
                  <a:lnTo>
                    <a:pt x="659027" y="2145618"/>
                  </a:lnTo>
                  <a:lnTo>
                    <a:pt x="651534" y="2145618"/>
                  </a:lnTo>
                  <a:lnTo>
                    <a:pt x="340752" y="2145618"/>
                  </a:lnTo>
                  <a:lnTo>
                    <a:pt x="333259" y="2145618"/>
                  </a:lnTo>
                  <a:lnTo>
                    <a:pt x="325767" y="2145618"/>
                  </a:lnTo>
                  <a:lnTo>
                    <a:pt x="14985" y="2145618"/>
                  </a:lnTo>
                  <a:lnTo>
                    <a:pt x="7492" y="2145618"/>
                  </a:lnTo>
                  <a:lnTo>
                    <a:pt x="0" y="2145618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429592" y="5194834"/>
              <a:ext cx="7492646" cy="1570229"/>
            </a:xfrm>
            <a:custGeom>
              <a:avLst/>
              <a:pathLst>
                <a:path w="7492646" h="1570229">
                  <a:moveTo>
                    <a:pt x="0" y="1178550"/>
                  </a:moveTo>
                  <a:lnTo>
                    <a:pt x="7492" y="1178881"/>
                  </a:lnTo>
                  <a:lnTo>
                    <a:pt x="318274" y="1192619"/>
                  </a:lnTo>
                  <a:lnTo>
                    <a:pt x="325767" y="1192950"/>
                  </a:lnTo>
                  <a:lnTo>
                    <a:pt x="333259" y="1198068"/>
                  </a:lnTo>
                  <a:lnTo>
                    <a:pt x="644041" y="1410354"/>
                  </a:lnTo>
                  <a:lnTo>
                    <a:pt x="651534" y="1415472"/>
                  </a:lnTo>
                  <a:lnTo>
                    <a:pt x="659027" y="1418028"/>
                  </a:lnTo>
                  <a:lnTo>
                    <a:pt x="969809" y="1524041"/>
                  </a:lnTo>
                  <a:lnTo>
                    <a:pt x="977301" y="1526597"/>
                  </a:lnTo>
                  <a:lnTo>
                    <a:pt x="984794" y="1527600"/>
                  </a:lnTo>
                  <a:lnTo>
                    <a:pt x="1295576" y="1569225"/>
                  </a:lnTo>
                  <a:lnTo>
                    <a:pt x="1303068" y="1570229"/>
                  </a:lnTo>
                  <a:lnTo>
                    <a:pt x="1310561" y="1568644"/>
                  </a:lnTo>
                  <a:lnTo>
                    <a:pt x="1621343" y="1502896"/>
                  </a:lnTo>
                  <a:lnTo>
                    <a:pt x="1628836" y="1501311"/>
                  </a:lnTo>
                  <a:lnTo>
                    <a:pt x="1636328" y="1495156"/>
                  </a:lnTo>
                  <a:lnTo>
                    <a:pt x="1947110" y="1239861"/>
                  </a:lnTo>
                  <a:lnTo>
                    <a:pt x="1954603" y="1233706"/>
                  </a:lnTo>
                  <a:lnTo>
                    <a:pt x="1962096" y="1225674"/>
                  </a:lnTo>
                  <a:lnTo>
                    <a:pt x="2272877" y="892526"/>
                  </a:lnTo>
                  <a:lnTo>
                    <a:pt x="2280370" y="884494"/>
                  </a:lnTo>
                  <a:lnTo>
                    <a:pt x="2287863" y="883027"/>
                  </a:lnTo>
                  <a:lnTo>
                    <a:pt x="2598645" y="822178"/>
                  </a:lnTo>
                  <a:lnTo>
                    <a:pt x="2606137" y="820711"/>
                  </a:lnTo>
                  <a:lnTo>
                    <a:pt x="2613630" y="822778"/>
                  </a:lnTo>
                  <a:lnTo>
                    <a:pt x="2924412" y="908517"/>
                  </a:lnTo>
                  <a:lnTo>
                    <a:pt x="2931905" y="910584"/>
                  </a:lnTo>
                  <a:lnTo>
                    <a:pt x="2939397" y="912161"/>
                  </a:lnTo>
                  <a:lnTo>
                    <a:pt x="3250179" y="977573"/>
                  </a:lnTo>
                  <a:lnTo>
                    <a:pt x="3257672" y="979150"/>
                  </a:lnTo>
                  <a:lnTo>
                    <a:pt x="3265164" y="979278"/>
                  </a:lnTo>
                  <a:lnTo>
                    <a:pt x="3575946" y="984576"/>
                  </a:lnTo>
                  <a:lnTo>
                    <a:pt x="3583439" y="984704"/>
                  </a:lnTo>
                  <a:lnTo>
                    <a:pt x="3590932" y="984504"/>
                  </a:lnTo>
                  <a:lnTo>
                    <a:pt x="3901714" y="976226"/>
                  </a:lnTo>
                  <a:lnTo>
                    <a:pt x="3909206" y="976026"/>
                  </a:lnTo>
                  <a:lnTo>
                    <a:pt x="3916699" y="976409"/>
                  </a:lnTo>
                  <a:lnTo>
                    <a:pt x="4227481" y="992280"/>
                  </a:lnTo>
                  <a:lnTo>
                    <a:pt x="4234974" y="992663"/>
                  </a:lnTo>
                  <a:lnTo>
                    <a:pt x="4242466" y="994573"/>
                  </a:lnTo>
                  <a:lnTo>
                    <a:pt x="4553248" y="1073784"/>
                  </a:lnTo>
                  <a:lnTo>
                    <a:pt x="4560741" y="1075694"/>
                  </a:lnTo>
                  <a:lnTo>
                    <a:pt x="4568233" y="1074890"/>
                  </a:lnTo>
                  <a:lnTo>
                    <a:pt x="4879015" y="1041561"/>
                  </a:lnTo>
                  <a:lnTo>
                    <a:pt x="4886508" y="1040757"/>
                  </a:lnTo>
                  <a:lnTo>
                    <a:pt x="4894001" y="1037291"/>
                  </a:lnTo>
                  <a:lnTo>
                    <a:pt x="5204783" y="893531"/>
                  </a:lnTo>
                  <a:lnTo>
                    <a:pt x="5212275" y="890065"/>
                  </a:lnTo>
                  <a:lnTo>
                    <a:pt x="5219768" y="879055"/>
                  </a:lnTo>
                  <a:lnTo>
                    <a:pt x="5530550" y="422396"/>
                  </a:lnTo>
                  <a:lnTo>
                    <a:pt x="5538042" y="411387"/>
                  </a:lnTo>
                  <a:lnTo>
                    <a:pt x="5545535" y="401925"/>
                  </a:lnTo>
                  <a:lnTo>
                    <a:pt x="5856317" y="9461"/>
                  </a:lnTo>
                  <a:lnTo>
                    <a:pt x="5863810" y="0"/>
                  </a:lnTo>
                  <a:lnTo>
                    <a:pt x="5871302" y="1623"/>
                  </a:lnTo>
                  <a:lnTo>
                    <a:pt x="6182084" y="68945"/>
                  </a:lnTo>
                  <a:lnTo>
                    <a:pt x="6189577" y="70568"/>
                  </a:lnTo>
                  <a:lnTo>
                    <a:pt x="6197070" y="75255"/>
                  </a:lnTo>
                  <a:lnTo>
                    <a:pt x="6507852" y="269662"/>
                  </a:lnTo>
                  <a:lnTo>
                    <a:pt x="6515344" y="274349"/>
                  </a:lnTo>
                  <a:lnTo>
                    <a:pt x="6522837" y="280686"/>
                  </a:lnTo>
                  <a:lnTo>
                    <a:pt x="6833619" y="543546"/>
                  </a:lnTo>
                  <a:lnTo>
                    <a:pt x="6841111" y="549883"/>
                  </a:lnTo>
                  <a:lnTo>
                    <a:pt x="6848604" y="556887"/>
                  </a:lnTo>
                  <a:lnTo>
                    <a:pt x="7159386" y="847378"/>
                  </a:lnTo>
                  <a:lnTo>
                    <a:pt x="7166879" y="854382"/>
                  </a:lnTo>
                  <a:lnTo>
                    <a:pt x="7174371" y="861610"/>
                  </a:lnTo>
                  <a:lnTo>
                    <a:pt x="7485153" y="1161443"/>
                  </a:lnTo>
                  <a:lnTo>
                    <a:pt x="7492646" y="1168671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8225225" y="488172"/>
              <a:ext cx="76202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8225225" y="3624506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8225225" y="2856336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1"/>
            <p:cNvSpPr/>
            <p:nvPr/>
          </p:nvSpPr>
          <p:spPr>
            <a:xfrm>
              <a:off x="8225225" y="2088167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8225225" y="1319998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8225225" y="551828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4"/>
            <p:cNvSpPr/>
            <p:nvPr/>
          </p:nvSpPr>
          <p:spPr>
            <a:xfrm>
              <a:off x="8225225" y="783955"/>
              <a:ext cx="7507631" cy="2840550"/>
            </a:xfrm>
            <a:custGeom>
              <a:avLst/>
              <a:pathLst>
                <a:path w="7507631" h="2840550">
                  <a:moveTo>
                    <a:pt x="7492" y="1516164"/>
                  </a:moveTo>
                  <a:lnTo>
                    <a:pt x="14985" y="1520430"/>
                  </a:lnTo>
                  <a:lnTo>
                    <a:pt x="325767" y="1697387"/>
                  </a:lnTo>
                  <a:lnTo>
                    <a:pt x="333259" y="1701654"/>
                  </a:lnTo>
                  <a:lnTo>
                    <a:pt x="340752" y="1704588"/>
                  </a:lnTo>
                  <a:lnTo>
                    <a:pt x="651534" y="1826286"/>
                  </a:lnTo>
                  <a:lnTo>
                    <a:pt x="659027" y="1829220"/>
                  </a:lnTo>
                  <a:lnTo>
                    <a:pt x="666519" y="1830699"/>
                  </a:lnTo>
                  <a:lnTo>
                    <a:pt x="977301" y="1892028"/>
                  </a:lnTo>
                  <a:lnTo>
                    <a:pt x="984794" y="1893507"/>
                  </a:lnTo>
                  <a:lnTo>
                    <a:pt x="992286" y="1895344"/>
                  </a:lnTo>
                  <a:lnTo>
                    <a:pt x="1303068" y="1971533"/>
                  </a:lnTo>
                  <a:lnTo>
                    <a:pt x="1310561" y="1973370"/>
                  </a:lnTo>
                  <a:lnTo>
                    <a:pt x="1318054" y="1973246"/>
                  </a:lnTo>
                  <a:lnTo>
                    <a:pt x="1628836" y="1968134"/>
                  </a:lnTo>
                  <a:lnTo>
                    <a:pt x="1636328" y="1968011"/>
                  </a:lnTo>
                  <a:lnTo>
                    <a:pt x="1643821" y="1962715"/>
                  </a:lnTo>
                  <a:lnTo>
                    <a:pt x="1954603" y="1743044"/>
                  </a:lnTo>
                  <a:lnTo>
                    <a:pt x="1962096" y="1737748"/>
                  </a:lnTo>
                  <a:lnTo>
                    <a:pt x="1969588" y="1730096"/>
                  </a:lnTo>
                  <a:lnTo>
                    <a:pt x="2280370" y="1412726"/>
                  </a:lnTo>
                  <a:lnTo>
                    <a:pt x="2287863" y="1405074"/>
                  </a:lnTo>
                  <a:lnTo>
                    <a:pt x="2295355" y="1397572"/>
                  </a:lnTo>
                  <a:lnTo>
                    <a:pt x="2606137" y="1086399"/>
                  </a:lnTo>
                  <a:lnTo>
                    <a:pt x="2613630" y="1078897"/>
                  </a:lnTo>
                  <a:lnTo>
                    <a:pt x="2621123" y="1071766"/>
                  </a:lnTo>
                  <a:lnTo>
                    <a:pt x="2931905" y="775996"/>
                  </a:lnTo>
                  <a:lnTo>
                    <a:pt x="2939397" y="768865"/>
                  </a:lnTo>
                  <a:lnTo>
                    <a:pt x="2946890" y="761204"/>
                  </a:lnTo>
                  <a:lnTo>
                    <a:pt x="3257672" y="443442"/>
                  </a:lnTo>
                  <a:lnTo>
                    <a:pt x="3265164" y="435781"/>
                  </a:lnTo>
                  <a:lnTo>
                    <a:pt x="3272657" y="432021"/>
                  </a:lnTo>
                  <a:lnTo>
                    <a:pt x="3583439" y="276058"/>
                  </a:lnTo>
                  <a:lnTo>
                    <a:pt x="3590932" y="272298"/>
                  </a:lnTo>
                  <a:lnTo>
                    <a:pt x="3598424" y="272138"/>
                  </a:lnTo>
                  <a:lnTo>
                    <a:pt x="3909206" y="265503"/>
                  </a:lnTo>
                  <a:lnTo>
                    <a:pt x="3916699" y="265343"/>
                  </a:lnTo>
                  <a:lnTo>
                    <a:pt x="3924192" y="266422"/>
                  </a:lnTo>
                  <a:lnTo>
                    <a:pt x="4234974" y="311180"/>
                  </a:lnTo>
                  <a:lnTo>
                    <a:pt x="4242466" y="312259"/>
                  </a:lnTo>
                  <a:lnTo>
                    <a:pt x="4249959" y="313241"/>
                  </a:lnTo>
                  <a:lnTo>
                    <a:pt x="4560741" y="353958"/>
                  </a:lnTo>
                  <a:lnTo>
                    <a:pt x="4568233" y="354939"/>
                  </a:lnTo>
                  <a:lnTo>
                    <a:pt x="4575726" y="354751"/>
                  </a:lnTo>
                  <a:lnTo>
                    <a:pt x="4886508" y="346917"/>
                  </a:lnTo>
                  <a:lnTo>
                    <a:pt x="4894001" y="346728"/>
                  </a:lnTo>
                  <a:lnTo>
                    <a:pt x="4901493" y="346668"/>
                  </a:lnTo>
                  <a:lnTo>
                    <a:pt x="5212275" y="344170"/>
                  </a:lnTo>
                  <a:lnTo>
                    <a:pt x="5219768" y="344110"/>
                  </a:lnTo>
                  <a:lnTo>
                    <a:pt x="5227261" y="341104"/>
                  </a:lnTo>
                  <a:lnTo>
                    <a:pt x="5538042" y="216403"/>
                  </a:lnTo>
                  <a:lnTo>
                    <a:pt x="5545535" y="213397"/>
                  </a:lnTo>
                  <a:lnTo>
                    <a:pt x="5553028" y="208489"/>
                  </a:lnTo>
                  <a:lnTo>
                    <a:pt x="5863810" y="4908"/>
                  </a:lnTo>
                  <a:lnTo>
                    <a:pt x="5871302" y="0"/>
                  </a:lnTo>
                  <a:lnTo>
                    <a:pt x="5878795" y="625"/>
                  </a:lnTo>
                  <a:lnTo>
                    <a:pt x="6189577" y="26549"/>
                  </a:lnTo>
                  <a:lnTo>
                    <a:pt x="6197070" y="27174"/>
                  </a:lnTo>
                  <a:lnTo>
                    <a:pt x="6204562" y="31872"/>
                  </a:lnTo>
                  <a:lnTo>
                    <a:pt x="6515344" y="226735"/>
                  </a:lnTo>
                  <a:lnTo>
                    <a:pt x="6522837" y="231433"/>
                  </a:lnTo>
                  <a:lnTo>
                    <a:pt x="6530329" y="240547"/>
                  </a:lnTo>
                  <a:lnTo>
                    <a:pt x="6841111" y="618592"/>
                  </a:lnTo>
                  <a:lnTo>
                    <a:pt x="6848604" y="627706"/>
                  </a:lnTo>
                  <a:lnTo>
                    <a:pt x="6856097" y="634835"/>
                  </a:lnTo>
                  <a:lnTo>
                    <a:pt x="7166879" y="930534"/>
                  </a:lnTo>
                  <a:lnTo>
                    <a:pt x="7174371" y="937663"/>
                  </a:lnTo>
                  <a:lnTo>
                    <a:pt x="7181864" y="944826"/>
                  </a:lnTo>
                  <a:lnTo>
                    <a:pt x="7492646" y="1241946"/>
                  </a:lnTo>
                  <a:lnTo>
                    <a:pt x="7500139" y="1249109"/>
                  </a:lnTo>
                  <a:lnTo>
                    <a:pt x="7507631" y="2840550"/>
                  </a:lnTo>
                  <a:lnTo>
                    <a:pt x="7500139" y="1641388"/>
                  </a:lnTo>
                  <a:lnTo>
                    <a:pt x="7492646" y="1635544"/>
                  </a:lnTo>
                  <a:lnTo>
                    <a:pt x="7181864" y="1393170"/>
                  </a:lnTo>
                  <a:lnTo>
                    <a:pt x="7174371" y="1387327"/>
                  </a:lnTo>
                  <a:lnTo>
                    <a:pt x="7166879" y="1381584"/>
                  </a:lnTo>
                  <a:lnTo>
                    <a:pt x="6856097" y="1143371"/>
                  </a:lnTo>
                  <a:lnTo>
                    <a:pt x="6848604" y="1137628"/>
                  </a:lnTo>
                  <a:lnTo>
                    <a:pt x="6841111" y="1129113"/>
                  </a:lnTo>
                  <a:lnTo>
                    <a:pt x="6530329" y="775910"/>
                  </a:lnTo>
                  <a:lnTo>
                    <a:pt x="6522837" y="767394"/>
                  </a:lnTo>
                  <a:lnTo>
                    <a:pt x="6515344" y="762084"/>
                  </a:lnTo>
                  <a:lnTo>
                    <a:pt x="6204562" y="541819"/>
                  </a:lnTo>
                  <a:lnTo>
                    <a:pt x="6197070" y="536509"/>
                  </a:lnTo>
                  <a:lnTo>
                    <a:pt x="6189577" y="534576"/>
                  </a:lnTo>
                  <a:lnTo>
                    <a:pt x="5878795" y="454396"/>
                  </a:lnTo>
                  <a:lnTo>
                    <a:pt x="5871302" y="452463"/>
                  </a:lnTo>
                  <a:lnTo>
                    <a:pt x="5863810" y="456464"/>
                  </a:lnTo>
                  <a:lnTo>
                    <a:pt x="5553028" y="622436"/>
                  </a:lnTo>
                  <a:lnTo>
                    <a:pt x="5545535" y="626438"/>
                  </a:lnTo>
                  <a:lnTo>
                    <a:pt x="5538042" y="628969"/>
                  </a:lnTo>
                  <a:lnTo>
                    <a:pt x="5227261" y="733971"/>
                  </a:lnTo>
                  <a:lnTo>
                    <a:pt x="5219768" y="736502"/>
                  </a:lnTo>
                  <a:lnTo>
                    <a:pt x="5212275" y="736643"/>
                  </a:lnTo>
                  <a:lnTo>
                    <a:pt x="4901493" y="742502"/>
                  </a:lnTo>
                  <a:lnTo>
                    <a:pt x="4894001" y="742643"/>
                  </a:lnTo>
                  <a:lnTo>
                    <a:pt x="4886508" y="743102"/>
                  </a:lnTo>
                  <a:lnTo>
                    <a:pt x="4575726" y="762156"/>
                  </a:lnTo>
                  <a:lnTo>
                    <a:pt x="4568233" y="762616"/>
                  </a:lnTo>
                  <a:lnTo>
                    <a:pt x="4560741" y="762119"/>
                  </a:lnTo>
                  <a:lnTo>
                    <a:pt x="4249959" y="741523"/>
                  </a:lnTo>
                  <a:lnTo>
                    <a:pt x="4242466" y="741027"/>
                  </a:lnTo>
                  <a:lnTo>
                    <a:pt x="4234974" y="740322"/>
                  </a:lnTo>
                  <a:lnTo>
                    <a:pt x="3924192" y="711100"/>
                  </a:lnTo>
                  <a:lnTo>
                    <a:pt x="3916699" y="710396"/>
                  </a:lnTo>
                  <a:lnTo>
                    <a:pt x="3909206" y="710603"/>
                  </a:lnTo>
                  <a:lnTo>
                    <a:pt x="3598424" y="719215"/>
                  </a:lnTo>
                  <a:lnTo>
                    <a:pt x="3590932" y="719423"/>
                  </a:lnTo>
                  <a:lnTo>
                    <a:pt x="3583439" y="722665"/>
                  </a:lnTo>
                  <a:lnTo>
                    <a:pt x="3272657" y="857135"/>
                  </a:lnTo>
                  <a:lnTo>
                    <a:pt x="3265164" y="860376"/>
                  </a:lnTo>
                  <a:lnTo>
                    <a:pt x="3257672" y="866760"/>
                  </a:lnTo>
                  <a:lnTo>
                    <a:pt x="2946890" y="1131526"/>
                  </a:lnTo>
                  <a:lnTo>
                    <a:pt x="2939397" y="1137910"/>
                  </a:lnTo>
                  <a:lnTo>
                    <a:pt x="2931905" y="1143254"/>
                  </a:lnTo>
                  <a:lnTo>
                    <a:pt x="2621123" y="1364944"/>
                  </a:lnTo>
                  <a:lnTo>
                    <a:pt x="2613630" y="1370289"/>
                  </a:lnTo>
                  <a:lnTo>
                    <a:pt x="2606137" y="1375929"/>
                  </a:lnTo>
                  <a:lnTo>
                    <a:pt x="2295355" y="1609874"/>
                  </a:lnTo>
                  <a:lnTo>
                    <a:pt x="2287863" y="1615514"/>
                  </a:lnTo>
                  <a:lnTo>
                    <a:pt x="2280370" y="1621752"/>
                  </a:lnTo>
                  <a:lnTo>
                    <a:pt x="1969588" y="1880468"/>
                  </a:lnTo>
                  <a:lnTo>
                    <a:pt x="1962096" y="1886705"/>
                  </a:lnTo>
                  <a:lnTo>
                    <a:pt x="1954603" y="1891411"/>
                  </a:lnTo>
                  <a:lnTo>
                    <a:pt x="1643821" y="2086604"/>
                  </a:lnTo>
                  <a:lnTo>
                    <a:pt x="1636328" y="2091310"/>
                  </a:lnTo>
                  <a:lnTo>
                    <a:pt x="1628836" y="2091801"/>
                  </a:lnTo>
                  <a:lnTo>
                    <a:pt x="1318054" y="2112155"/>
                  </a:lnTo>
                  <a:lnTo>
                    <a:pt x="1310561" y="2112646"/>
                  </a:lnTo>
                  <a:lnTo>
                    <a:pt x="1303068" y="2111856"/>
                  </a:lnTo>
                  <a:lnTo>
                    <a:pt x="992286" y="2079107"/>
                  </a:lnTo>
                  <a:lnTo>
                    <a:pt x="984794" y="2078317"/>
                  </a:lnTo>
                  <a:lnTo>
                    <a:pt x="977301" y="2078175"/>
                  </a:lnTo>
                  <a:lnTo>
                    <a:pt x="666519" y="2072261"/>
                  </a:lnTo>
                  <a:lnTo>
                    <a:pt x="659027" y="2072118"/>
                  </a:lnTo>
                  <a:lnTo>
                    <a:pt x="651534" y="2070487"/>
                  </a:lnTo>
                  <a:lnTo>
                    <a:pt x="340752" y="2002851"/>
                  </a:lnTo>
                  <a:lnTo>
                    <a:pt x="333259" y="2001220"/>
                  </a:lnTo>
                  <a:lnTo>
                    <a:pt x="325767" y="1997988"/>
                  </a:lnTo>
                  <a:lnTo>
                    <a:pt x="14985" y="1863897"/>
                  </a:lnTo>
                  <a:lnTo>
                    <a:pt x="7492" y="1860665"/>
                  </a:lnTo>
                  <a:lnTo>
                    <a:pt x="0" y="2840550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8232718" y="783955"/>
              <a:ext cx="7492646" cy="1973370"/>
            </a:xfrm>
            <a:custGeom>
              <a:avLst/>
              <a:pathLst>
                <a:path w="7492646" h="1973370">
                  <a:moveTo>
                    <a:pt x="0" y="1516164"/>
                  </a:moveTo>
                  <a:lnTo>
                    <a:pt x="7492" y="1520430"/>
                  </a:lnTo>
                  <a:lnTo>
                    <a:pt x="318274" y="1697387"/>
                  </a:lnTo>
                  <a:lnTo>
                    <a:pt x="325767" y="1701654"/>
                  </a:lnTo>
                  <a:lnTo>
                    <a:pt x="333259" y="1704588"/>
                  </a:lnTo>
                  <a:lnTo>
                    <a:pt x="644041" y="1826286"/>
                  </a:lnTo>
                  <a:lnTo>
                    <a:pt x="651534" y="1829220"/>
                  </a:lnTo>
                  <a:lnTo>
                    <a:pt x="659027" y="1830699"/>
                  </a:lnTo>
                  <a:lnTo>
                    <a:pt x="969809" y="1892028"/>
                  </a:lnTo>
                  <a:lnTo>
                    <a:pt x="977301" y="1893507"/>
                  </a:lnTo>
                  <a:lnTo>
                    <a:pt x="984794" y="1895344"/>
                  </a:lnTo>
                  <a:lnTo>
                    <a:pt x="1295576" y="1971533"/>
                  </a:lnTo>
                  <a:lnTo>
                    <a:pt x="1303068" y="1973370"/>
                  </a:lnTo>
                  <a:lnTo>
                    <a:pt x="1310561" y="1973246"/>
                  </a:lnTo>
                  <a:lnTo>
                    <a:pt x="1621343" y="1968134"/>
                  </a:lnTo>
                  <a:lnTo>
                    <a:pt x="1628836" y="1968011"/>
                  </a:lnTo>
                  <a:lnTo>
                    <a:pt x="1636328" y="1962715"/>
                  </a:lnTo>
                  <a:lnTo>
                    <a:pt x="1947110" y="1743044"/>
                  </a:lnTo>
                  <a:lnTo>
                    <a:pt x="1954603" y="1737748"/>
                  </a:lnTo>
                  <a:lnTo>
                    <a:pt x="1962096" y="1730096"/>
                  </a:lnTo>
                  <a:lnTo>
                    <a:pt x="2272877" y="1412726"/>
                  </a:lnTo>
                  <a:lnTo>
                    <a:pt x="2280370" y="1405074"/>
                  </a:lnTo>
                  <a:lnTo>
                    <a:pt x="2287863" y="1397572"/>
                  </a:lnTo>
                  <a:lnTo>
                    <a:pt x="2598645" y="1086399"/>
                  </a:lnTo>
                  <a:lnTo>
                    <a:pt x="2606137" y="1078897"/>
                  </a:lnTo>
                  <a:lnTo>
                    <a:pt x="2613630" y="1071766"/>
                  </a:lnTo>
                  <a:lnTo>
                    <a:pt x="2924412" y="775996"/>
                  </a:lnTo>
                  <a:lnTo>
                    <a:pt x="2931905" y="768865"/>
                  </a:lnTo>
                  <a:lnTo>
                    <a:pt x="2939397" y="761204"/>
                  </a:lnTo>
                  <a:lnTo>
                    <a:pt x="3250179" y="443442"/>
                  </a:lnTo>
                  <a:lnTo>
                    <a:pt x="3257672" y="435781"/>
                  </a:lnTo>
                  <a:lnTo>
                    <a:pt x="3265164" y="432021"/>
                  </a:lnTo>
                  <a:lnTo>
                    <a:pt x="3575946" y="276058"/>
                  </a:lnTo>
                  <a:lnTo>
                    <a:pt x="3583439" y="272298"/>
                  </a:lnTo>
                  <a:lnTo>
                    <a:pt x="3590932" y="272138"/>
                  </a:lnTo>
                  <a:lnTo>
                    <a:pt x="3901714" y="265503"/>
                  </a:lnTo>
                  <a:lnTo>
                    <a:pt x="3909206" y="265343"/>
                  </a:lnTo>
                  <a:lnTo>
                    <a:pt x="3916699" y="266422"/>
                  </a:lnTo>
                  <a:lnTo>
                    <a:pt x="4227481" y="311180"/>
                  </a:lnTo>
                  <a:lnTo>
                    <a:pt x="4234974" y="312259"/>
                  </a:lnTo>
                  <a:lnTo>
                    <a:pt x="4242466" y="313241"/>
                  </a:lnTo>
                  <a:lnTo>
                    <a:pt x="4553248" y="353958"/>
                  </a:lnTo>
                  <a:lnTo>
                    <a:pt x="4560741" y="354939"/>
                  </a:lnTo>
                  <a:lnTo>
                    <a:pt x="4568233" y="354751"/>
                  </a:lnTo>
                  <a:lnTo>
                    <a:pt x="4879015" y="346917"/>
                  </a:lnTo>
                  <a:lnTo>
                    <a:pt x="4886508" y="346728"/>
                  </a:lnTo>
                  <a:lnTo>
                    <a:pt x="4894001" y="346668"/>
                  </a:lnTo>
                  <a:lnTo>
                    <a:pt x="5204783" y="344170"/>
                  </a:lnTo>
                  <a:lnTo>
                    <a:pt x="5212275" y="344110"/>
                  </a:lnTo>
                  <a:lnTo>
                    <a:pt x="5219768" y="341104"/>
                  </a:lnTo>
                  <a:lnTo>
                    <a:pt x="5530550" y="216403"/>
                  </a:lnTo>
                  <a:lnTo>
                    <a:pt x="5538042" y="213397"/>
                  </a:lnTo>
                  <a:lnTo>
                    <a:pt x="5545535" y="208489"/>
                  </a:lnTo>
                  <a:lnTo>
                    <a:pt x="5856317" y="4908"/>
                  </a:lnTo>
                  <a:lnTo>
                    <a:pt x="5863810" y="0"/>
                  </a:lnTo>
                  <a:lnTo>
                    <a:pt x="5871302" y="625"/>
                  </a:lnTo>
                  <a:lnTo>
                    <a:pt x="6182084" y="26549"/>
                  </a:lnTo>
                  <a:lnTo>
                    <a:pt x="6189577" y="27174"/>
                  </a:lnTo>
                  <a:lnTo>
                    <a:pt x="6197070" y="31872"/>
                  </a:lnTo>
                  <a:lnTo>
                    <a:pt x="6507852" y="226735"/>
                  </a:lnTo>
                  <a:lnTo>
                    <a:pt x="6515344" y="231433"/>
                  </a:lnTo>
                  <a:lnTo>
                    <a:pt x="6522837" y="240547"/>
                  </a:lnTo>
                  <a:lnTo>
                    <a:pt x="6833619" y="618592"/>
                  </a:lnTo>
                  <a:lnTo>
                    <a:pt x="6841111" y="627706"/>
                  </a:lnTo>
                  <a:lnTo>
                    <a:pt x="6848604" y="634835"/>
                  </a:lnTo>
                  <a:lnTo>
                    <a:pt x="7159386" y="930534"/>
                  </a:lnTo>
                  <a:lnTo>
                    <a:pt x="7166879" y="937663"/>
                  </a:lnTo>
                  <a:lnTo>
                    <a:pt x="7174371" y="944826"/>
                  </a:lnTo>
                  <a:lnTo>
                    <a:pt x="7485153" y="1241946"/>
                  </a:lnTo>
                  <a:lnTo>
                    <a:pt x="7492646" y="1249109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6"/>
            <p:cNvSpPr/>
            <p:nvPr/>
          </p:nvSpPr>
          <p:spPr>
            <a:xfrm>
              <a:off x="8225225" y="1236419"/>
              <a:ext cx="7507631" cy="2388087"/>
            </a:xfrm>
            <a:custGeom>
              <a:avLst/>
              <a:pathLst>
                <a:path w="7507631" h="2388087">
                  <a:moveTo>
                    <a:pt x="7492" y="1408201"/>
                  </a:moveTo>
                  <a:lnTo>
                    <a:pt x="14985" y="1411434"/>
                  </a:lnTo>
                  <a:lnTo>
                    <a:pt x="325767" y="1545524"/>
                  </a:lnTo>
                  <a:lnTo>
                    <a:pt x="333259" y="1548757"/>
                  </a:lnTo>
                  <a:lnTo>
                    <a:pt x="340752" y="1550388"/>
                  </a:lnTo>
                  <a:lnTo>
                    <a:pt x="651534" y="1618024"/>
                  </a:lnTo>
                  <a:lnTo>
                    <a:pt x="659027" y="1619654"/>
                  </a:lnTo>
                  <a:lnTo>
                    <a:pt x="666519" y="1619797"/>
                  </a:lnTo>
                  <a:lnTo>
                    <a:pt x="977301" y="1625711"/>
                  </a:lnTo>
                  <a:lnTo>
                    <a:pt x="984794" y="1625854"/>
                  </a:lnTo>
                  <a:lnTo>
                    <a:pt x="992286" y="1626643"/>
                  </a:lnTo>
                  <a:lnTo>
                    <a:pt x="1303068" y="1659393"/>
                  </a:lnTo>
                  <a:lnTo>
                    <a:pt x="1310561" y="1660182"/>
                  </a:lnTo>
                  <a:lnTo>
                    <a:pt x="1318054" y="1659692"/>
                  </a:lnTo>
                  <a:lnTo>
                    <a:pt x="1628836" y="1639337"/>
                  </a:lnTo>
                  <a:lnTo>
                    <a:pt x="1636328" y="1638846"/>
                  </a:lnTo>
                  <a:lnTo>
                    <a:pt x="1643821" y="1634141"/>
                  </a:lnTo>
                  <a:lnTo>
                    <a:pt x="1954603" y="1438948"/>
                  </a:lnTo>
                  <a:lnTo>
                    <a:pt x="1962096" y="1434242"/>
                  </a:lnTo>
                  <a:lnTo>
                    <a:pt x="1969588" y="1428004"/>
                  </a:lnTo>
                  <a:lnTo>
                    <a:pt x="2280370" y="1169288"/>
                  </a:lnTo>
                  <a:lnTo>
                    <a:pt x="2287863" y="1163051"/>
                  </a:lnTo>
                  <a:lnTo>
                    <a:pt x="2295355" y="1157411"/>
                  </a:lnTo>
                  <a:lnTo>
                    <a:pt x="2606137" y="923466"/>
                  </a:lnTo>
                  <a:lnTo>
                    <a:pt x="2613630" y="917826"/>
                  </a:lnTo>
                  <a:lnTo>
                    <a:pt x="2621123" y="912481"/>
                  </a:lnTo>
                  <a:lnTo>
                    <a:pt x="2931905" y="690791"/>
                  </a:lnTo>
                  <a:lnTo>
                    <a:pt x="2939397" y="685446"/>
                  </a:lnTo>
                  <a:lnTo>
                    <a:pt x="2946890" y="679063"/>
                  </a:lnTo>
                  <a:lnTo>
                    <a:pt x="3257672" y="414296"/>
                  </a:lnTo>
                  <a:lnTo>
                    <a:pt x="3265164" y="407913"/>
                  </a:lnTo>
                  <a:lnTo>
                    <a:pt x="3272657" y="404671"/>
                  </a:lnTo>
                  <a:lnTo>
                    <a:pt x="3583439" y="270202"/>
                  </a:lnTo>
                  <a:lnTo>
                    <a:pt x="3590932" y="266960"/>
                  </a:lnTo>
                  <a:lnTo>
                    <a:pt x="3598424" y="266752"/>
                  </a:lnTo>
                  <a:lnTo>
                    <a:pt x="3909206" y="258140"/>
                  </a:lnTo>
                  <a:lnTo>
                    <a:pt x="3916699" y="257932"/>
                  </a:lnTo>
                  <a:lnTo>
                    <a:pt x="3924192" y="258637"/>
                  </a:lnTo>
                  <a:lnTo>
                    <a:pt x="4234974" y="287859"/>
                  </a:lnTo>
                  <a:lnTo>
                    <a:pt x="4242466" y="288563"/>
                  </a:lnTo>
                  <a:lnTo>
                    <a:pt x="4249959" y="289060"/>
                  </a:lnTo>
                  <a:lnTo>
                    <a:pt x="4560741" y="309656"/>
                  </a:lnTo>
                  <a:lnTo>
                    <a:pt x="4568233" y="310152"/>
                  </a:lnTo>
                  <a:lnTo>
                    <a:pt x="4575726" y="309693"/>
                  </a:lnTo>
                  <a:lnTo>
                    <a:pt x="4886508" y="290639"/>
                  </a:lnTo>
                  <a:lnTo>
                    <a:pt x="4894001" y="290180"/>
                  </a:lnTo>
                  <a:lnTo>
                    <a:pt x="4901493" y="290038"/>
                  </a:lnTo>
                  <a:lnTo>
                    <a:pt x="5212275" y="284180"/>
                  </a:lnTo>
                  <a:lnTo>
                    <a:pt x="5219768" y="284039"/>
                  </a:lnTo>
                  <a:lnTo>
                    <a:pt x="5227261" y="281507"/>
                  </a:lnTo>
                  <a:lnTo>
                    <a:pt x="5538042" y="176506"/>
                  </a:lnTo>
                  <a:lnTo>
                    <a:pt x="5545535" y="173974"/>
                  </a:lnTo>
                  <a:lnTo>
                    <a:pt x="5553028" y="169973"/>
                  </a:lnTo>
                  <a:lnTo>
                    <a:pt x="5863810" y="4001"/>
                  </a:lnTo>
                  <a:lnTo>
                    <a:pt x="5871302" y="0"/>
                  </a:lnTo>
                  <a:lnTo>
                    <a:pt x="5878795" y="1933"/>
                  </a:lnTo>
                  <a:lnTo>
                    <a:pt x="6189577" y="82112"/>
                  </a:lnTo>
                  <a:lnTo>
                    <a:pt x="6197070" y="84045"/>
                  </a:lnTo>
                  <a:lnTo>
                    <a:pt x="6204562" y="89356"/>
                  </a:lnTo>
                  <a:lnTo>
                    <a:pt x="6515344" y="309620"/>
                  </a:lnTo>
                  <a:lnTo>
                    <a:pt x="6522837" y="314931"/>
                  </a:lnTo>
                  <a:lnTo>
                    <a:pt x="6530329" y="323446"/>
                  </a:lnTo>
                  <a:lnTo>
                    <a:pt x="6841111" y="676649"/>
                  </a:lnTo>
                  <a:lnTo>
                    <a:pt x="6848604" y="685165"/>
                  </a:lnTo>
                  <a:lnTo>
                    <a:pt x="6856097" y="690908"/>
                  </a:lnTo>
                  <a:lnTo>
                    <a:pt x="7166879" y="929120"/>
                  </a:lnTo>
                  <a:lnTo>
                    <a:pt x="7174371" y="934863"/>
                  </a:lnTo>
                  <a:lnTo>
                    <a:pt x="7181864" y="940707"/>
                  </a:lnTo>
                  <a:lnTo>
                    <a:pt x="7492646" y="1183081"/>
                  </a:lnTo>
                  <a:lnTo>
                    <a:pt x="7500139" y="1188924"/>
                  </a:lnTo>
                  <a:lnTo>
                    <a:pt x="7507631" y="2388087"/>
                  </a:lnTo>
                  <a:lnTo>
                    <a:pt x="7500139" y="1206077"/>
                  </a:lnTo>
                  <a:lnTo>
                    <a:pt x="7492646" y="1200342"/>
                  </a:lnTo>
                  <a:lnTo>
                    <a:pt x="7181864" y="962453"/>
                  </a:lnTo>
                  <a:lnTo>
                    <a:pt x="7174371" y="956718"/>
                  </a:lnTo>
                  <a:lnTo>
                    <a:pt x="7166879" y="950989"/>
                  </a:lnTo>
                  <a:lnTo>
                    <a:pt x="6856097" y="713352"/>
                  </a:lnTo>
                  <a:lnTo>
                    <a:pt x="6848604" y="707623"/>
                  </a:lnTo>
                  <a:lnTo>
                    <a:pt x="6841111" y="699374"/>
                  </a:lnTo>
                  <a:lnTo>
                    <a:pt x="6530329" y="357200"/>
                  </a:lnTo>
                  <a:lnTo>
                    <a:pt x="6522837" y="348951"/>
                  </a:lnTo>
                  <a:lnTo>
                    <a:pt x="6515344" y="343804"/>
                  </a:lnTo>
                  <a:lnTo>
                    <a:pt x="6204562" y="130329"/>
                  </a:lnTo>
                  <a:lnTo>
                    <a:pt x="6197070" y="125183"/>
                  </a:lnTo>
                  <a:lnTo>
                    <a:pt x="6189577" y="123348"/>
                  </a:lnTo>
                  <a:lnTo>
                    <a:pt x="5878795" y="47250"/>
                  </a:lnTo>
                  <a:lnTo>
                    <a:pt x="5871302" y="45416"/>
                  </a:lnTo>
                  <a:lnTo>
                    <a:pt x="5863810" y="49106"/>
                  </a:lnTo>
                  <a:lnTo>
                    <a:pt x="5553028" y="202160"/>
                  </a:lnTo>
                  <a:lnTo>
                    <a:pt x="5545535" y="205850"/>
                  </a:lnTo>
                  <a:lnTo>
                    <a:pt x="5538042" y="208166"/>
                  </a:lnTo>
                  <a:lnTo>
                    <a:pt x="5227261" y="304233"/>
                  </a:lnTo>
                  <a:lnTo>
                    <a:pt x="5219768" y="306549"/>
                  </a:lnTo>
                  <a:lnTo>
                    <a:pt x="5212275" y="306642"/>
                  </a:lnTo>
                  <a:lnTo>
                    <a:pt x="4901493" y="310505"/>
                  </a:lnTo>
                  <a:lnTo>
                    <a:pt x="4894001" y="310598"/>
                  </a:lnTo>
                  <a:lnTo>
                    <a:pt x="4886508" y="311050"/>
                  </a:lnTo>
                  <a:lnTo>
                    <a:pt x="4575726" y="329813"/>
                  </a:lnTo>
                  <a:lnTo>
                    <a:pt x="4568233" y="330266"/>
                  </a:lnTo>
                  <a:lnTo>
                    <a:pt x="4560741" y="329878"/>
                  </a:lnTo>
                  <a:lnTo>
                    <a:pt x="4249959" y="313790"/>
                  </a:lnTo>
                  <a:lnTo>
                    <a:pt x="4242466" y="313402"/>
                  </a:lnTo>
                  <a:lnTo>
                    <a:pt x="4234974" y="312911"/>
                  </a:lnTo>
                  <a:lnTo>
                    <a:pt x="3924192" y="292515"/>
                  </a:lnTo>
                  <a:lnTo>
                    <a:pt x="3916699" y="292024"/>
                  </a:lnTo>
                  <a:lnTo>
                    <a:pt x="3909206" y="292411"/>
                  </a:lnTo>
                  <a:lnTo>
                    <a:pt x="3598424" y="308490"/>
                  </a:lnTo>
                  <a:lnTo>
                    <a:pt x="3590932" y="308877"/>
                  </a:lnTo>
                  <a:lnTo>
                    <a:pt x="3583439" y="312044"/>
                  </a:lnTo>
                  <a:lnTo>
                    <a:pt x="3272657" y="443382"/>
                  </a:lnTo>
                  <a:lnTo>
                    <a:pt x="3265164" y="446548"/>
                  </a:lnTo>
                  <a:lnTo>
                    <a:pt x="3257672" y="452767"/>
                  </a:lnTo>
                  <a:lnTo>
                    <a:pt x="2946890" y="710711"/>
                  </a:lnTo>
                  <a:lnTo>
                    <a:pt x="2939397" y="716930"/>
                  </a:lnTo>
                  <a:lnTo>
                    <a:pt x="2931905" y="722222"/>
                  </a:lnTo>
                  <a:lnTo>
                    <a:pt x="2621123" y="941699"/>
                  </a:lnTo>
                  <a:lnTo>
                    <a:pt x="2613630" y="946991"/>
                  </a:lnTo>
                  <a:lnTo>
                    <a:pt x="2606137" y="952530"/>
                  </a:lnTo>
                  <a:lnTo>
                    <a:pt x="2295355" y="1182300"/>
                  </a:lnTo>
                  <a:lnTo>
                    <a:pt x="2287863" y="1187840"/>
                  </a:lnTo>
                  <a:lnTo>
                    <a:pt x="2280370" y="1193869"/>
                  </a:lnTo>
                  <a:lnTo>
                    <a:pt x="1969588" y="1443946"/>
                  </a:lnTo>
                  <a:lnTo>
                    <a:pt x="1962096" y="1449975"/>
                  </a:lnTo>
                  <a:lnTo>
                    <a:pt x="1954603" y="1454538"/>
                  </a:lnTo>
                  <a:lnTo>
                    <a:pt x="1643821" y="1643784"/>
                  </a:lnTo>
                  <a:lnTo>
                    <a:pt x="1636328" y="1648347"/>
                  </a:lnTo>
                  <a:lnTo>
                    <a:pt x="1628836" y="1648805"/>
                  </a:lnTo>
                  <a:lnTo>
                    <a:pt x="1318054" y="1667806"/>
                  </a:lnTo>
                  <a:lnTo>
                    <a:pt x="1310561" y="1668264"/>
                  </a:lnTo>
                  <a:lnTo>
                    <a:pt x="1303068" y="1667511"/>
                  </a:lnTo>
                  <a:lnTo>
                    <a:pt x="992286" y="1636250"/>
                  </a:lnTo>
                  <a:lnTo>
                    <a:pt x="984794" y="1635496"/>
                  </a:lnTo>
                  <a:lnTo>
                    <a:pt x="977301" y="1635323"/>
                  </a:lnTo>
                  <a:lnTo>
                    <a:pt x="666519" y="1628156"/>
                  </a:lnTo>
                  <a:lnTo>
                    <a:pt x="659027" y="1627983"/>
                  </a:lnTo>
                  <a:lnTo>
                    <a:pt x="651534" y="1626404"/>
                  </a:lnTo>
                  <a:lnTo>
                    <a:pt x="340752" y="1560914"/>
                  </a:lnTo>
                  <a:lnTo>
                    <a:pt x="333259" y="1559335"/>
                  </a:lnTo>
                  <a:lnTo>
                    <a:pt x="325767" y="1556176"/>
                  </a:lnTo>
                  <a:lnTo>
                    <a:pt x="14985" y="1425139"/>
                  </a:lnTo>
                  <a:lnTo>
                    <a:pt x="7492" y="1421980"/>
                  </a:lnTo>
                  <a:lnTo>
                    <a:pt x="0" y="2388087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pl37"/>
            <p:cNvSpPr/>
            <p:nvPr/>
          </p:nvSpPr>
          <p:spPr>
            <a:xfrm>
              <a:off x="8232718" y="1236419"/>
              <a:ext cx="7492646" cy="1660182"/>
            </a:xfrm>
            <a:custGeom>
              <a:avLst/>
              <a:pathLst>
                <a:path w="7492646" h="1660182">
                  <a:moveTo>
                    <a:pt x="0" y="1408201"/>
                  </a:moveTo>
                  <a:lnTo>
                    <a:pt x="7492" y="1411434"/>
                  </a:lnTo>
                  <a:lnTo>
                    <a:pt x="318274" y="1545524"/>
                  </a:lnTo>
                  <a:lnTo>
                    <a:pt x="325767" y="1548757"/>
                  </a:lnTo>
                  <a:lnTo>
                    <a:pt x="333259" y="1550388"/>
                  </a:lnTo>
                  <a:lnTo>
                    <a:pt x="644041" y="1618024"/>
                  </a:lnTo>
                  <a:lnTo>
                    <a:pt x="651534" y="1619654"/>
                  </a:lnTo>
                  <a:lnTo>
                    <a:pt x="659027" y="1619797"/>
                  </a:lnTo>
                  <a:lnTo>
                    <a:pt x="969809" y="1625711"/>
                  </a:lnTo>
                  <a:lnTo>
                    <a:pt x="977301" y="1625854"/>
                  </a:lnTo>
                  <a:lnTo>
                    <a:pt x="984794" y="1626643"/>
                  </a:lnTo>
                  <a:lnTo>
                    <a:pt x="1295576" y="1659393"/>
                  </a:lnTo>
                  <a:lnTo>
                    <a:pt x="1303068" y="1660182"/>
                  </a:lnTo>
                  <a:lnTo>
                    <a:pt x="1310561" y="1659692"/>
                  </a:lnTo>
                  <a:lnTo>
                    <a:pt x="1621343" y="1639337"/>
                  </a:lnTo>
                  <a:lnTo>
                    <a:pt x="1628836" y="1638846"/>
                  </a:lnTo>
                  <a:lnTo>
                    <a:pt x="1636328" y="1634141"/>
                  </a:lnTo>
                  <a:lnTo>
                    <a:pt x="1947110" y="1438948"/>
                  </a:lnTo>
                  <a:lnTo>
                    <a:pt x="1954603" y="1434242"/>
                  </a:lnTo>
                  <a:lnTo>
                    <a:pt x="1962096" y="1428004"/>
                  </a:lnTo>
                  <a:lnTo>
                    <a:pt x="2272877" y="1169288"/>
                  </a:lnTo>
                  <a:lnTo>
                    <a:pt x="2280370" y="1163051"/>
                  </a:lnTo>
                  <a:lnTo>
                    <a:pt x="2287863" y="1157411"/>
                  </a:lnTo>
                  <a:lnTo>
                    <a:pt x="2598645" y="923466"/>
                  </a:lnTo>
                  <a:lnTo>
                    <a:pt x="2606137" y="917826"/>
                  </a:lnTo>
                  <a:lnTo>
                    <a:pt x="2613630" y="912481"/>
                  </a:lnTo>
                  <a:lnTo>
                    <a:pt x="2924412" y="690791"/>
                  </a:lnTo>
                  <a:lnTo>
                    <a:pt x="2931905" y="685446"/>
                  </a:lnTo>
                  <a:lnTo>
                    <a:pt x="2939397" y="679063"/>
                  </a:lnTo>
                  <a:lnTo>
                    <a:pt x="3250179" y="414296"/>
                  </a:lnTo>
                  <a:lnTo>
                    <a:pt x="3257672" y="407913"/>
                  </a:lnTo>
                  <a:lnTo>
                    <a:pt x="3265164" y="404671"/>
                  </a:lnTo>
                  <a:lnTo>
                    <a:pt x="3575946" y="270202"/>
                  </a:lnTo>
                  <a:lnTo>
                    <a:pt x="3583439" y="266960"/>
                  </a:lnTo>
                  <a:lnTo>
                    <a:pt x="3590932" y="266752"/>
                  </a:lnTo>
                  <a:lnTo>
                    <a:pt x="3901714" y="258140"/>
                  </a:lnTo>
                  <a:lnTo>
                    <a:pt x="3909206" y="257932"/>
                  </a:lnTo>
                  <a:lnTo>
                    <a:pt x="3916699" y="258637"/>
                  </a:lnTo>
                  <a:lnTo>
                    <a:pt x="4227481" y="287859"/>
                  </a:lnTo>
                  <a:lnTo>
                    <a:pt x="4234974" y="288563"/>
                  </a:lnTo>
                  <a:lnTo>
                    <a:pt x="4242466" y="289060"/>
                  </a:lnTo>
                  <a:lnTo>
                    <a:pt x="4553248" y="309656"/>
                  </a:lnTo>
                  <a:lnTo>
                    <a:pt x="4560741" y="310152"/>
                  </a:lnTo>
                  <a:lnTo>
                    <a:pt x="4568233" y="309693"/>
                  </a:lnTo>
                  <a:lnTo>
                    <a:pt x="4879015" y="290639"/>
                  </a:lnTo>
                  <a:lnTo>
                    <a:pt x="4886508" y="290180"/>
                  </a:lnTo>
                  <a:lnTo>
                    <a:pt x="4894001" y="290038"/>
                  </a:lnTo>
                  <a:lnTo>
                    <a:pt x="5204783" y="284180"/>
                  </a:lnTo>
                  <a:lnTo>
                    <a:pt x="5212275" y="284039"/>
                  </a:lnTo>
                  <a:lnTo>
                    <a:pt x="5219768" y="281507"/>
                  </a:lnTo>
                  <a:lnTo>
                    <a:pt x="5530550" y="176506"/>
                  </a:lnTo>
                  <a:lnTo>
                    <a:pt x="5538042" y="173974"/>
                  </a:lnTo>
                  <a:lnTo>
                    <a:pt x="5545535" y="169973"/>
                  </a:lnTo>
                  <a:lnTo>
                    <a:pt x="5856317" y="4001"/>
                  </a:lnTo>
                  <a:lnTo>
                    <a:pt x="5863810" y="0"/>
                  </a:lnTo>
                  <a:lnTo>
                    <a:pt x="5871302" y="1933"/>
                  </a:lnTo>
                  <a:lnTo>
                    <a:pt x="6182084" y="82112"/>
                  </a:lnTo>
                  <a:lnTo>
                    <a:pt x="6189577" y="84045"/>
                  </a:lnTo>
                  <a:lnTo>
                    <a:pt x="6197070" y="89356"/>
                  </a:lnTo>
                  <a:lnTo>
                    <a:pt x="6507852" y="309620"/>
                  </a:lnTo>
                  <a:lnTo>
                    <a:pt x="6515344" y="314931"/>
                  </a:lnTo>
                  <a:lnTo>
                    <a:pt x="6522837" y="323446"/>
                  </a:lnTo>
                  <a:lnTo>
                    <a:pt x="6833619" y="676649"/>
                  </a:lnTo>
                  <a:lnTo>
                    <a:pt x="6841111" y="685165"/>
                  </a:lnTo>
                  <a:lnTo>
                    <a:pt x="6848604" y="690908"/>
                  </a:lnTo>
                  <a:lnTo>
                    <a:pt x="7159386" y="929120"/>
                  </a:lnTo>
                  <a:lnTo>
                    <a:pt x="7166879" y="934863"/>
                  </a:lnTo>
                  <a:lnTo>
                    <a:pt x="7174371" y="940707"/>
                  </a:lnTo>
                  <a:lnTo>
                    <a:pt x="7485153" y="1183081"/>
                  </a:lnTo>
                  <a:lnTo>
                    <a:pt x="7492646" y="1188924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8"/>
            <p:cNvSpPr/>
            <p:nvPr/>
          </p:nvSpPr>
          <p:spPr>
            <a:xfrm>
              <a:off x="8225225" y="1281835"/>
              <a:ext cx="7507631" cy="2342670"/>
            </a:xfrm>
            <a:custGeom>
              <a:avLst/>
              <a:pathLst>
                <a:path w="7507631" h="2342670">
                  <a:moveTo>
                    <a:pt x="7492" y="1376564"/>
                  </a:moveTo>
                  <a:lnTo>
                    <a:pt x="14985" y="1379723"/>
                  </a:lnTo>
                  <a:lnTo>
                    <a:pt x="325767" y="1510760"/>
                  </a:lnTo>
                  <a:lnTo>
                    <a:pt x="333259" y="1513919"/>
                  </a:lnTo>
                  <a:lnTo>
                    <a:pt x="340752" y="1515498"/>
                  </a:lnTo>
                  <a:lnTo>
                    <a:pt x="651534" y="1580988"/>
                  </a:lnTo>
                  <a:lnTo>
                    <a:pt x="659027" y="1582567"/>
                  </a:lnTo>
                  <a:lnTo>
                    <a:pt x="666519" y="1582740"/>
                  </a:lnTo>
                  <a:lnTo>
                    <a:pt x="977301" y="1589907"/>
                  </a:lnTo>
                  <a:lnTo>
                    <a:pt x="984794" y="1590080"/>
                  </a:lnTo>
                  <a:lnTo>
                    <a:pt x="992286" y="1590833"/>
                  </a:lnTo>
                  <a:lnTo>
                    <a:pt x="1303068" y="1622094"/>
                  </a:lnTo>
                  <a:lnTo>
                    <a:pt x="1310561" y="1622848"/>
                  </a:lnTo>
                  <a:lnTo>
                    <a:pt x="1318054" y="1622390"/>
                  </a:lnTo>
                  <a:lnTo>
                    <a:pt x="1628836" y="1603389"/>
                  </a:lnTo>
                  <a:lnTo>
                    <a:pt x="1636328" y="1602931"/>
                  </a:lnTo>
                  <a:lnTo>
                    <a:pt x="1643821" y="1598368"/>
                  </a:lnTo>
                  <a:lnTo>
                    <a:pt x="1954603" y="1409121"/>
                  </a:lnTo>
                  <a:lnTo>
                    <a:pt x="1962096" y="1404559"/>
                  </a:lnTo>
                  <a:lnTo>
                    <a:pt x="1969588" y="1398530"/>
                  </a:lnTo>
                  <a:lnTo>
                    <a:pt x="2280370" y="1148453"/>
                  </a:lnTo>
                  <a:lnTo>
                    <a:pt x="2287863" y="1142423"/>
                  </a:lnTo>
                  <a:lnTo>
                    <a:pt x="2295355" y="1136884"/>
                  </a:lnTo>
                  <a:lnTo>
                    <a:pt x="2606137" y="907114"/>
                  </a:lnTo>
                  <a:lnTo>
                    <a:pt x="2613630" y="901574"/>
                  </a:lnTo>
                  <a:lnTo>
                    <a:pt x="2621123" y="896283"/>
                  </a:lnTo>
                  <a:lnTo>
                    <a:pt x="2931905" y="676805"/>
                  </a:lnTo>
                  <a:lnTo>
                    <a:pt x="2939397" y="671514"/>
                  </a:lnTo>
                  <a:lnTo>
                    <a:pt x="2946890" y="665295"/>
                  </a:lnTo>
                  <a:lnTo>
                    <a:pt x="3257672" y="407351"/>
                  </a:lnTo>
                  <a:lnTo>
                    <a:pt x="3265164" y="401132"/>
                  </a:lnTo>
                  <a:lnTo>
                    <a:pt x="3272657" y="397966"/>
                  </a:lnTo>
                  <a:lnTo>
                    <a:pt x="3583439" y="266627"/>
                  </a:lnTo>
                  <a:lnTo>
                    <a:pt x="3590932" y="263461"/>
                  </a:lnTo>
                  <a:lnTo>
                    <a:pt x="3598424" y="263073"/>
                  </a:lnTo>
                  <a:lnTo>
                    <a:pt x="3909206" y="246995"/>
                  </a:lnTo>
                  <a:lnTo>
                    <a:pt x="3916699" y="246607"/>
                  </a:lnTo>
                  <a:lnTo>
                    <a:pt x="3924192" y="247099"/>
                  </a:lnTo>
                  <a:lnTo>
                    <a:pt x="4234974" y="267494"/>
                  </a:lnTo>
                  <a:lnTo>
                    <a:pt x="4242466" y="267986"/>
                  </a:lnTo>
                  <a:lnTo>
                    <a:pt x="4249959" y="268374"/>
                  </a:lnTo>
                  <a:lnTo>
                    <a:pt x="4560741" y="284461"/>
                  </a:lnTo>
                  <a:lnTo>
                    <a:pt x="4568233" y="284849"/>
                  </a:lnTo>
                  <a:lnTo>
                    <a:pt x="4575726" y="284397"/>
                  </a:lnTo>
                  <a:lnTo>
                    <a:pt x="4886508" y="265634"/>
                  </a:lnTo>
                  <a:lnTo>
                    <a:pt x="4894001" y="265182"/>
                  </a:lnTo>
                  <a:lnTo>
                    <a:pt x="4901493" y="265089"/>
                  </a:lnTo>
                  <a:lnTo>
                    <a:pt x="5212275" y="261226"/>
                  </a:lnTo>
                  <a:lnTo>
                    <a:pt x="5219768" y="261133"/>
                  </a:lnTo>
                  <a:lnTo>
                    <a:pt x="5227261" y="258817"/>
                  </a:lnTo>
                  <a:lnTo>
                    <a:pt x="5538042" y="162750"/>
                  </a:lnTo>
                  <a:lnTo>
                    <a:pt x="5545535" y="160433"/>
                  </a:lnTo>
                  <a:lnTo>
                    <a:pt x="5553028" y="156743"/>
                  </a:lnTo>
                  <a:lnTo>
                    <a:pt x="5863810" y="3689"/>
                  </a:lnTo>
                  <a:lnTo>
                    <a:pt x="5871302" y="0"/>
                  </a:lnTo>
                  <a:lnTo>
                    <a:pt x="5878795" y="1834"/>
                  </a:lnTo>
                  <a:lnTo>
                    <a:pt x="6189577" y="77932"/>
                  </a:lnTo>
                  <a:lnTo>
                    <a:pt x="6197070" y="79766"/>
                  </a:lnTo>
                  <a:lnTo>
                    <a:pt x="6204562" y="84913"/>
                  </a:lnTo>
                  <a:lnTo>
                    <a:pt x="6515344" y="298388"/>
                  </a:lnTo>
                  <a:lnTo>
                    <a:pt x="6522837" y="303535"/>
                  </a:lnTo>
                  <a:lnTo>
                    <a:pt x="6530329" y="311784"/>
                  </a:lnTo>
                  <a:lnTo>
                    <a:pt x="6841111" y="653958"/>
                  </a:lnTo>
                  <a:lnTo>
                    <a:pt x="6848604" y="662207"/>
                  </a:lnTo>
                  <a:lnTo>
                    <a:pt x="6856097" y="667936"/>
                  </a:lnTo>
                  <a:lnTo>
                    <a:pt x="7166879" y="905572"/>
                  </a:lnTo>
                  <a:lnTo>
                    <a:pt x="7174371" y="911302"/>
                  </a:lnTo>
                  <a:lnTo>
                    <a:pt x="7181864" y="917037"/>
                  </a:lnTo>
                  <a:lnTo>
                    <a:pt x="7492646" y="1154926"/>
                  </a:lnTo>
                  <a:lnTo>
                    <a:pt x="7500139" y="1160661"/>
                  </a:lnTo>
                  <a:lnTo>
                    <a:pt x="7507631" y="2342670"/>
                  </a:lnTo>
                  <a:lnTo>
                    <a:pt x="7500139" y="2342670"/>
                  </a:lnTo>
                  <a:lnTo>
                    <a:pt x="7492646" y="2342670"/>
                  </a:lnTo>
                  <a:lnTo>
                    <a:pt x="7181864" y="2342670"/>
                  </a:lnTo>
                  <a:lnTo>
                    <a:pt x="7174371" y="2342670"/>
                  </a:lnTo>
                  <a:lnTo>
                    <a:pt x="7166879" y="2342670"/>
                  </a:lnTo>
                  <a:lnTo>
                    <a:pt x="6856097" y="2342670"/>
                  </a:lnTo>
                  <a:lnTo>
                    <a:pt x="6848604" y="2342670"/>
                  </a:lnTo>
                  <a:lnTo>
                    <a:pt x="6841111" y="2342670"/>
                  </a:lnTo>
                  <a:lnTo>
                    <a:pt x="6530329" y="2342670"/>
                  </a:lnTo>
                  <a:lnTo>
                    <a:pt x="6522837" y="2342670"/>
                  </a:lnTo>
                  <a:lnTo>
                    <a:pt x="6515344" y="2342670"/>
                  </a:lnTo>
                  <a:lnTo>
                    <a:pt x="6204562" y="2342670"/>
                  </a:lnTo>
                  <a:lnTo>
                    <a:pt x="6197070" y="2342670"/>
                  </a:lnTo>
                  <a:lnTo>
                    <a:pt x="6189577" y="2342670"/>
                  </a:lnTo>
                  <a:lnTo>
                    <a:pt x="5878795" y="2342670"/>
                  </a:lnTo>
                  <a:lnTo>
                    <a:pt x="5871302" y="2342670"/>
                  </a:lnTo>
                  <a:lnTo>
                    <a:pt x="5863810" y="2342670"/>
                  </a:lnTo>
                  <a:lnTo>
                    <a:pt x="5553028" y="2342670"/>
                  </a:lnTo>
                  <a:lnTo>
                    <a:pt x="5545535" y="2342670"/>
                  </a:lnTo>
                  <a:lnTo>
                    <a:pt x="5538042" y="2342670"/>
                  </a:lnTo>
                  <a:lnTo>
                    <a:pt x="5227261" y="2342670"/>
                  </a:lnTo>
                  <a:lnTo>
                    <a:pt x="5219768" y="2342670"/>
                  </a:lnTo>
                  <a:lnTo>
                    <a:pt x="5212275" y="2342670"/>
                  </a:lnTo>
                  <a:lnTo>
                    <a:pt x="4901493" y="2342670"/>
                  </a:lnTo>
                  <a:lnTo>
                    <a:pt x="4894001" y="2342670"/>
                  </a:lnTo>
                  <a:lnTo>
                    <a:pt x="4886508" y="2342670"/>
                  </a:lnTo>
                  <a:lnTo>
                    <a:pt x="4575726" y="2342670"/>
                  </a:lnTo>
                  <a:lnTo>
                    <a:pt x="4568233" y="2342670"/>
                  </a:lnTo>
                  <a:lnTo>
                    <a:pt x="4560741" y="2342670"/>
                  </a:lnTo>
                  <a:lnTo>
                    <a:pt x="4249959" y="2342670"/>
                  </a:lnTo>
                  <a:lnTo>
                    <a:pt x="4242466" y="2342670"/>
                  </a:lnTo>
                  <a:lnTo>
                    <a:pt x="4234974" y="2342670"/>
                  </a:lnTo>
                  <a:lnTo>
                    <a:pt x="3924192" y="2342670"/>
                  </a:lnTo>
                  <a:lnTo>
                    <a:pt x="3916699" y="2342670"/>
                  </a:lnTo>
                  <a:lnTo>
                    <a:pt x="3909206" y="2342670"/>
                  </a:lnTo>
                  <a:lnTo>
                    <a:pt x="3598424" y="2342670"/>
                  </a:lnTo>
                  <a:lnTo>
                    <a:pt x="3590932" y="2342670"/>
                  </a:lnTo>
                  <a:lnTo>
                    <a:pt x="3583439" y="2342670"/>
                  </a:lnTo>
                  <a:lnTo>
                    <a:pt x="3272657" y="2342670"/>
                  </a:lnTo>
                  <a:lnTo>
                    <a:pt x="3265164" y="2342670"/>
                  </a:lnTo>
                  <a:lnTo>
                    <a:pt x="3257672" y="2342670"/>
                  </a:lnTo>
                  <a:lnTo>
                    <a:pt x="2946890" y="2342670"/>
                  </a:lnTo>
                  <a:lnTo>
                    <a:pt x="2939397" y="2342670"/>
                  </a:lnTo>
                  <a:lnTo>
                    <a:pt x="2931905" y="2342670"/>
                  </a:lnTo>
                  <a:lnTo>
                    <a:pt x="2621123" y="2342670"/>
                  </a:lnTo>
                  <a:lnTo>
                    <a:pt x="2613630" y="2342670"/>
                  </a:lnTo>
                  <a:lnTo>
                    <a:pt x="2606137" y="2342670"/>
                  </a:lnTo>
                  <a:lnTo>
                    <a:pt x="2295355" y="2342670"/>
                  </a:lnTo>
                  <a:lnTo>
                    <a:pt x="2287863" y="2342670"/>
                  </a:lnTo>
                  <a:lnTo>
                    <a:pt x="2280370" y="2342670"/>
                  </a:lnTo>
                  <a:lnTo>
                    <a:pt x="1969588" y="2342670"/>
                  </a:lnTo>
                  <a:lnTo>
                    <a:pt x="1962096" y="2342670"/>
                  </a:lnTo>
                  <a:lnTo>
                    <a:pt x="1954603" y="2342670"/>
                  </a:lnTo>
                  <a:lnTo>
                    <a:pt x="1643821" y="2342670"/>
                  </a:lnTo>
                  <a:lnTo>
                    <a:pt x="1636328" y="2342670"/>
                  </a:lnTo>
                  <a:lnTo>
                    <a:pt x="1628836" y="2342670"/>
                  </a:lnTo>
                  <a:lnTo>
                    <a:pt x="1318054" y="2342670"/>
                  </a:lnTo>
                  <a:lnTo>
                    <a:pt x="1310561" y="2342670"/>
                  </a:lnTo>
                  <a:lnTo>
                    <a:pt x="1303068" y="2342670"/>
                  </a:lnTo>
                  <a:lnTo>
                    <a:pt x="992286" y="2342670"/>
                  </a:lnTo>
                  <a:lnTo>
                    <a:pt x="984794" y="2342670"/>
                  </a:lnTo>
                  <a:lnTo>
                    <a:pt x="977301" y="2342670"/>
                  </a:lnTo>
                  <a:lnTo>
                    <a:pt x="666519" y="2342670"/>
                  </a:lnTo>
                  <a:lnTo>
                    <a:pt x="659027" y="2342670"/>
                  </a:lnTo>
                  <a:lnTo>
                    <a:pt x="651534" y="2342670"/>
                  </a:lnTo>
                  <a:lnTo>
                    <a:pt x="340752" y="2342670"/>
                  </a:lnTo>
                  <a:lnTo>
                    <a:pt x="333259" y="2342670"/>
                  </a:lnTo>
                  <a:lnTo>
                    <a:pt x="325767" y="2342670"/>
                  </a:lnTo>
                  <a:lnTo>
                    <a:pt x="14985" y="2342670"/>
                  </a:lnTo>
                  <a:lnTo>
                    <a:pt x="7492" y="2342670"/>
                  </a:lnTo>
                  <a:lnTo>
                    <a:pt x="0" y="2342670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8232718" y="1281835"/>
              <a:ext cx="7492646" cy="1622848"/>
            </a:xfrm>
            <a:custGeom>
              <a:avLst/>
              <a:pathLst>
                <a:path w="7492646" h="1622848">
                  <a:moveTo>
                    <a:pt x="0" y="1376564"/>
                  </a:moveTo>
                  <a:lnTo>
                    <a:pt x="7492" y="1379723"/>
                  </a:lnTo>
                  <a:lnTo>
                    <a:pt x="318274" y="1510760"/>
                  </a:lnTo>
                  <a:lnTo>
                    <a:pt x="325767" y="1513919"/>
                  </a:lnTo>
                  <a:lnTo>
                    <a:pt x="333259" y="1515498"/>
                  </a:lnTo>
                  <a:lnTo>
                    <a:pt x="644041" y="1580988"/>
                  </a:lnTo>
                  <a:lnTo>
                    <a:pt x="651534" y="1582567"/>
                  </a:lnTo>
                  <a:lnTo>
                    <a:pt x="659027" y="1582740"/>
                  </a:lnTo>
                  <a:lnTo>
                    <a:pt x="969809" y="1589907"/>
                  </a:lnTo>
                  <a:lnTo>
                    <a:pt x="977301" y="1590080"/>
                  </a:lnTo>
                  <a:lnTo>
                    <a:pt x="984794" y="1590833"/>
                  </a:lnTo>
                  <a:lnTo>
                    <a:pt x="1295576" y="1622094"/>
                  </a:lnTo>
                  <a:lnTo>
                    <a:pt x="1303068" y="1622848"/>
                  </a:lnTo>
                  <a:lnTo>
                    <a:pt x="1310561" y="1622390"/>
                  </a:lnTo>
                  <a:lnTo>
                    <a:pt x="1621343" y="1603389"/>
                  </a:lnTo>
                  <a:lnTo>
                    <a:pt x="1628836" y="1602931"/>
                  </a:lnTo>
                  <a:lnTo>
                    <a:pt x="1636328" y="1598368"/>
                  </a:lnTo>
                  <a:lnTo>
                    <a:pt x="1947110" y="1409121"/>
                  </a:lnTo>
                  <a:lnTo>
                    <a:pt x="1954603" y="1404559"/>
                  </a:lnTo>
                  <a:lnTo>
                    <a:pt x="1962096" y="1398530"/>
                  </a:lnTo>
                  <a:lnTo>
                    <a:pt x="2272877" y="1148453"/>
                  </a:lnTo>
                  <a:lnTo>
                    <a:pt x="2280370" y="1142423"/>
                  </a:lnTo>
                  <a:lnTo>
                    <a:pt x="2287863" y="1136884"/>
                  </a:lnTo>
                  <a:lnTo>
                    <a:pt x="2598645" y="907114"/>
                  </a:lnTo>
                  <a:lnTo>
                    <a:pt x="2606137" y="901574"/>
                  </a:lnTo>
                  <a:lnTo>
                    <a:pt x="2613630" y="896283"/>
                  </a:lnTo>
                  <a:lnTo>
                    <a:pt x="2924412" y="676805"/>
                  </a:lnTo>
                  <a:lnTo>
                    <a:pt x="2931905" y="671514"/>
                  </a:lnTo>
                  <a:lnTo>
                    <a:pt x="2939397" y="665295"/>
                  </a:lnTo>
                  <a:lnTo>
                    <a:pt x="3250179" y="407351"/>
                  </a:lnTo>
                  <a:lnTo>
                    <a:pt x="3257672" y="401132"/>
                  </a:lnTo>
                  <a:lnTo>
                    <a:pt x="3265164" y="397966"/>
                  </a:lnTo>
                  <a:lnTo>
                    <a:pt x="3575946" y="266627"/>
                  </a:lnTo>
                  <a:lnTo>
                    <a:pt x="3583439" y="263461"/>
                  </a:lnTo>
                  <a:lnTo>
                    <a:pt x="3590932" y="263073"/>
                  </a:lnTo>
                  <a:lnTo>
                    <a:pt x="3901714" y="246995"/>
                  </a:lnTo>
                  <a:lnTo>
                    <a:pt x="3909206" y="246607"/>
                  </a:lnTo>
                  <a:lnTo>
                    <a:pt x="3916699" y="247099"/>
                  </a:lnTo>
                  <a:lnTo>
                    <a:pt x="4227481" y="267494"/>
                  </a:lnTo>
                  <a:lnTo>
                    <a:pt x="4234974" y="267986"/>
                  </a:lnTo>
                  <a:lnTo>
                    <a:pt x="4242466" y="268374"/>
                  </a:lnTo>
                  <a:lnTo>
                    <a:pt x="4553248" y="284461"/>
                  </a:lnTo>
                  <a:lnTo>
                    <a:pt x="4560741" y="284849"/>
                  </a:lnTo>
                  <a:lnTo>
                    <a:pt x="4568233" y="284397"/>
                  </a:lnTo>
                  <a:lnTo>
                    <a:pt x="4879015" y="265634"/>
                  </a:lnTo>
                  <a:lnTo>
                    <a:pt x="4886508" y="265182"/>
                  </a:lnTo>
                  <a:lnTo>
                    <a:pt x="4894001" y="265089"/>
                  </a:lnTo>
                  <a:lnTo>
                    <a:pt x="5204783" y="261226"/>
                  </a:lnTo>
                  <a:lnTo>
                    <a:pt x="5212275" y="261133"/>
                  </a:lnTo>
                  <a:lnTo>
                    <a:pt x="5219768" y="258817"/>
                  </a:lnTo>
                  <a:lnTo>
                    <a:pt x="5530550" y="162750"/>
                  </a:lnTo>
                  <a:lnTo>
                    <a:pt x="5538042" y="160433"/>
                  </a:lnTo>
                  <a:lnTo>
                    <a:pt x="5545535" y="156743"/>
                  </a:lnTo>
                  <a:lnTo>
                    <a:pt x="5856317" y="3689"/>
                  </a:lnTo>
                  <a:lnTo>
                    <a:pt x="5863810" y="0"/>
                  </a:lnTo>
                  <a:lnTo>
                    <a:pt x="5871302" y="1834"/>
                  </a:lnTo>
                  <a:lnTo>
                    <a:pt x="6182084" y="77932"/>
                  </a:lnTo>
                  <a:lnTo>
                    <a:pt x="6189577" y="79766"/>
                  </a:lnTo>
                  <a:lnTo>
                    <a:pt x="6197070" y="84913"/>
                  </a:lnTo>
                  <a:lnTo>
                    <a:pt x="6507852" y="298388"/>
                  </a:lnTo>
                  <a:lnTo>
                    <a:pt x="6515344" y="303535"/>
                  </a:lnTo>
                  <a:lnTo>
                    <a:pt x="6522837" y="311784"/>
                  </a:lnTo>
                  <a:lnTo>
                    <a:pt x="6833619" y="653958"/>
                  </a:lnTo>
                  <a:lnTo>
                    <a:pt x="6841111" y="662207"/>
                  </a:lnTo>
                  <a:lnTo>
                    <a:pt x="6848604" y="667936"/>
                  </a:lnTo>
                  <a:lnTo>
                    <a:pt x="7159386" y="905572"/>
                  </a:lnTo>
                  <a:lnTo>
                    <a:pt x="7166879" y="911302"/>
                  </a:lnTo>
                  <a:lnTo>
                    <a:pt x="7174371" y="917037"/>
                  </a:lnTo>
                  <a:lnTo>
                    <a:pt x="7485153" y="1154926"/>
                  </a:lnTo>
                  <a:lnTo>
                    <a:pt x="7492646" y="1160661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59" name="tx58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0" name="tx59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1" name="tx60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2" name="tx61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3" name="tx62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4" name="tx63"/>
            <p:cNvSpPr/>
            <p:nvPr/>
          </p:nvSpPr>
          <p:spPr>
            <a:xfrm>
              <a:off x="8232718" y="1233435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65" name="tx64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6" name="tx65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7" name="tx66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8" name="tx67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69" name="tx68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0" name="tx69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1" name="tx70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2" name="tx71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3" name="tx72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2" name="tx81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3" name="tx82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4" name="tx83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5" name="tx84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6" name="tx85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7" name="tx86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8" name="tx87"/>
            <p:cNvSpPr/>
            <p:nvPr/>
          </p:nvSpPr>
          <p:spPr>
            <a:xfrm>
              <a:off x="8232718" y="943251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89" name="tx88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0" name="tx89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1" name="tx90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2" name="tx91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3" name="tx92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4" name="tx93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5" name="tx94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6" name="tx95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7" name="tx96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8" name="tx97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99" name="tx98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0" name="tx99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1" name="tx100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2" name="tx101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3" name="tx102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4" name="tx103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6" name="tx105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7" name="tx106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8232718" y="656750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13" name="rc112"/>
            <p:cNvSpPr/>
            <p:nvPr/>
          </p:nvSpPr>
          <p:spPr>
            <a:xfrm>
              <a:off x="8225225" y="4204118"/>
              <a:ext cx="7620246" cy="31363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8225225" y="7340452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8225225" y="6572282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8225225" y="5804113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8225225" y="5035944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8225225" y="4267774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  <a:lnTo>
                    <a:pt x="7620246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8"/>
            <p:cNvSpPr/>
            <p:nvPr/>
          </p:nvSpPr>
          <p:spPr>
            <a:xfrm>
              <a:off x="8225225" y="4250468"/>
              <a:ext cx="7507631" cy="3089983"/>
            </a:xfrm>
            <a:custGeom>
              <a:avLst/>
              <a:pathLst>
                <a:path w="7507631" h="3089983">
                  <a:moveTo>
                    <a:pt x="7492" y="1353845"/>
                  </a:moveTo>
                  <a:lnTo>
                    <a:pt x="14985" y="1353531"/>
                  </a:lnTo>
                  <a:lnTo>
                    <a:pt x="325767" y="1340506"/>
                  </a:lnTo>
                  <a:lnTo>
                    <a:pt x="333259" y="1340192"/>
                  </a:lnTo>
                  <a:lnTo>
                    <a:pt x="340752" y="1352272"/>
                  </a:lnTo>
                  <a:lnTo>
                    <a:pt x="651534" y="1853334"/>
                  </a:lnTo>
                  <a:lnTo>
                    <a:pt x="659027" y="1865414"/>
                  </a:lnTo>
                  <a:lnTo>
                    <a:pt x="666519" y="1872206"/>
                  </a:lnTo>
                  <a:lnTo>
                    <a:pt x="977301" y="2153932"/>
                  </a:lnTo>
                  <a:lnTo>
                    <a:pt x="984794" y="2160724"/>
                  </a:lnTo>
                  <a:lnTo>
                    <a:pt x="992286" y="2163641"/>
                  </a:lnTo>
                  <a:lnTo>
                    <a:pt x="1303068" y="2284655"/>
                  </a:lnTo>
                  <a:lnTo>
                    <a:pt x="1310561" y="2287572"/>
                  </a:lnTo>
                  <a:lnTo>
                    <a:pt x="1318054" y="2284929"/>
                  </a:lnTo>
                  <a:lnTo>
                    <a:pt x="1628836" y="2175279"/>
                  </a:lnTo>
                  <a:lnTo>
                    <a:pt x="1636328" y="2172635"/>
                  </a:lnTo>
                  <a:lnTo>
                    <a:pt x="1643821" y="2161815"/>
                  </a:lnTo>
                  <a:lnTo>
                    <a:pt x="1954603" y="1713015"/>
                  </a:lnTo>
                  <a:lnTo>
                    <a:pt x="1962096" y="1702195"/>
                  </a:lnTo>
                  <a:lnTo>
                    <a:pt x="1969588" y="1688616"/>
                  </a:lnTo>
                  <a:lnTo>
                    <a:pt x="2280370" y="1125386"/>
                  </a:lnTo>
                  <a:lnTo>
                    <a:pt x="2287863" y="1111807"/>
                  </a:lnTo>
                  <a:lnTo>
                    <a:pt x="2295355" y="1109712"/>
                  </a:lnTo>
                  <a:lnTo>
                    <a:pt x="2606137" y="1022815"/>
                  </a:lnTo>
                  <a:lnTo>
                    <a:pt x="2613630" y="1020720"/>
                  </a:lnTo>
                  <a:lnTo>
                    <a:pt x="2621123" y="1023636"/>
                  </a:lnTo>
                  <a:lnTo>
                    <a:pt x="2931905" y="1144587"/>
                  </a:lnTo>
                  <a:lnTo>
                    <a:pt x="2939397" y="1147503"/>
                  </a:lnTo>
                  <a:lnTo>
                    <a:pt x="2946890" y="1149568"/>
                  </a:lnTo>
                  <a:lnTo>
                    <a:pt x="3257672" y="1235212"/>
                  </a:lnTo>
                  <a:lnTo>
                    <a:pt x="3265164" y="1237277"/>
                  </a:lnTo>
                  <a:lnTo>
                    <a:pt x="3272657" y="1237114"/>
                  </a:lnTo>
                  <a:lnTo>
                    <a:pt x="3583439" y="1230343"/>
                  </a:lnTo>
                  <a:lnTo>
                    <a:pt x="3590932" y="1230179"/>
                  </a:lnTo>
                  <a:lnTo>
                    <a:pt x="3598424" y="1231399"/>
                  </a:lnTo>
                  <a:lnTo>
                    <a:pt x="3909206" y="1282004"/>
                  </a:lnTo>
                  <a:lnTo>
                    <a:pt x="3916699" y="1283224"/>
                  </a:lnTo>
                  <a:lnTo>
                    <a:pt x="3924192" y="1283403"/>
                  </a:lnTo>
                  <a:lnTo>
                    <a:pt x="4234974" y="1290853"/>
                  </a:lnTo>
                  <a:lnTo>
                    <a:pt x="4242466" y="1291032"/>
                  </a:lnTo>
                  <a:lnTo>
                    <a:pt x="4249959" y="1295196"/>
                  </a:lnTo>
                  <a:lnTo>
                    <a:pt x="4560741" y="1467917"/>
                  </a:lnTo>
                  <a:lnTo>
                    <a:pt x="4568233" y="1472082"/>
                  </a:lnTo>
                  <a:lnTo>
                    <a:pt x="4575726" y="1470025"/>
                  </a:lnTo>
                  <a:lnTo>
                    <a:pt x="4886508" y="1384734"/>
                  </a:lnTo>
                  <a:lnTo>
                    <a:pt x="4894001" y="1382678"/>
                  </a:lnTo>
                  <a:lnTo>
                    <a:pt x="4901493" y="1377472"/>
                  </a:lnTo>
                  <a:lnTo>
                    <a:pt x="5212275" y="1161515"/>
                  </a:lnTo>
                  <a:lnTo>
                    <a:pt x="5219768" y="1156309"/>
                  </a:lnTo>
                  <a:lnTo>
                    <a:pt x="5227261" y="1141848"/>
                  </a:lnTo>
                  <a:lnTo>
                    <a:pt x="5538042" y="542055"/>
                  </a:lnTo>
                  <a:lnTo>
                    <a:pt x="5545535" y="527595"/>
                  </a:lnTo>
                  <a:lnTo>
                    <a:pt x="5553028" y="515460"/>
                  </a:lnTo>
                  <a:lnTo>
                    <a:pt x="5863810" y="12134"/>
                  </a:lnTo>
                  <a:lnTo>
                    <a:pt x="5871302" y="0"/>
                  </a:lnTo>
                  <a:lnTo>
                    <a:pt x="5878795" y="461"/>
                  </a:lnTo>
                  <a:lnTo>
                    <a:pt x="6189577" y="19589"/>
                  </a:lnTo>
                  <a:lnTo>
                    <a:pt x="6197070" y="20050"/>
                  </a:lnTo>
                  <a:lnTo>
                    <a:pt x="6204562" y="25802"/>
                  </a:lnTo>
                  <a:lnTo>
                    <a:pt x="6515344" y="264384"/>
                  </a:lnTo>
                  <a:lnTo>
                    <a:pt x="6522837" y="270136"/>
                  </a:lnTo>
                  <a:lnTo>
                    <a:pt x="6530329" y="279186"/>
                  </a:lnTo>
                  <a:lnTo>
                    <a:pt x="6841111" y="654561"/>
                  </a:lnTo>
                  <a:lnTo>
                    <a:pt x="6848604" y="663610"/>
                  </a:lnTo>
                  <a:lnTo>
                    <a:pt x="6856097" y="672580"/>
                  </a:lnTo>
                  <a:lnTo>
                    <a:pt x="7166879" y="1044621"/>
                  </a:lnTo>
                  <a:lnTo>
                    <a:pt x="7174371" y="1053590"/>
                  </a:lnTo>
                  <a:lnTo>
                    <a:pt x="7181864" y="1064438"/>
                  </a:lnTo>
                  <a:lnTo>
                    <a:pt x="7492646" y="1514362"/>
                  </a:lnTo>
                  <a:lnTo>
                    <a:pt x="7500139" y="1525209"/>
                  </a:lnTo>
                  <a:lnTo>
                    <a:pt x="7507631" y="3089983"/>
                  </a:lnTo>
                  <a:lnTo>
                    <a:pt x="7500139" y="1885370"/>
                  </a:lnTo>
                  <a:lnTo>
                    <a:pt x="7492646" y="1875672"/>
                  </a:lnTo>
                  <a:lnTo>
                    <a:pt x="7181864" y="1473399"/>
                  </a:lnTo>
                  <a:lnTo>
                    <a:pt x="7174371" y="1463701"/>
                  </a:lnTo>
                  <a:lnTo>
                    <a:pt x="7166879" y="1456111"/>
                  </a:lnTo>
                  <a:lnTo>
                    <a:pt x="6856097" y="1141306"/>
                  </a:lnTo>
                  <a:lnTo>
                    <a:pt x="6848604" y="1133717"/>
                  </a:lnTo>
                  <a:lnTo>
                    <a:pt x="6841111" y="1126116"/>
                  </a:lnTo>
                  <a:lnTo>
                    <a:pt x="6530329" y="810843"/>
                  </a:lnTo>
                  <a:lnTo>
                    <a:pt x="6522837" y="803242"/>
                  </a:lnTo>
                  <a:lnTo>
                    <a:pt x="6515344" y="798117"/>
                  </a:lnTo>
                  <a:lnTo>
                    <a:pt x="6204562" y="585505"/>
                  </a:lnTo>
                  <a:lnTo>
                    <a:pt x="6197070" y="580379"/>
                  </a:lnTo>
                  <a:lnTo>
                    <a:pt x="6189577" y="579278"/>
                  </a:lnTo>
                  <a:lnTo>
                    <a:pt x="5878795" y="533591"/>
                  </a:lnTo>
                  <a:lnTo>
                    <a:pt x="5871302" y="532490"/>
                  </a:lnTo>
                  <a:lnTo>
                    <a:pt x="5863810" y="543257"/>
                  </a:lnTo>
                  <a:lnTo>
                    <a:pt x="5553028" y="989863"/>
                  </a:lnTo>
                  <a:lnTo>
                    <a:pt x="5545535" y="1000631"/>
                  </a:lnTo>
                  <a:lnTo>
                    <a:pt x="5538042" y="1014143"/>
                  </a:lnTo>
                  <a:lnTo>
                    <a:pt x="5227261" y="1574621"/>
                  </a:lnTo>
                  <a:lnTo>
                    <a:pt x="5219768" y="1588133"/>
                  </a:lnTo>
                  <a:lnTo>
                    <a:pt x="5212275" y="1592843"/>
                  </a:lnTo>
                  <a:lnTo>
                    <a:pt x="4901493" y="1788201"/>
                  </a:lnTo>
                  <a:lnTo>
                    <a:pt x="4894001" y="1792911"/>
                  </a:lnTo>
                  <a:lnTo>
                    <a:pt x="4886508" y="1795052"/>
                  </a:lnTo>
                  <a:lnTo>
                    <a:pt x="4575726" y="1883855"/>
                  </a:lnTo>
                  <a:lnTo>
                    <a:pt x="4568233" y="1885996"/>
                  </a:lnTo>
                  <a:lnTo>
                    <a:pt x="4560741" y="1882114"/>
                  </a:lnTo>
                  <a:lnTo>
                    <a:pt x="4249959" y="1721123"/>
                  </a:lnTo>
                  <a:lnTo>
                    <a:pt x="4242466" y="1717241"/>
                  </a:lnTo>
                  <a:lnTo>
                    <a:pt x="4234974" y="1717569"/>
                  </a:lnTo>
                  <a:lnTo>
                    <a:pt x="3924192" y="1731155"/>
                  </a:lnTo>
                  <a:lnTo>
                    <a:pt x="3916699" y="1731483"/>
                  </a:lnTo>
                  <a:lnTo>
                    <a:pt x="3909206" y="1730654"/>
                  </a:lnTo>
                  <a:lnTo>
                    <a:pt x="3598424" y="1696291"/>
                  </a:lnTo>
                  <a:lnTo>
                    <a:pt x="3590932" y="1695463"/>
                  </a:lnTo>
                  <a:lnTo>
                    <a:pt x="3583439" y="1695676"/>
                  </a:lnTo>
                  <a:lnTo>
                    <a:pt x="3272657" y="1704513"/>
                  </a:lnTo>
                  <a:lnTo>
                    <a:pt x="3265164" y="1704726"/>
                  </a:lnTo>
                  <a:lnTo>
                    <a:pt x="3257672" y="1702119"/>
                  </a:lnTo>
                  <a:lnTo>
                    <a:pt x="2946890" y="1594005"/>
                  </a:lnTo>
                  <a:lnTo>
                    <a:pt x="2939397" y="1591398"/>
                  </a:lnTo>
                  <a:lnTo>
                    <a:pt x="2931905" y="1587146"/>
                  </a:lnTo>
                  <a:lnTo>
                    <a:pt x="2621123" y="1410789"/>
                  </a:lnTo>
                  <a:lnTo>
                    <a:pt x="2613630" y="1406537"/>
                  </a:lnTo>
                  <a:lnTo>
                    <a:pt x="2606137" y="1406765"/>
                  </a:lnTo>
                  <a:lnTo>
                    <a:pt x="2295355" y="1416210"/>
                  </a:lnTo>
                  <a:lnTo>
                    <a:pt x="2287863" y="1416437"/>
                  </a:lnTo>
                  <a:lnTo>
                    <a:pt x="2280370" y="1428070"/>
                  </a:lnTo>
                  <a:lnTo>
                    <a:pt x="1969588" y="1910561"/>
                  </a:lnTo>
                  <a:lnTo>
                    <a:pt x="1962096" y="1922193"/>
                  </a:lnTo>
                  <a:lnTo>
                    <a:pt x="1954603" y="1931535"/>
                  </a:lnTo>
                  <a:lnTo>
                    <a:pt x="1643821" y="2319015"/>
                  </a:lnTo>
                  <a:lnTo>
                    <a:pt x="1636328" y="2328357"/>
                  </a:lnTo>
                  <a:lnTo>
                    <a:pt x="1628836" y="2330383"/>
                  </a:lnTo>
                  <a:lnTo>
                    <a:pt x="1318054" y="2414444"/>
                  </a:lnTo>
                  <a:lnTo>
                    <a:pt x="1310561" y="2416471"/>
                  </a:lnTo>
                  <a:lnTo>
                    <a:pt x="1303068" y="2413938"/>
                  </a:lnTo>
                  <a:lnTo>
                    <a:pt x="992286" y="2308863"/>
                  </a:lnTo>
                  <a:lnTo>
                    <a:pt x="984794" y="2306330"/>
                  </a:lnTo>
                  <a:lnTo>
                    <a:pt x="977301" y="2300633"/>
                  </a:lnTo>
                  <a:lnTo>
                    <a:pt x="666519" y="2064322"/>
                  </a:lnTo>
                  <a:lnTo>
                    <a:pt x="659027" y="2058625"/>
                  </a:lnTo>
                  <a:lnTo>
                    <a:pt x="651534" y="2047942"/>
                  </a:lnTo>
                  <a:lnTo>
                    <a:pt x="340752" y="1604814"/>
                  </a:lnTo>
                  <a:lnTo>
                    <a:pt x="333259" y="1594131"/>
                  </a:lnTo>
                  <a:lnTo>
                    <a:pt x="325767" y="1595808"/>
                  </a:lnTo>
                  <a:lnTo>
                    <a:pt x="14985" y="1665353"/>
                  </a:lnTo>
                  <a:lnTo>
                    <a:pt x="7492" y="1667029"/>
                  </a:lnTo>
                  <a:lnTo>
                    <a:pt x="0" y="3089983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8232718" y="4250468"/>
              <a:ext cx="7492646" cy="2287572"/>
            </a:xfrm>
            <a:custGeom>
              <a:avLst/>
              <a:pathLst>
                <a:path w="7492646" h="2287572">
                  <a:moveTo>
                    <a:pt x="0" y="1353845"/>
                  </a:moveTo>
                  <a:lnTo>
                    <a:pt x="7492" y="1353531"/>
                  </a:lnTo>
                  <a:lnTo>
                    <a:pt x="318274" y="1340506"/>
                  </a:lnTo>
                  <a:lnTo>
                    <a:pt x="325767" y="1340192"/>
                  </a:lnTo>
                  <a:lnTo>
                    <a:pt x="333259" y="1352272"/>
                  </a:lnTo>
                  <a:lnTo>
                    <a:pt x="644041" y="1853334"/>
                  </a:lnTo>
                  <a:lnTo>
                    <a:pt x="651534" y="1865414"/>
                  </a:lnTo>
                  <a:lnTo>
                    <a:pt x="659027" y="1872206"/>
                  </a:lnTo>
                  <a:lnTo>
                    <a:pt x="969809" y="2153932"/>
                  </a:lnTo>
                  <a:lnTo>
                    <a:pt x="977301" y="2160724"/>
                  </a:lnTo>
                  <a:lnTo>
                    <a:pt x="984794" y="2163641"/>
                  </a:lnTo>
                  <a:lnTo>
                    <a:pt x="1295576" y="2284655"/>
                  </a:lnTo>
                  <a:lnTo>
                    <a:pt x="1303068" y="2287572"/>
                  </a:lnTo>
                  <a:lnTo>
                    <a:pt x="1310561" y="2284929"/>
                  </a:lnTo>
                  <a:lnTo>
                    <a:pt x="1621343" y="2175279"/>
                  </a:lnTo>
                  <a:lnTo>
                    <a:pt x="1628836" y="2172635"/>
                  </a:lnTo>
                  <a:lnTo>
                    <a:pt x="1636328" y="2161815"/>
                  </a:lnTo>
                  <a:lnTo>
                    <a:pt x="1947110" y="1713015"/>
                  </a:lnTo>
                  <a:lnTo>
                    <a:pt x="1954603" y="1702195"/>
                  </a:lnTo>
                  <a:lnTo>
                    <a:pt x="1962096" y="1688616"/>
                  </a:lnTo>
                  <a:lnTo>
                    <a:pt x="2272877" y="1125386"/>
                  </a:lnTo>
                  <a:lnTo>
                    <a:pt x="2280370" y="1111807"/>
                  </a:lnTo>
                  <a:lnTo>
                    <a:pt x="2287863" y="1109712"/>
                  </a:lnTo>
                  <a:lnTo>
                    <a:pt x="2598645" y="1022815"/>
                  </a:lnTo>
                  <a:lnTo>
                    <a:pt x="2606137" y="1020720"/>
                  </a:lnTo>
                  <a:lnTo>
                    <a:pt x="2613630" y="1023636"/>
                  </a:lnTo>
                  <a:lnTo>
                    <a:pt x="2924412" y="1144587"/>
                  </a:lnTo>
                  <a:lnTo>
                    <a:pt x="2931905" y="1147503"/>
                  </a:lnTo>
                  <a:lnTo>
                    <a:pt x="2939397" y="1149568"/>
                  </a:lnTo>
                  <a:lnTo>
                    <a:pt x="3250179" y="1235212"/>
                  </a:lnTo>
                  <a:lnTo>
                    <a:pt x="3257672" y="1237277"/>
                  </a:lnTo>
                  <a:lnTo>
                    <a:pt x="3265164" y="1237114"/>
                  </a:lnTo>
                  <a:lnTo>
                    <a:pt x="3575946" y="1230343"/>
                  </a:lnTo>
                  <a:lnTo>
                    <a:pt x="3583439" y="1230179"/>
                  </a:lnTo>
                  <a:lnTo>
                    <a:pt x="3590932" y="1231399"/>
                  </a:lnTo>
                  <a:lnTo>
                    <a:pt x="3901714" y="1282004"/>
                  </a:lnTo>
                  <a:lnTo>
                    <a:pt x="3909206" y="1283224"/>
                  </a:lnTo>
                  <a:lnTo>
                    <a:pt x="3916699" y="1283403"/>
                  </a:lnTo>
                  <a:lnTo>
                    <a:pt x="4227481" y="1290853"/>
                  </a:lnTo>
                  <a:lnTo>
                    <a:pt x="4234974" y="1291032"/>
                  </a:lnTo>
                  <a:lnTo>
                    <a:pt x="4242466" y="1295196"/>
                  </a:lnTo>
                  <a:lnTo>
                    <a:pt x="4553248" y="1467917"/>
                  </a:lnTo>
                  <a:lnTo>
                    <a:pt x="4560741" y="1472082"/>
                  </a:lnTo>
                  <a:lnTo>
                    <a:pt x="4568233" y="1470025"/>
                  </a:lnTo>
                  <a:lnTo>
                    <a:pt x="4879015" y="1384734"/>
                  </a:lnTo>
                  <a:lnTo>
                    <a:pt x="4886508" y="1382678"/>
                  </a:lnTo>
                  <a:lnTo>
                    <a:pt x="4894001" y="1377472"/>
                  </a:lnTo>
                  <a:lnTo>
                    <a:pt x="5204783" y="1161515"/>
                  </a:lnTo>
                  <a:lnTo>
                    <a:pt x="5212275" y="1156309"/>
                  </a:lnTo>
                  <a:lnTo>
                    <a:pt x="5219768" y="1141848"/>
                  </a:lnTo>
                  <a:lnTo>
                    <a:pt x="5530550" y="542055"/>
                  </a:lnTo>
                  <a:lnTo>
                    <a:pt x="5538042" y="527595"/>
                  </a:lnTo>
                  <a:lnTo>
                    <a:pt x="5545535" y="515460"/>
                  </a:lnTo>
                  <a:lnTo>
                    <a:pt x="5856317" y="12134"/>
                  </a:lnTo>
                  <a:lnTo>
                    <a:pt x="5863810" y="0"/>
                  </a:lnTo>
                  <a:lnTo>
                    <a:pt x="5871302" y="461"/>
                  </a:lnTo>
                  <a:lnTo>
                    <a:pt x="6182084" y="19589"/>
                  </a:lnTo>
                  <a:lnTo>
                    <a:pt x="6189577" y="20050"/>
                  </a:lnTo>
                  <a:lnTo>
                    <a:pt x="6197070" y="25802"/>
                  </a:lnTo>
                  <a:lnTo>
                    <a:pt x="6507852" y="264384"/>
                  </a:lnTo>
                  <a:lnTo>
                    <a:pt x="6515344" y="270136"/>
                  </a:lnTo>
                  <a:lnTo>
                    <a:pt x="6522837" y="279186"/>
                  </a:lnTo>
                  <a:lnTo>
                    <a:pt x="6833619" y="654561"/>
                  </a:lnTo>
                  <a:lnTo>
                    <a:pt x="6841111" y="663610"/>
                  </a:lnTo>
                  <a:lnTo>
                    <a:pt x="6848604" y="672580"/>
                  </a:lnTo>
                  <a:lnTo>
                    <a:pt x="7159386" y="1044621"/>
                  </a:lnTo>
                  <a:lnTo>
                    <a:pt x="7166879" y="1053590"/>
                  </a:lnTo>
                  <a:lnTo>
                    <a:pt x="7174371" y="1064438"/>
                  </a:lnTo>
                  <a:lnTo>
                    <a:pt x="7485153" y="1514362"/>
                  </a:lnTo>
                  <a:lnTo>
                    <a:pt x="7492646" y="1525209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0"/>
            <p:cNvSpPr/>
            <p:nvPr/>
          </p:nvSpPr>
          <p:spPr>
            <a:xfrm>
              <a:off x="8225225" y="4782958"/>
              <a:ext cx="7507631" cy="2557493"/>
            </a:xfrm>
            <a:custGeom>
              <a:avLst/>
              <a:pathLst>
                <a:path w="7507631" h="2557493">
                  <a:moveTo>
                    <a:pt x="7492" y="1134539"/>
                  </a:moveTo>
                  <a:lnTo>
                    <a:pt x="14985" y="1132862"/>
                  </a:lnTo>
                  <a:lnTo>
                    <a:pt x="325767" y="1063317"/>
                  </a:lnTo>
                  <a:lnTo>
                    <a:pt x="333259" y="1061641"/>
                  </a:lnTo>
                  <a:lnTo>
                    <a:pt x="340752" y="1072324"/>
                  </a:lnTo>
                  <a:lnTo>
                    <a:pt x="651534" y="1515452"/>
                  </a:lnTo>
                  <a:lnTo>
                    <a:pt x="659027" y="1526135"/>
                  </a:lnTo>
                  <a:lnTo>
                    <a:pt x="666519" y="1531832"/>
                  </a:lnTo>
                  <a:lnTo>
                    <a:pt x="977301" y="1768143"/>
                  </a:lnTo>
                  <a:lnTo>
                    <a:pt x="984794" y="1773840"/>
                  </a:lnTo>
                  <a:lnTo>
                    <a:pt x="992286" y="1776373"/>
                  </a:lnTo>
                  <a:lnTo>
                    <a:pt x="1303068" y="1881447"/>
                  </a:lnTo>
                  <a:lnTo>
                    <a:pt x="1310561" y="1883981"/>
                  </a:lnTo>
                  <a:lnTo>
                    <a:pt x="1318054" y="1881954"/>
                  </a:lnTo>
                  <a:lnTo>
                    <a:pt x="1628836" y="1797893"/>
                  </a:lnTo>
                  <a:lnTo>
                    <a:pt x="1636328" y="1795867"/>
                  </a:lnTo>
                  <a:lnTo>
                    <a:pt x="1643821" y="1786525"/>
                  </a:lnTo>
                  <a:lnTo>
                    <a:pt x="1954603" y="1399045"/>
                  </a:lnTo>
                  <a:lnTo>
                    <a:pt x="1962096" y="1389703"/>
                  </a:lnTo>
                  <a:lnTo>
                    <a:pt x="1969588" y="1378071"/>
                  </a:lnTo>
                  <a:lnTo>
                    <a:pt x="2280370" y="895579"/>
                  </a:lnTo>
                  <a:lnTo>
                    <a:pt x="2287863" y="883947"/>
                  </a:lnTo>
                  <a:lnTo>
                    <a:pt x="2295355" y="883719"/>
                  </a:lnTo>
                  <a:lnTo>
                    <a:pt x="2606137" y="874275"/>
                  </a:lnTo>
                  <a:lnTo>
                    <a:pt x="2613630" y="874047"/>
                  </a:lnTo>
                  <a:lnTo>
                    <a:pt x="2621123" y="878299"/>
                  </a:lnTo>
                  <a:lnTo>
                    <a:pt x="2931905" y="1054656"/>
                  </a:lnTo>
                  <a:lnTo>
                    <a:pt x="2939397" y="1058908"/>
                  </a:lnTo>
                  <a:lnTo>
                    <a:pt x="2946890" y="1061515"/>
                  </a:lnTo>
                  <a:lnTo>
                    <a:pt x="3257672" y="1169629"/>
                  </a:lnTo>
                  <a:lnTo>
                    <a:pt x="3265164" y="1172236"/>
                  </a:lnTo>
                  <a:lnTo>
                    <a:pt x="3272657" y="1172023"/>
                  </a:lnTo>
                  <a:lnTo>
                    <a:pt x="3583439" y="1163185"/>
                  </a:lnTo>
                  <a:lnTo>
                    <a:pt x="3590932" y="1162972"/>
                  </a:lnTo>
                  <a:lnTo>
                    <a:pt x="3598424" y="1163801"/>
                  </a:lnTo>
                  <a:lnTo>
                    <a:pt x="3909206" y="1198164"/>
                  </a:lnTo>
                  <a:lnTo>
                    <a:pt x="3916699" y="1198992"/>
                  </a:lnTo>
                  <a:lnTo>
                    <a:pt x="3924192" y="1198665"/>
                  </a:lnTo>
                  <a:lnTo>
                    <a:pt x="4234974" y="1185079"/>
                  </a:lnTo>
                  <a:lnTo>
                    <a:pt x="4242466" y="1184751"/>
                  </a:lnTo>
                  <a:lnTo>
                    <a:pt x="4249959" y="1188632"/>
                  </a:lnTo>
                  <a:lnTo>
                    <a:pt x="4560741" y="1349624"/>
                  </a:lnTo>
                  <a:lnTo>
                    <a:pt x="4568233" y="1353505"/>
                  </a:lnTo>
                  <a:lnTo>
                    <a:pt x="4575726" y="1351364"/>
                  </a:lnTo>
                  <a:lnTo>
                    <a:pt x="4886508" y="1262562"/>
                  </a:lnTo>
                  <a:lnTo>
                    <a:pt x="4894001" y="1260421"/>
                  </a:lnTo>
                  <a:lnTo>
                    <a:pt x="4901493" y="1255711"/>
                  </a:lnTo>
                  <a:lnTo>
                    <a:pt x="5212275" y="1060353"/>
                  </a:lnTo>
                  <a:lnTo>
                    <a:pt x="5219768" y="1055643"/>
                  </a:lnTo>
                  <a:lnTo>
                    <a:pt x="5227261" y="1042131"/>
                  </a:lnTo>
                  <a:lnTo>
                    <a:pt x="5538042" y="481653"/>
                  </a:lnTo>
                  <a:lnTo>
                    <a:pt x="5545535" y="468140"/>
                  </a:lnTo>
                  <a:lnTo>
                    <a:pt x="5553028" y="457373"/>
                  </a:lnTo>
                  <a:lnTo>
                    <a:pt x="5863810" y="10767"/>
                  </a:lnTo>
                  <a:lnTo>
                    <a:pt x="5871302" y="0"/>
                  </a:lnTo>
                  <a:lnTo>
                    <a:pt x="5878795" y="1101"/>
                  </a:lnTo>
                  <a:lnTo>
                    <a:pt x="6189577" y="46788"/>
                  </a:lnTo>
                  <a:lnTo>
                    <a:pt x="6197070" y="47889"/>
                  </a:lnTo>
                  <a:lnTo>
                    <a:pt x="6204562" y="53015"/>
                  </a:lnTo>
                  <a:lnTo>
                    <a:pt x="6515344" y="265626"/>
                  </a:lnTo>
                  <a:lnTo>
                    <a:pt x="6522837" y="270752"/>
                  </a:lnTo>
                  <a:lnTo>
                    <a:pt x="6530329" y="278353"/>
                  </a:lnTo>
                  <a:lnTo>
                    <a:pt x="6841111" y="593625"/>
                  </a:lnTo>
                  <a:lnTo>
                    <a:pt x="6848604" y="601226"/>
                  </a:lnTo>
                  <a:lnTo>
                    <a:pt x="6856097" y="608816"/>
                  </a:lnTo>
                  <a:lnTo>
                    <a:pt x="7166879" y="923621"/>
                  </a:lnTo>
                  <a:lnTo>
                    <a:pt x="7174371" y="931211"/>
                  </a:lnTo>
                  <a:lnTo>
                    <a:pt x="7181864" y="940909"/>
                  </a:lnTo>
                  <a:lnTo>
                    <a:pt x="7492646" y="1343182"/>
                  </a:lnTo>
                  <a:lnTo>
                    <a:pt x="7500139" y="1352880"/>
                  </a:lnTo>
                  <a:lnTo>
                    <a:pt x="7507631" y="2557493"/>
                  </a:lnTo>
                  <a:lnTo>
                    <a:pt x="7500139" y="1775644"/>
                  </a:lnTo>
                  <a:lnTo>
                    <a:pt x="7492646" y="1769859"/>
                  </a:lnTo>
                  <a:lnTo>
                    <a:pt x="7181864" y="1529903"/>
                  </a:lnTo>
                  <a:lnTo>
                    <a:pt x="7174371" y="1524118"/>
                  </a:lnTo>
                  <a:lnTo>
                    <a:pt x="7166879" y="1518513"/>
                  </a:lnTo>
                  <a:lnTo>
                    <a:pt x="6856097" y="1286033"/>
                  </a:lnTo>
                  <a:lnTo>
                    <a:pt x="6848604" y="1280429"/>
                  </a:lnTo>
                  <a:lnTo>
                    <a:pt x="6841111" y="1275357"/>
                  </a:lnTo>
                  <a:lnTo>
                    <a:pt x="6530329" y="1064990"/>
                  </a:lnTo>
                  <a:lnTo>
                    <a:pt x="6522837" y="1059918"/>
                  </a:lnTo>
                  <a:lnTo>
                    <a:pt x="6515344" y="1056167"/>
                  </a:lnTo>
                  <a:lnTo>
                    <a:pt x="6204562" y="900584"/>
                  </a:lnTo>
                  <a:lnTo>
                    <a:pt x="6197070" y="896833"/>
                  </a:lnTo>
                  <a:lnTo>
                    <a:pt x="6189577" y="895534"/>
                  </a:lnTo>
                  <a:lnTo>
                    <a:pt x="5878795" y="841656"/>
                  </a:lnTo>
                  <a:lnTo>
                    <a:pt x="5871302" y="840357"/>
                  </a:lnTo>
                  <a:lnTo>
                    <a:pt x="5863810" y="847929"/>
                  </a:lnTo>
                  <a:lnTo>
                    <a:pt x="5553028" y="1162018"/>
                  </a:lnTo>
                  <a:lnTo>
                    <a:pt x="5545535" y="1169590"/>
                  </a:lnTo>
                  <a:lnTo>
                    <a:pt x="5538042" y="1178401"/>
                  </a:lnTo>
                  <a:lnTo>
                    <a:pt x="5227261" y="1543864"/>
                  </a:lnTo>
                  <a:lnTo>
                    <a:pt x="5219768" y="1552675"/>
                  </a:lnTo>
                  <a:lnTo>
                    <a:pt x="5212275" y="1555449"/>
                  </a:lnTo>
                  <a:lnTo>
                    <a:pt x="4901493" y="1670500"/>
                  </a:lnTo>
                  <a:lnTo>
                    <a:pt x="4894001" y="1673274"/>
                  </a:lnTo>
                  <a:lnTo>
                    <a:pt x="4886508" y="1673917"/>
                  </a:lnTo>
                  <a:lnTo>
                    <a:pt x="4575726" y="1700591"/>
                  </a:lnTo>
                  <a:lnTo>
                    <a:pt x="4568233" y="1701234"/>
                  </a:lnTo>
                  <a:lnTo>
                    <a:pt x="4560741" y="1699706"/>
                  </a:lnTo>
                  <a:lnTo>
                    <a:pt x="4249959" y="1636313"/>
                  </a:lnTo>
                  <a:lnTo>
                    <a:pt x="4242466" y="1634785"/>
                  </a:lnTo>
                  <a:lnTo>
                    <a:pt x="4234974" y="1634478"/>
                  </a:lnTo>
                  <a:lnTo>
                    <a:pt x="3924192" y="1621776"/>
                  </a:lnTo>
                  <a:lnTo>
                    <a:pt x="3916699" y="1621470"/>
                  </a:lnTo>
                  <a:lnTo>
                    <a:pt x="3909206" y="1621630"/>
                  </a:lnTo>
                  <a:lnTo>
                    <a:pt x="3598424" y="1628255"/>
                  </a:lnTo>
                  <a:lnTo>
                    <a:pt x="3590932" y="1628415"/>
                  </a:lnTo>
                  <a:lnTo>
                    <a:pt x="3583439" y="1628313"/>
                  </a:lnTo>
                  <a:lnTo>
                    <a:pt x="3272657" y="1624072"/>
                  </a:lnTo>
                  <a:lnTo>
                    <a:pt x="3265164" y="1623970"/>
                  </a:lnTo>
                  <a:lnTo>
                    <a:pt x="3257672" y="1622708"/>
                  </a:lnTo>
                  <a:lnTo>
                    <a:pt x="2946890" y="1570359"/>
                  </a:lnTo>
                  <a:lnTo>
                    <a:pt x="2939397" y="1569097"/>
                  </a:lnTo>
                  <a:lnTo>
                    <a:pt x="2931905" y="1567443"/>
                  </a:lnTo>
                  <a:lnTo>
                    <a:pt x="2621123" y="1498826"/>
                  </a:lnTo>
                  <a:lnTo>
                    <a:pt x="2613630" y="1497171"/>
                  </a:lnTo>
                  <a:lnTo>
                    <a:pt x="2606137" y="1498345"/>
                  </a:lnTo>
                  <a:lnTo>
                    <a:pt x="2295355" y="1547043"/>
                  </a:lnTo>
                  <a:lnTo>
                    <a:pt x="2287863" y="1548217"/>
                  </a:lnTo>
                  <a:lnTo>
                    <a:pt x="2280370" y="1554645"/>
                  </a:lnTo>
                  <a:lnTo>
                    <a:pt x="1969588" y="1821263"/>
                  </a:lnTo>
                  <a:lnTo>
                    <a:pt x="1962096" y="1827691"/>
                  </a:lnTo>
                  <a:lnTo>
                    <a:pt x="1954603" y="1832617"/>
                  </a:lnTo>
                  <a:lnTo>
                    <a:pt x="1643821" y="2036930"/>
                  </a:lnTo>
                  <a:lnTo>
                    <a:pt x="1636328" y="2041855"/>
                  </a:lnTo>
                  <a:lnTo>
                    <a:pt x="1628836" y="2043124"/>
                  </a:lnTo>
                  <a:lnTo>
                    <a:pt x="1318054" y="2095741"/>
                  </a:lnTo>
                  <a:lnTo>
                    <a:pt x="1310561" y="2097010"/>
                  </a:lnTo>
                  <a:lnTo>
                    <a:pt x="1303068" y="2096207"/>
                  </a:lnTo>
                  <a:lnTo>
                    <a:pt x="992286" y="2062895"/>
                  </a:lnTo>
                  <a:lnTo>
                    <a:pt x="984794" y="2062091"/>
                  </a:lnTo>
                  <a:lnTo>
                    <a:pt x="977301" y="2060046"/>
                  </a:lnTo>
                  <a:lnTo>
                    <a:pt x="666519" y="1975204"/>
                  </a:lnTo>
                  <a:lnTo>
                    <a:pt x="659027" y="1973158"/>
                  </a:lnTo>
                  <a:lnTo>
                    <a:pt x="651534" y="1969062"/>
                  </a:lnTo>
                  <a:lnTo>
                    <a:pt x="340752" y="1799170"/>
                  </a:lnTo>
                  <a:lnTo>
                    <a:pt x="333259" y="1795074"/>
                  </a:lnTo>
                  <a:lnTo>
                    <a:pt x="325767" y="1794809"/>
                  </a:lnTo>
                  <a:lnTo>
                    <a:pt x="14985" y="1783815"/>
                  </a:lnTo>
                  <a:lnTo>
                    <a:pt x="7492" y="1783549"/>
                  </a:lnTo>
                  <a:lnTo>
                    <a:pt x="0" y="2557493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8232718" y="4782958"/>
              <a:ext cx="7492646" cy="1883981"/>
            </a:xfrm>
            <a:custGeom>
              <a:avLst/>
              <a:pathLst>
                <a:path w="7492646" h="1883981">
                  <a:moveTo>
                    <a:pt x="0" y="1134539"/>
                  </a:moveTo>
                  <a:lnTo>
                    <a:pt x="7492" y="1132862"/>
                  </a:lnTo>
                  <a:lnTo>
                    <a:pt x="318274" y="1063317"/>
                  </a:lnTo>
                  <a:lnTo>
                    <a:pt x="325767" y="1061641"/>
                  </a:lnTo>
                  <a:lnTo>
                    <a:pt x="333259" y="1072324"/>
                  </a:lnTo>
                  <a:lnTo>
                    <a:pt x="644041" y="1515452"/>
                  </a:lnTo>
                  <a:lnTo>
                    <a:pt x="651534" y="1526135"/>
                  </a:lnTo>
                  <a:lnTo>
                    <a:pt x="659027" y="1531832"/>
                  </a:lnTo>
                  <a:lnTo>
                    <a:pt x="969809" y="1768143"/>
                  </a:lnTo>
                  <a:lnTo>
                    <a:pt x="977301" y="1773840"/>
                  </a:lnTo>
                  <a:lnTo>
                    <a:pt x="984794" y="1776373"/>
                  </a:lnTo>
                  <a:lnTo>
                    <a:pt x="1295576" y="1881447"/>
                  </a:lnTo>
                  <a:lnTo>
                    <a:pt x="1303068" y="1883981"/>
                  </a:lnTo>
                  <a:lnTo>
                    <a:pt x="1310561" y="1881954"/>
                  </a:lnTo>
                  <a:lnTo>
                    <a:pt x="1621343" y="1797893"/>
                  </a:lnTo>
                  <a:lnTo>
                    <a:pt x="1628836" y="1795867"/>
                  </a:lnTo>
                  <a:lnTo>
                    <a:pt x="1636328" y="1786525"/>
                  </a:lnTo>
                  <a:lnTo>
                    <a:pt x="1947110" y="1399045"/>
                  </a:lnTo>
                  <a:lnTo>
                    <a:pt x="1954603" y="1389703"/>
                  </a:lnTo>
                  <a:lnTo>
                    <a:pt x="1962096" y="1378071"/>
                  </a:lnTo>
                  <a:lnTo>
                    <a:pt x="2272877" y="895579"/>
                  </a:lnTo>
                  <a:lnTo>
                    <a:pt x="2280370" y="883947"/>
                  </a:lnTo>
                  <a:lnTo>
                    <a:pt x="2287863" y="883719"/>
                  </a:lnTo>
                  <a:lnTo>
                    <a:pt x="2598645" y="874275"/>
                  </a:lnTo>
                  <a:lnTo>
                    <a:pt x="2606137" y="874047"/>
                  </a:lnTo>
                  <a:lnTo>
                    <a:pt x="2613630" y="878299"/>
                  </a:lnTo>
                  <a:lnTo>
                    <a:pt x="2924412" y="1054656"/>
                  </a:lnTo>
                  <a:lnTo>
                    <a:pt x="2931905" y="1058908"/>
                  </a:lnTo>
                  <a:lnTo>
                    <a:pt x="2939397" y="1061515"/>
                  </a:lnTo>
                  <a:lnTo>
                    <a:pt x="3250179" y="1169629"/>
                  </a:lnTo>
                  <a:lnTo>
                    <a:pt x="3257672" y="1172236"/>
                  </a:lnTo>
                  <a:lnTo>
                    <a:pt x="3265164" y="1172023"/>
                  </a:lnTo>
                  <a:lnTo>
                    <a:pt x="3575946" y="1163185"/>
                  </a:lnTo>
                  <a:lnTo>
                    <a:pt x="3583439" y="1162972"/>
                  </a:lnTo>
                  <a:lnTo>
                    <a:pt x="3590932" y="1163801"/>
                  </a:lnTo>
                  <a:lnTo>
                    <a:pt x="3901714" y="1198164"/>
                  </a:lnTo>
                  <a:lnTo>
                    <a:pt x="3909206" y="1198992"/>
                  </a:lnTo>
                  <a:lnTo>
                    <a:pt x="3916699" y="1198665"/>
                  </a:lnTo>
                  <a:lnTo>
                    <a:pt x="4227481" y="1185079"/>
                  </a:lnTo>
                  <a:lnTo>
                    <a:pt x="4234974" y="1184751"/>
                  </a:lnTo>
                  <a:lnTo>
                    <a:pt x="4242466" y="1188632"/>
                  </a:lnTo>
                  <a:lnTo>
                    <a:pt x="4553248" y="1349624"/>
                  </a:lnTo>
                  <a:lnTo>
                    <a:pt x="4560741" y="1353505"/>
                  </a:lnTo>
                  <a:lnTo>
                    <a:pt x="4568233" y="1351364"/>
                  </a:lnTo>
                  <a:lnTo>
                    <a:pt x="4879015" y="1262562"/>
                  </a:lnTo>
                  <a:lnTo>
                    <a:pt x="4886508" y="1260421"/>
                  </a:lnTo>
                  <a:lnTo>
                    <a:pt x="4894001" y="1255711"/>
                  </a:lnTo>
                  <a:lnTo>
                    <a:pt x="5204783" y="1060353"/>
                  </a:lnTo>
                  <a:lnTo>
                    <a:pt x="5212275" y="1055643"/>
                  </a:lnTo>
                  <a:lnTo>
                    <a:pt x="5219768" y="1042131"/>
                  </a:lnTo>
                  <a:lnTo>
                    <a:pt x="5530550" y="481653"/>
                  </a:lnTo>
                  <a:lnTo>
                    <a:pt x="5538042" y="468140"/>
                  </a:lnTo>
                  <a:lnTo>
                    <a:pt x="5545535" y="457373"/>
                  </a:lnTo>
                  <a:lnTo>
                    <a:pt x="5856317" y="10767"/>
                  </a:lnTo>
                  <a:lnTo>
                    <a:pt x="5863810" y="0"/>
                  </a:lnTo>
                  <a:lnTo>
                    <a:pt x="5871302" y="1101"/>
                  </a:lnTo>
                  <a:lnTo>
                    <a:pt x="6182084" y="46788"/>
                  </a:lnTo>
                  <a:lnTo>
                    <a:pt x="6189577" y="47889"/>
                  </a:lnTo>
                  <a:lnTo>
                    <a:pt x="6197070" y="53015"/>
                  </a:lnTo>
                  <a:lnTo>
                    <a:pt x="6507852" y="265626"/>
                  </a:lnTo>
                  <a:lnTo>
                    <a:pt x="6515344" y="270752"/>
                  </a:lnTo>
                  <a:lnTo>
                    <a:pt x="6522837" y="278353"/>
                  </a:lnTo>
                  <a:lnTo>
                    <a:pt x="6833619" y="593625"/>
                  </a:lnTo>
                  <a:lnTo>
                    <a:pt x="6841111" y="601226"/>
                  </a:lnTo>
                  <a:lnTo>
                    <a:pt x="6848604" y="608816"/>
                  </a:lnTo>
                  <a:lnTo>
                    <a:pt x="7159386" y="923621"/>
                  </a:lnTo>
                  <a:lnTo>
                    <a:pt x="7166879" y="931211"/>
                  </a:lnTo>
                  <a:lnTo>
                    <a:pt x="7174371" y="940909"/>
                  </a:lnTo>
                  <a:lnTo>
                    <a:pt x="7485153" y="1343182"/>
                  </a:lnTo>
                  <a:lnTo>
                    <a:pt x="7492646" y="1352880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2"/>
            <p:cNvSpPr/>
            <p:nvPr/>
          </p:nvSpPr>
          <p:spPr>
            <a:xfrm>
              <a:off x="8225225" y="5623316"/>
              <a:ext cx="7507631" cy="1717136"/>
            </a:xfrm>
            <a:custGeom>
              <a:avLst/>
              <a:pathLst>
                <a:path w="7507631" h="1717136">
                  <a:moveTo>
                    <a:pt x="7492" y="943192"/>
                  </a:moveTo>
                  <a:lnTo>
                    <a:pt x="14985" y="943457"/>
                  </a:lnTo>
                  <a:lnTo>
                    <a:pt x="325767" y="954452"/>
                  </a:lnTo>
                  <a:lnTo>
                    <a:pt x="333259" y="954717"/>
                  </a:lnTo>
                  <a:lnTo>
                    <a:pt x="340752" y="958813"/>
                  </a:lnTo>
                  <a:lnTo>
                    <a:pt x="651534" y="1128705"/>
                  </a:lnTo>
                  <a:lnTo>
                    <a:pt x="659027" y="1132801"/>
                  </a:lnTo>
                  <a:lnTo>
                    <a:pt x="666519" y="1134846"/>
                  </a:lnTo>
                  <a:lnTo>
                    <a:pt x="977301" y="1219688"/>
                  </a:lnTo>
                  <a:lnTo>
                    <a:pt x="984794" y="1221734"/>
                  </a:lnTo>
                  <a:lnTo>
                    <a:pt x="992286" y="1222537"/>
                  </a:lnTo>
                  <a:lnTo>
                    <a:pt x="1303068" y="1255849"/>
                  </a:lnTo>
                  <a:lnTo>
                    <a:pt x="1310561" y="1256653"/>
                  </a:lnTo>
                  <a:lnTo>
                    <a:pt x="1318054" y="1255384"/>
                  </a:lnTo>
                  <a:lnTo>
                    <a:pt x="1628836" y="1202766"/>
                  </a:lnTo>
                  <a:lnTo>
                    <a:pt x="1636328" y="1201498"/>
                  </a:lnTo>
                  <a:lnTo>
                    <a:pt x="1643821" y="1196572"/>
                  </a:lnTo>
                  <a:lnTo>
                    <a:pt x="1954603" y="992260"/>
                  </a:lnTo>
                  <a:lnTo>
                    <a:pt x="1962096" y="987334"/>
                  </a:lnTo>
                  <a:lnTo>
                    <a:pt x="1969588" y="980906"/>
                  </a:lnTo>
                  <a:lnTo>
                    <a:pt x="2280370" y="714288"/>
                  </a:lnTo>
                  <a:lnTo>
                    <a:pt x="2287863" y="707860"/>
                  </a:lnTo>
                  <a:lnTo>
                    <a:pt x="2295355" y="706686"/>
                  </a:lnTo>
                  <a:lnTo>
                    <a:pt x="2606137" y="657988"/>
                  </a:lnTo>
                  <a:lnTo>
                    <a:pt x="2613630" y="656814"/>
                  </a:lnTo>
                  <a:lnTo>
                    <a:pt x="2621123" y="658468"/>
                  </a:lnTo>
                  <a:lnTo>
                    <a:pt x="2931905" y="727085"/>
                  </a:lnTo>
                  <a:lnTo>
                    <a:pt x="2939397" y="728739"/>
                  </a:lnTo>
                  <a:lnTo>
                    <a:pt x="2946890" y="730001"/>
                  </a:lnTo>
                  <a:lnTo>
                    <a:pt x="3257672" y="782351"/>
                  </a:lnTo>
                  <a:lnTo>
                    <a:pt x="3265164" y="783613"/>
                  </a:lnTo>
                  <a:lnTo>
                    <a:pt x="3272657" y="783715"/>
                  </a:lnTo>
                  <a:lnTo>
                    <a:pt x="3583439" y="787955"/>
                  </a:lnTo>
                  <a:lnTo>
                    <a:pt x="3590932" y="788057"/>
                  </a:lnTo>
                  <a:lnTo>
                    <a:pt x="3598424" y="787898"/>
                  </a:lnTo>
                  <a:lnTo>
                    <a:pt x="3909206" y="781272"/>
                  </a:lnTo>
                  <a:lnTo>
                    <a:pt x="3916699" y="781113"/>
                  </a:lnTo>
                  <a:lnTo>
                    <a:pt x="3924192" y="781419"/>
                  </a:lnTo>
                  <a:lnTo>
                    <a:pt x="4234974" y="794121"/>
                  </a:lnTo>
                  <a:lnTo>
                    <a:pt x="4242466" y="794427"/>
                  </a:lnTo>
                  <a:lnTo>
                    <a:pt x="4249959" y="795955"/>
                  </a:lnTo>
                  <a:lnTo>
                    <a:pt x="4560741" y="859348"/>
                  </a:lnTo>
                  <a:lnTo>
                    <a:pt x="4568233" y="860877"/>
                  </a:lnTo>
                  <a:lnTo>
                    <a:pt x="4575726" y="860234"/>
                  </a:lnTo>
                  <a:lnTo>
                    <a:pt x="4886508" y="833560"/>
                  </a:lnTo>
                  <a:lnTo>
                    <a:pt x="4894001" y="832917"/>
                  </a:lnTo>
                  <a:lnTo>
                    <a:pt x="4901493" y="830143"/>
                  </a:lnTo>
                  <a:lnTo>
                    <a:pt x="5212275" y="715092"/>
                  </a:lnTo>
                  <a:lnTo>
                    <a:pt x="5219768" y="712318"/>
                  </a:lnTo>
                  <a:lnTo>
                    <a:pt x="5227261" y="703507"/>
                  </a:lnTo>
                  <a:lnTo>
                    <a:pt x="5538042" y="338043"/>
                  </a:lnTo>
                  <a:lnTo>
                    <a:pt x="5545535" y="329232"/>
                  </a:lnTo>
                  <a:lnTo>
                    <a:pt x="5553028" y="321660"/>
                  </a:lnTo>
                  <a:lnTo>
                    <a:pt x="5863810" y="7572"/>
                  </a:lnTo>
                  <a:lnTo>
                    <a:pt x="5871302" y="0"/>
                  </a:lnTo>
                  <a:lnTo>
                    <a:pt x="5878795" y="1298"/>
                  </a:lnTo>
                  <a:lnTo>
                    <a:pt x="6189577" y="55177"/>
                  </a:lnTo>
                  <a:lnTo>
                    <a:pt x="6197070" y="56476"/>
                  </a:lnTo>
                  <a:lnTo>
                    <a:pt x="6204562" y="60227"/>
                  </a:lnTo>
                  <a:lnTo>
                    <a:pt x="6515344" y="215810"/>
                  </a:lnTo>
                  <a:lnTo>
                    <a:pt x="6522837" y="219561"/>
                  </a:lnTo>
                  <a:lnTo>
                    <a:pt x="6530329" y="224632"/>
                  </a:lnTo>
                  <a:lnTo>
                    <a:pt x="6841111" y="434999"/>
                  </a:lnTo>
                  <a:lnTo>
                    <a:pt x="6848604" y="440071"/>
                  </a:lnTo>
                  <a:lnTo>
                    <a:pt x="6856097" y="445676"/>
                  </a:lnTo>
                  <a:lnTo>
                    <a:pt x="7166879" y="678156"/>
                  </a:lnTo>
                  <a:lnTo>
                    <a:pt x="7174371" y="683761"/>
                  </a:lnTo>
                  <a:lnTo>
                    <a:pt x="7181864" y="689546"/>
                  </a:lnTo>
                  <a:lnTo>
                    <a:pt x="7492646" y="929501"/>
                  </a:lnTo>
                  <a:lnTo>
                    <a:pt x="7500139" y="935286"/>
                  </a:lnTo>
                  <a:lnTo>
                    <a:pt x="7507631" y="1717136"/>
                  </a:lnTo>
                  <a:lnTo>
                    <a:pt x="7500139" y="1717136"/>
                  </a:lnTo>
                  <a:lnTo>
                    <a:pt x="7492646" y="1717136"/>
                  </a:lnTo>
                  <a:lnTo>
                    <a:pt x="7181864" y="1717136"/>
                  </a:lnTo>
                  <a:lnTo>
                    <a:pt x="7174371" y="1717136"/>
                  </a:lnTo>
                  <a:lnTo>
                    <a:pt x="7166879" y="1717136"/>
                  </a:lnTo>
                  <a:lnTo>
                    <a:pt x="6856097" y="1717136"/>
                  </a:lnTo>
                  <a:lnTo>
                    <a:pt x="6848604" y="1717136"/>
                  </a:lnTo>
                  <a:lnTo>
                    <a:pt x="6841111" y="1717136"/>
                  </a:lnTo>
                  <a:lnTo>
                    <a:pt x="6530329" y="1717136"/>
                  </a:lnTo>
                  <a:lnTo>
                    <a:pt x="6522837" y="1717136"/>
                  </a:lnTo>
                  <a:lnTo>
                    <a:pt x="6515344" y="1717136"/>
                  </a:lnTo>
                  <a:lnTo>
                    <a:pt x="6204562" y="1717136"/>
                  </a:lnTo>
                  <a:lnTo>
                    <a:pt x="6197070" y="1717136"/>
                  </a:lnTo>
                  <a:lnTo>
                    <a:pt x="6189577" y="1717136"/>
                  </a:lnTo>
                  <a:lnTo>
                    <a:pt x="5878795" y="1717136"/>
                  </a:lnTo>
                  <a:lnTo>
                    <a:pt x="5871302" y="1717136"/>
                  </a:lnTo>
                  <a:lnTo>
                    <a:pt x="5863810" y="1717136"/>
                  </a:lnTo>
                  <a:lnTo>
                    <a:pt x="5553028" y="1717136"/>
                  </a:lnTo>
                  <a:lnTo>
                    <a:pt x="5545535" y="1717136"/>
                  </a:lnTo>
                  <a:lnTo>
                    <a:pt x="5538042" y="1717136"/>
                  </a:lnTo>
                  <a:lnTo>
                    <a:pt x="5227261" y="1717136"/>
                  </a:lnTo>
                  <a:lnTo>
                    <a:pt x="5219768" y="1717136"/>
                  </a:lnTo>
                  <a:lnTo>
                    <a:pt x="5212275" y="1717136"/>
                  </a:lnTo>
                  <a:lnTo>
                    <a:pt x="4901493" y="1717136"/>
                  </a:lnTo>
                  <a:lnTo>
                    <a:pt x="4894001" y="1717136"/>
                  </a:lnTo>
                  <a:lnTo>
                    <a:pt x="4886508" y="1717136"/>
                  </a:lnTo>
                  <a:lnTo>
                    <a:pt x="4575726" y="1717136"/>
                  </a:lnTo>
                  <a:lnTo>
                    <a:pt x="4568233" y="1717136"/>
                  </a:lnTo>
                  <a:lnTo>
                    <a:pt x="4560741" y="1717136"/>
                  </a:lnTo>
                  <a:lnTo>
                    <a:pt x="4249959" y="1717136"/>
                  </a:lnTo>
                  <a:lnTo>
                    <a:pt x="4242466" y="1717136"/>
                  </a:lnTo>
                  <a:lnTo>
                    <a:pt x="4234974" y="1717136"/>
                  </a:lnTo>
                  <a:lnTo>
                    <a:pt x="3924192" y="1717136"/>
                  </a:lnTo>
                  <a:lnTo>
                    <a:pt x="3916699" y="1717136"/>
                  </a:lnTo>
                  <a:lnTo>
                    <a:pt x="3909206" y="1717136"/>
                  </a:lnTo>
                  <a:lnTo>
                    <a:pt x="3598424" y="1717136"/>
                  </a:lnTo>
                  <a:lnTo>
                    <a:pt x="3590932" y="1717136"/>
                  </a:lnTo>
                  <a:lnTo>
                    <a:pt x="3583439" y="1717136"/>
                  </a:lnTo>
                  <a:lnTo>
                    <a:pt x="3272657" y="1717136"/>
                  </a:lnTo>
                  <a:lnTo>
                    <a:pt x="3265164" y="1717136"/>
                  </a:lnTo>
                  <a:lnTo>
                    <a:pt x="3257672" y="1717136"/>
                  </a:lnTo>
                  <a:lnTo>
                    <a:pt x="2946890" y="1717136"/>
                  </a:lnTo>
                  <a:lnTo>
                    <a:pt x="2939397" y="1717136"/>
                  </a:lnTo>
                  <a:lnTo>
                    <a:pt x="2931905" y="1717136"/>
                  </a:lnTo>
                  <a:lnTo>
                    <a:pt x="2621123" y="1717136"/>
                  </a:lnTo>
                  <a:lnTo>
                    <a:pt x="2613630" y="1717136"/>
                  </a:lnTo>
                  <a:lnTo>
                    <a:pt x="2606137" y="1717136"/>
                  </a:lnTo>
                  <a:lnTo>
                    <a:pt x="2295355" y="1717136"/>
                  </a:lnTo>
                  <a:lnTo>
                    <a:pt x="2287863" y="1717136"/>
                  </a:lnTo>
                  <a:lnTo>
                    <a:pt x="2280370" y="1717136"/>
                  </a:lnTo>
                  <a:lnTo>
                    <a:pt x="1969588" y="1717136"/>
                  </a:lnTo>
                  <a:lnTo>
                    <a:pt x="1962096" y="1717136"/>
                  </a:lnTo>
                  <a:lnTo>
                    <a:pt x="1954603" y="1717136"/>
                  </a:lnTo>
                  <a:lnTo>
                    <a:pt x="1643821" y="1717136"/>
                  </a:lnTo>
                  <a:lnTo>
                    <a:pt x="1636328" y="1717136"/>
                  </a:lnTo>
                  <a:lnTo>
                    <a:pt x="1628836" y="1717136"/>
                  </a:lnTo>
                  <a:lnTo>
                    <a:pt x="1318054" y="1717136"/>
                  </a:lnTo>
                  <a:lnTo>
                    <a:pt x="1310561" y="1717136"/>
                  </a:lnTo>
                  <a:lnTo>
                    <a:pt x="1303068" y="1717136"/>
                  </a:lnTo>
                  <a:lnTo>
                    <a:pt x="992286" y="1717136"/>
                  </a:lnTo>
                  <a:lnTo>
                    <a:pt x="984794" y="1717136"/>
                  </a:lnTo>
                  <a:lnTo>
                    <a:pt x="977301" y="1717136"/>
                  </a:lnTo>
                  <a:lnTo>
                    <a:pt x="666519" y="1717136"/>
                  </a:lnTo>
                  <a:lnTo>
                    <a:pt x="659027" y="1717136"/>
                  </a:lnTo>
                  <a:lnTo>
                    <a:pt x="651534" y="1717136"/>
                  </a:lnTo>
                  <a:lnTo>
                    <a:pt x="340752" y="1717136"/>
                  </a:lnTo>
                  <a:lnTo>
                    <a:pt x="333259" y="1717136"/>
                  </a:lnTo>
                  <a:lnTo>
                    <a:pt x="325767" y="1717136"/>
                  </a:lnTo>
                  <a:lnTo>
                    <a:pt x="14985" y="1717136"/>
                  </a:lnTo>
                  <a:lnTo>
                    <a:pt x="7492" y="1717136"/>
                  </a:lnTo>
                  <a:lnTo>
                    <a:pt x="0" y="1717136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8232718" y="5623316"/>
              <a:ext cx="7492646" cy="1256653"/>
            </a:xfrm>
            <a:custGeom>
              <a:avLst/>
              <a:pathLst>
                <a:path w="7492646" h="1256653">
                  <a:moveTo>
                    <a:pt x="0" y="943192"/>
                  </a:moveTo>
                  <a:lnTo>
                    <a:pt x="7492" y="943457"/>
                  </a:lnTo>
                  <a:lnTo>
                    <a:pt x="318274" y="954452"/>
                  </a:lnTo>
                  <a:lnTo>
                    <a:pt x="325767" y="954717"/>
                  </a:lnTo>
                  <a:lnTo>
                    <a:pt x="333259" y="958813"/>
                  </a:lnTo>
                  <a:lnTo>
                    <a:pt x="644041" y="1128705"/>
                  </a:lnTo>
                  <a:lnTo>
                    <a:pt x="651534" y="1132801"/>
                  </a:lnTo>
                  <a:lnTo>
                    <a:pt x="659027" y="1134846"/>
                  </a:lnTo>
                  <a:lnTo>
                    <a:pt x="969809" y="1219688"/>
                  </a:lnTo>
                  <a:lnTo>
                    <a:pt x="977301" y="1221734"/>
                  </a:lnTo>
                  <a:lnTo>
                    <a:pt x="984794" y="1222537"/>
                  </a:lnTo>
                  <a:lnTo>
                    <a:pt x="1295576" y="1255849"/>
                  </a:lnTo>
                  <a:lnTo>
                    <a:pt x="1303068" y="1256653"/>
                  </a:lnTo>
                  <a:lnTo>
                    <a:pt x="1310561" y="1255384"/>
                  </a:lnTo>
                  <a:lnTo>
                    <a:pt x="1621343" y="1202766"/>
                  </a:lnTo>
                  <a:lnTo>
                    <a:pt x="1628836" y="1201498"/>
                  </a:lnTo>
                  <a:lnTo>
                    <a:pt x="1636328" y="1196572"/>
                  </a:lnTo>
                  <a:lnTo>
                    <a:pt x="1947110" y="992260"/>
                  </a:lnTo>
                  <a:lnTo>
                    <a:pt x="1954603" y="987334"/>
                  </a:lnTo>
                  <a:lnTo>
                    <a:pt x="1962096" y="980906"/>
                  </a:lnTo>
                  <a:lnTo>
                    <a:pt x="2272877" y="714288"/>
                  </a:lnTo>
                  <a:lnTo>
                    <a:pt x="2280370" y="707860"/>
                  </a:lnTo>
                  <a:lnTo>
                    <a:pt x="2287863" y="706686"/>
                  </a:lnTo>
                  <a:lnTo>
                    <a:pt x="2598645" y="657988"/>
                  </a:lnTo>
                  <a:lnTo>
                    <a:pt x="2606137" y="656814"/>
                  </a:lnTo>
                  <a:lnTo>
                    <a:pt x="2613630" y="658468"/>
                  </a:lnTo>
                  <a:lnTo>
                    <a:pt x="2924412" y="727085"/>
                  </a:lnTo>
                  <a:lnTo>
                    <a:pt x="2931905" y="728739"/>
                  </a:lnTo>
                  <a:lnTo>
                    <a:pt x="2939397" y="730001"/>
                  </a:lnTo>
                  <a:lnTo>
                    <a:pt x="3250179" y="782351"/>
                  </a:lnTo>
                  <a:lnTo>
                    <a:pt x="3257672" y="783613"/>
                  </a:lnTo>
                  <a:lnTo>
                    <a:pt x="3265164" y="783715"/>
                  </a:lnTo>
                  <a:lnTo>
                    <a:pt x="3575946" y="787955"/>
                  </a:lnTo>
                  <a:lnTo>
                    <a:pt x="3583439" y="788057"/>
                  </a:lnTo>
                  <a:lnTo>
                    <a:pt x="3590932" y="787898"/>
                  </a:lnTo>
                  <a:lnTo>
                    <a:pt x="3901714" y="781272"/>
                  </a:lnTo>
                  <a:lnTo>
                    <a:pt x="3909206" y="781113"/>
                  </a:lnTo>
                  <a:lnTo>
                    <a:pt x="3916699" y="781419"/>
                  </a:lnTo>
                  <a:lnTo>
                    <a:pt x="4227481" y="794121"/>
                  </a:lnTo>
                  <a:lnTo>
                    <a:pt x="4234974" y="794427"/>
                  </a:lnTo>
                  <a:lnTo>
                    <a:pt x="4242466" y="795955"/>
                  </a:lnTo>
                  <a:lnTo>
                    <a:pt x="4553248" y="859348"/>
                  </a:lnTo>
                  <a:lnTo>
                    <a:pt x="4560741" y="860877"/>
                  </a:lnTo>
                  <a:lnTo>
                    <a:pt x="4568233" y="860234"/>
                  </a:lnTo>
                  <a:lnTo>
                    <a:pt x="4879015" y="833560"/>
                  </a:lnTo>
                  <a:lnTo>
                    <a:pt x="4886508" y="832917"/>
                  </a:lnTo>
                  <a:lnTo>
                    <a:pt x="4894001" y="830143"/>
                  </a:lnTo>
                  <a:lnTo>
                    <a:pt x="5204783" y="715092"/>
                  </a:lnTo>
                  <a:lnTo>
                    <a:pt x="5212275" y="712318"/>
                  </a:lnTo>
                  <a:lnTo>
                    <a:pt x="5219768" y="703507"/>
                  </a:lnTo>
                  <a:lnTo>
                    <a:pt x="5530550" y="338043"/>
                  </a:lnTo>
                  <a:lnTo>
                    <a:pt x="5538042" y="329232"/>
                  </a:lnTo>
                  <a:lnTo>
                    <a:pt x="5545535" y="321660"/>
                  </a:lnTo>
                  <a:lnTo>
                    <a:pt x="5856317" y="7572"/>
                  </a:lnTo>
                  <a:lnTo>
                    <a:pt x="5863810" y="0"/>
                  </a:lnTo>
                  <a:lnTo>
                    <a:pt x="5871302" y="1298"/>
                  </a:lnTo>
                  <a:lnTo>
                    <a:pt x="6182084" y="55177"/>
                  </a:lnTo>
                  <a:lnTo>
                    <a:pt x="6189577" y="56476"/>
                  </a:lnTo>
                  <a:lnTo>
                    <a:pt x="6197070" y="60227"/>
                  </a:lnTo>
                  <a:lnTo>
                    <a:pt x="6507852" y="215810"/>
                  </a:lnTo>
                  <a:lnTo>
                    <a:pt x="6515344" y="219561"/>
                  </a:lnTo>
                  <a:lnTo>
                    <a:pt x="6522837" y="224632"/>
                  </a:lnTo>
                  <a:lnTo>
                    <a:pt x="6833619" y="434999"/>
                  </a:lnTo>
                  <a:lnTo>
                    <a:pt x="6841111" y="440071"/>
                  </a:lnTo>
                  <a:lnTo>
                    <a:pt x="6848604" y="445676"/>
                  </a:lnTo>
                  <a:lnTo>
                    <a:pt x="7159386" y="678156"/>
                  </a:lnTo>
                  <a:lnTo>
                    <a:pt x="7166879" y="683761"/>
                  </a:lnTo>
                  <a:lnTo>
                    <a:pt x="7174371" y="689546"/>
                  </a:lnTo>
                  <a:lnTo>
                    <a:pt x="7485153" y="929501"/>
                  </a:lnTo>
                  <a:lnTo>
                    <a:pt x="7492646" y="935286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tx124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7" name="tx126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8" name="tx127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29" name="tx128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0" name="tx129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1" name="tx130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2" name="tx131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3" name="tx132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4" name="tx133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5" name="tx134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6" name="tx135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7" name="tx136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8" name="tx137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39" name="tx138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0" name="tx139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1" name="tx140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2" name="tx141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3" name="tx142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4" name="tx143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5" name="tx144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6" name="tx145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7" name="tx146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8" name="tx147"/>
            <p:cNvSpPr/>
            <p:nvPr/>
          </p:nvSpPr>
          <p:spPr>
            <a:xfrm>
              <a:off x="8232718" y="4949382"/>
              <a:ext cx="876895" cy="1685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Helvetica"/>
                  <a:cs typeface="Helvetica"/>
                </a:rPr>
                <a:t>Baseline</a:t>
              </a:r>
            </a:p>
          </p:txBody>
        </p:sp>
        <p:sp>
          <p:nvSpPr>
            <p:cNvPr id="149" name="tx148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0" name="tx149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1" name="tx150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2" name="tx151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3" name="tx152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4" name="tx153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5" name="tx154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6" name="tx155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7" name="tx156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8" name="tx157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59" name="tx158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0" name="tx159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1" name="tx160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2" name="tx161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3" name="tx162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4" name="tx163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5" name="tx164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6" name="tx165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7" name="tx166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8" name="tx167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69" name="tx168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0" name="tx169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1" name="tx170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2" name="tx171"/>
            <p:cNvSpPr/>
            <p:nvPr/>
          </p:nvSpPr>
          <p:spPr>
            <a:xfrm>
              <a:off x="8232718" y="4659197"/>
              <a:ext cx="1359433" cy="1706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Helvetica"/>
                  <a:cs typeface="Helvetica"/>
                </a:rPr>
                <a:t>Electrification</a:t>
              </a:r>
            </a:p>
          </p:txBody>
        </p:sp>
        <p:sp>
          <p:nvSpPr>
            <p:cNvPr id="173" name="tx172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4" name="tx173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5" name="tx174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6" name="tx175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7" name="tx176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8" name="tx177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79" name="tx178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0" name="tx179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1" name="tx180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2" name="tx181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3" name="tx182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4" name="tx183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5" name="tx184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6" name="tx185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7" name="tx186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8" name="tx187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89" name="tx188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0" name="tx189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1" name="tx190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2" name="tx191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3" name="tx192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4" name="tx193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5" name="tx194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6" name="tx195"/>
            <p:cNvSpPr/>
            <p:nvPr/>
          </p:nvSpPr>
          <p:spPr>
            <a:xfrm>
              <a:off x="8232718" y="4372696"/>
              <a:ext cx="1638820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Helvetica"/>
                  <a:cs typeface="Helvetica"/>
                </a:rPr>
                <a:t>Electric vehicles</a:t>
              </a:r>
            </a:p>
          </p:txBody>
        </p:sp>
        <p:sp>
          <p:nvSpPr>
            <p:cNvPr id="197" name="rc196"/>
            <p:cNvSpPr/>
            <p:nvPr/>
          </p:nvSpPr>
          <p:spPr>
            <a:xfrm>
              <a:off x="422099" y="3807386"/>
              <a:ext cx="76202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tx197"/>
            <p:cNvSpPr/>
            <p:nvPr/>
          </p:nvSpPr>
          <p:spPr>
            <a:xfrm>
              <a:off x="3355606" y="3919413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- 2025</a:t>
              </a:r>
            </a:p>
          </p:txBody>
        </p:sp>
        <p:sp>
          <p:nvSpPr>
            <p:cNvPr id="199" name="rc198"/>
            <p:cNvSpPr/>
            <p:nvPr/>
          </p:nvSpPr>
          <p:spPr>
            <a:xfrm>
              <a:off x="8225225" y="3807386"/>
              <a:ext cx="76202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tx199"/>
            <p:cNvSpPr/>
            <p:nvPr/>
          </p:nvSpPr>
          <p:spPr>
            <a:xfrm>
              <a:off x="11158732" y="3919413"/>
              <a:ext cx="1753232" cy="1683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Vic Winter - 2040</a:t>
              </a:r>
            </a:p>
          </p:txBody>
        </p:sp>
        <p:sp>
          <p:nvSpPr>
            <p:cNvPr id="201" name="rc200"/>
            <p:cNvSpPr/>
            <p:nvPr/>
          </p:nvSpPr>
          <p:spPr>
            <a:xfrm>
              <a:off x="422099" y="91439"/>
              <a:ext cx="76202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tx201"/>
            <p:cNvSpPr/>
            <p:nvPr/>
          </p:nvSpPr>
          <p:spPr>
            <a:xfrm>
              <a:off x="3234888" y="1902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- 2025</a:t>
              </a:r>
            </a:p>
          </p:txBody>
        </p:sp>
        <p:sp>
          <p:nvSpPr>
            <p:cNvPr id="203" name="rc202"/>
            <p:cNvSpPr/>
            <p:nvPr/>
          </p:nvSpPr>
          <p:spPr>
            <a:xfrm>
              <a:off x="8225225" y="91439"/>
              <a:ext cx="7620246" cy="3967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tx203"/>
            <p:cNvSpPr/>
            <p:nvPr/>
          </p:nvSpPr>
          <p:spPr>
            <a:xfrm>
              <a:off x="11038014" y="190296"/>
              <a:ext cx="1994668" cy="1814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Qld Summer - 2040</a:t>
              </a:r>
            </a:p>
          </p:txBody>
        </p:sp>
        <p:sp>
          <p:nvSpPr>
            <p:cNvPr id="205" name="pl204"/>
            <p:cNvSpPr/>
            <p:nvPr/>
          </p:nvSpPr>
          <p:spPr>
            <a:xfrm>
              <a:off x="422099" y="7340452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429592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3035730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5641868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tx208"/>
            <p:cNvSpPr/>
            <p:nvPr/>
          </p:nvSpPr>
          <p:spPr>
            <a:xfrm>
              <a:off x="143674" y="7472857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0" name="tx209"/>
            <p:cNvSpPr/>
            <p:nvPr/>
          </p:nvSpPr>
          <p:spPr>
            <a:xfrm>
              <a:off x="2813381" y="7472411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1" name="tx210"/>
            <p:cNvSpPr/>
            <p:nvPr/>
          </p:nvSpPr>
          <p:spPr>
            <a:xfrm>
              <a:off x="5419518" y="7429325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2" name="pl211"/>
            <p:cNvSpPr/>
            <p:nvPr/>
          </p:nvSpPr>
          <p:spPr>
            <a:xfrm>
              <a:off x="8225225" y="7340452"/>
              <a:ext cx="7620246" cy="0"/>
            </a:xfrm>
            <a:custGeom>
              <a:avLst/>
              <a:pathLst>
                <a:path w="7620246" h="0">
                  <a:moveTo>
                    <a:pt x="0" y="0"/>
                  </a:moveTo>
                  <a:lnTo>
                    <a:pt x="7620246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8232718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10838856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13444994" y="7340452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5"/>
            <p:cNvSpPr/>
            <p:nvPr/>
          </p:nvSpPr>
          <p:spPr>
            <a:xfrm>
              <a:off x="7946801" y="7472857"/>
              <a:ext cx="571834" cy="1644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12am</a:t>
              </a:r>
            </a:p>
          </p:txBody>
        </p:sp>
        <p:sp>
          <p:nvSpPr>
            <p:cNvPr id="217" name="tx216"/>
            <p:cNvSpPr/>
            <p:nvPr/>
          </p:nvSpPr>
          <p:spPr>
            <a:xfrm>
              <a:off x="10616507" y="7472411"/>
              <a:ext cx="444698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8am</a:t>
              </a:r>
            </a:p>
          </p:txBody>
        </p:sp>
        <p:sp>
          <p:nvSpPr>
            <p:cNvPr id="218" name="tx217"/>
            <p:cNvSpPr/>
            <p:nvPr/>
          </p:nvSpPr>
          <p:spPr>
            <a:xfrm>
              <a:off x="13222645" y="7429325"/>
              <a:ext cx="444698" cy="2079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4pm</a:t>
              </a:r>
            </a:p>
          </p:txBody>
        </p:sp>
        <p:sp>
          <p:nvSpPr>
            <p:cNvPr id="219" name="tx218"/>
            <p:cNvSpPr/>
            <p:nvPr/>
          </p:nvSpPr>
          <p:spPr>
            <a:xfrm>
              <a:off x="1828" y="3542297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0" name="tx219"/>
            <p:cNvSpPr/>
            <p:nvPr/>
          </p:nvSpPr>
          <p:spPr>
            <a:xfrm>
              <a:off x="1828" y="2773681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1" name="tx220"/>
            <p:cNvSpPr/>
            <p:nvPr/>
          </p:nvSpPr>
          <p:spPr>
            <a:xfrm>
              <a:off x="1828" y="2005288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2" name="tx221"/>
            <p:cNvSpPr/>
            <p:nvPr/>
          </p:nvSpPr>
          <p:spPr>
            <a:xfrm>
              <a:off x="1828" y="1241584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3" name="tx222"/>
            <p:cNvSpPr/>
            <p:nvPr/>
          </p:nvSpPr>
          <p:spPr>
            <a:xfrm>
              <a:off x="1828" y="469173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  <p:sp>
          <p:nvSpPr>
            <p:cNvPr id="224" name="tx223"/>
            <p:cNvSpPr/>
            <p:nvPr/>
          </p:nvSpPr>
          <p:spPr>
            <a:xfrm>
              <a:off x="1828" y="7258243"/>
              <a:ext cx="317785" cy="16419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25" name="tx224"/>
            <p:cNvSpPr/>
            <p:nvPr/>
          </p:nvSpPr>
          <p:spPr>
            <a:xfrm>
              <a:off x="1828" y="6489627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226" name="tx225"/>
            <p:cNvSpPr/>
            <p:nvPr/>
          </p:nvSpPr>
          <p:spPr>
            <a:xfrm>
              <a:off x="1828" y="5721234"/>
              <a:ext cx="317785" cy="164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227" name="tx226"/>
            <p:cNvSpPr/>
            <p:nvPr/>
          </p:nvSpPr>
          <p:spPr>
            <a:xfrm>
              <a:off x="1828" y="4957530"/>
              <a:ext cx="317785" cy="160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228" name="tx227"/>
            <p:cNvSpPr/>
            <p:nvPr/>
          </p:nvSpPr>
          <p:spPr>
            <a:xfrm>
              <a:off x="1828" y="4185119"/>
              <a:ext cx="317785" cy="1646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1.6</a:t>
              </a:r>
            </a:p>
          </p:txBody>
        </p:sp>
      </p:grpSp>
      <p:sp>
        <p:nvSpPr>
          <p:cNvPr id="229" name="Title 1"/>
          <p:cNvSpPr>
            <a:spLocks noGrp="1"/>
          </p:cNvSpPr>
          <p:nvPr>
            <p:ph type="title" hasCustomPrompt="1"/>
          </p:nvPr>
        </p:nvSpPr>
        <p:spPr>
          <a:xfrm>
            <a:off x="-1" y="-2595190"/>
            <a:ext cx="15955963" cy="1087666"/>
          </a:xfrm>
        </p:spPr>
        <p:txBody>
          <a:bodyPr/>
          <a:lstStyle/>
          <a:p>
            <a:r>
              <a:rPr/>
              <a:t>Underlying electricity demand will change substantially over time</a:t>
            </a:r>
          </a:p>
        </p:txBody>
      </p:sp>
      <p:sp>
        <p:nvSpPr>
          <p:cNvPr id="230" name="Caption Placeholder 1"/>
          <p:cNvSpPr>
            <a:spLocks noGrp="1"/>
          </p:cNvSpPr>
          <p:nvPr>
            <p:ph sz="quarter" idx="10"/>
          </p:nvPr>
        </p:nvSpPr>
        <p:spPr>
          <a:xfrm>
            <a:off x="17789525" y="-2355850"/>
            <a:ext cx="4627130" cy="2355850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>bjjefferson</cp:lastModifiedBy>
  <cp:revision>38</cp:revision>
  <dcterms:created xsi:type="dcterms:W3CDTF">2019-02-12T04:35:04Z</dcterms:created>
  <dcterms:modified xsi:type="dcterms:W3CDTF">2025-08-05T18:35:40Z</dcterms:modified>
</cp:coreProperties>
</file>