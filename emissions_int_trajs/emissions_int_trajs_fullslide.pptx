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27A25-491E-F020-8D4D-24B2035FFD33}" name="Kat Clay" initials="KC" userId="S::kat.clay@grattaninstitute.edu.au::98d84789-129b-4d4d-9a75-a87bac8c8f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253D"/>
    <a:srgbClr val="D4582A"/>
    <a:srgbClr val="EF7900"/>
    <a:srgbClr val="F5B50C"/>
    <a:srgbClr val="FFF4E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/>
    <p:restoredTop sz="94694"/>
  </p:normalViewPr>
  <p:slideViewPr>
    <p:cSldViewPr snapToGrid="0" snapToObjects="1">
      <p:cViewPr varScale="1">
        <p:scale>
          <a:sx n="106" d="100"/>
          <a:sy n="106" d="100"/>
        </p:scale>
        <p:origin x="7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620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inic Jones" userId="8a7bc671-a4ae-414f-b318-851f1451f1f7" providerId="ADAL" clId="{E6A4D157-BBC0-4C74-9E4D-12F9C29D9BA1}"/>
    <pc:docChg chg="undo custSel modSld">
      <pc:chgData name="Dominic Jones" userId="8a7bc671-a4ae-414f-b318-851f1451f1f7" providerId="ADAL" clId="{E6A4D157-BBC0-4C74-9E4D-12F9C29D9BA1}" dt="2025-04-10T04:38:29.191" v="45" actId="1076"/>
      <pc:docMkLst>
        <pc:docMk/>
      </pc:docMkLst>
      <pc:sldChg chg="delSp modSp mod">
        <pc:chgData name="Dominic Jones" userId="8a7bc671-a4ae-414f-b318-851f1451f1f7" providerId="ADAL" clId="{E6A4D157-BBC0-4C74-9E4D-12F9C29D9BA1}" dt="2025-04-10T04:38:29.191" v="45" actId="1076"/>
        <pc:sldMkLst>
          <pc:docMk/>
          <pc:sldMk cId="0" sldId="256"/>
        </pc:sldMkLst>
        <pc:spChg chg="mod">
          <ac:chgData name="Dominic Jones" userId="8a7bc671-a4ae-414f-b318-851f1451f1f7" providerId="ADAL" clId="{E6A4D157-BBC0-4C74-9E4D-12F9C29D9BA1}" dt="2025-04-10T04:34:43.175" v="4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Dominic Jones" userId="8a7bc671-a4ae-414f-b318-851f1451f1f7" providerId="ADAL" clId="{E6A4D157-BBC0-4C74-9E4D-12F9C29D9BA1}" dt="2025-04-10T04:37:59.237" v="37" actId="1076"/>
          <ac:spMkLst>
            <pc:docMk/>
            <pc:sldMk cId="0" sldId="256"/>
            <ac:spMk id="8" creationId="{00000000-0000-0000-0000-000000000000}"/>
          </ac:spMkLst>
        </pc:spChg>
        <pc:spChg chg="del mod">
          <ac:chgData name="Dominic Jones" userId="8a7bc671-a4ae-414f-b318-851f1451f1f7" providerId="ADAL" clId="{E6A4D157-BBC0-4C74-9E4D-12F9C29D9BA1}" dt="2025-04-10T04:36:38.867" v="20" actId="478"/>
          <ac:spMkLst>
            <pc:docMk/>
            <pc:sldMk cId="0" sldId="256"/>
            <ac:spMk id="88" creationId="{00000000-0000-0000-0000-000000000000}"/>
          </ac:spMkLst>
        </pc:spChg>
        <pc:spChg chg="del">
          <ac:chgData name="Dominic Jones" userId="8a7bc671-a4ae-414f-b318-851f1451f1f7" providerId="ADAL" clId="{E6A4D157-BBC0-4C74-9E4D-12F9C29D9BA1}" dt="2025-04-10T04:36:42.688" v="22" actId="478"/>
          <ac:spMkLst>
            <pc:docMk/>
            <pc:sldMk cId="0" sldId="256"/>
            <ac:spMk id="89" creationId="{00000000-0000-0000-0000-000000000000}"/>
          </ac:spMkLst>
        </pc:spChg>
        <pc:spChg chg="del">
          <ac:chgData name="Dominic Jones" userId="8a7bc671-a4ae-414f-b318-851f1451f1f7" providerId="ADAL" clId="{E6A4D157-BBC0-4C74-9E4D-12F9C29D9BA1}" dt="2025-04-10T04:36:40.975" v="21" actId="478"/>
          <ac:spMkLst>
            <pc:docMk/>
            <pc:sldMk cId="0" sldId="256"/>
            <ac:spMk id="90" creationId="{00000000-0000-0000-0000-000000000000}"/>
          </ac:spMkLst>
        </pc:spChg>
        <pc:spChg chg="del">
          <ac:chgData name="Dominic Jones" userId="8a7bc671-a4ae-414f-b318-851f1451f1f7" providerId="ADAL" clId="{E6A4D157-BBC0-4C74-9E4D-12F9C29D9BA1}" dt="2025-04-10T04:36:49.640" v="24" actId="478"/>
          <ac:spMkLst>
            <pc:docMk/>
            <pc:sldMk cId="0" sldId="256"/>
            <ac:spMk id="92" creationId="{00000000-0000-0000-0000-000000000000}"/>
          </ac:spMkLst>
        </pc:spChg>
        <pc:spChg chg="del">
          <ac:chgData name="Dominic Jones" userId="8a7bc671-a4ae-414f-b318-851f1451f1f7" providerId="ADAL" clId="{E6A4D157-BBC0-4C74-9E4D-12F9C29D9BA1}" dt="2025-04-10T04:36:45.447" v="23" actId="478"/>
          <ac:spMkLst>
            <pc:docMk/>
            <pc:sldMk cId="0" sldId="256"/>
            <ac:spMk id="93" creationId="{00000000-0000-0000-0000-000000000000}"/>
          </ac:spMkLst>
        </pc:spChg>
        <pc:spChg chg="del">
          <ac:chgData name="Dominic Jones" userId="8a7bc671-a4ae-414f-b318-851f1451f1f7" providerId="ADAL" clId="{E6A4D157-BBC0-4C74-9E4D-12F9C29D9BA1}" dt="2025-04-10T04:36:53.888" v="26" actId="478"/>
          <ac:spMkLst>
            <pc:docMk/>
            <pc:sldMk cId="0" sldId="256"/>
            <ac:spMk id="95" creationId="{00000000-0000-0000-0000-000000000000}"/>
          </ac:spMkLst>
        </pc:spChg>
        <pc:spChg chg="del">
          <ac:chgData name="Dominic Jones" userId="8a7bc671-a4ae-414f-b318-851f1451f1f7" providerId="ADAL" clId="{E6A4D157-BBC0-4C74-9E4D-12F9C29D9BA1}" dt="2025-04-10T04:36:51.575" v="25" actId="478"/>
          <ac:spMkLst>
            <pc:docMk/>
            <pc:sldMk cId="0" sldId="256"/>
            <ac:spMk id="96" creationId="{00000000-0000-0000-0000-000000000000}"/>
          </ac:spMkLst>
        </pc:spChg>
        <pc:spChg chg="del">
          <ac:chgData name="Dominic Jones" userId="8a7bc671-a4ae-414f-b318-851f1451f1f7" providerId="ADAL" clId="{E6A4D157-BBC0-4C74-9E4D-12F9C29D9BA1}" dt="2025-04-10T04:37:21.103" v="31" actId="478"/>
          <ac:spMkLst>
            <pc:docMk/>
            <pc:sldMk cId="0" sldId="256"/>
            <ac:spMk id="98" creationId="{00000000-0000-0000-0000-000000000000}"/>
          </ac:spMkLst>
        </pc:spChg>
        <pc:spChg chg="del">
          <ac:chgData name="Dominic Jones" userId="8a7bc671-a4ae-414f-b318-851f1451f1f7" providerId="ADAL" clId="{E6A4D157-BBC0-4C74-9E4D-12F9C29D9BA1}" dt="2025-04-10T04:37:18.183" v="30" actId="478"/>
          <ac:spMkLst>
            <pc:docMk/>
            <pc:sldMk cId="0" sldId="256"/>
            <ac:spMk id="99" creationId="{00000000-0000-0000-0000-000000000000}"/>
          </ac:spMkLst>
        </pc:spChg>
        <pc:spChg chg="mod">
          <ac:chgData name="Dominic Jones" userId="8a7bc671-a4ae-414f-b318-851f1451f1f7" providerId="ADAL" clId="{E6A4D157-BBC0-4C74-9E4D-12F9C29D9BA1}" dt="2025-04-10T04:38:23.233" v="43" actId="1076"/>
          <ac:spMkLst>
            <pc:docMk/>
            <pc:sldMk cId="0" sldId="256"/>
            <ac:spMk id="100" creationId="{00000000-0000-0000-0000-000000000000}"/>
          </ac:spMkLst>
        </pc:spChg>
        <pc:spChg chg="mod">
          <ac:chgData name="Dominic Jones" userId="8a7bc671-a4ae-414f-b318-851f1451f1f7" providerId="ADAL" clId="{E6A4D157-BBC0-4C74-9E4D-12F9C29D9BA1}" dt="2025-04-10T04:38:25.782" v="44" actId="1076"/>
          <ac:spMkLst>
            <pc:docMk/>
            <pc:sldMk cId="0" sldId="256"/>
            <ac:spMk id="101" creationId="{00000000-0000-0000-0000-000000000000}"/>
          </ac:spMkLst>
        </pc:spChg>
        <pc:spChg chg="mod">
          <ac:chgData name="Dominic Jones" userId="8a7bc671-a4ae-414f-b318-851f1451f1f7" providerId="ADAL" clId="{E6A4D157-BBC0-4C74-9E4D-12F9C29D9BA1}" dt="2025-04-10T04:38:29.191" v="45" actId="1076"/>
          <ac:spMkLst>
            <pc:docMk/>
            <pc:sldMk cId="0" sldId="256"/>
            <ac:spMk id="102" creationId="{00000000-0000-0000-0000-000000000000}"/>
          </ac:spMkLst>
        </pc:spChg>
        <pc:spChg chg="mod">
          <ac:chgData name="Dominic Jones" userId="8a7bc671-a4ae-414f-b318-851f1451f1f7" providerId="ADAL" clId="{E6A4D157-BBC0-4C74-9E4D-12F9C29D9BA1}" dt="2025-04-10T04:38:07.714" v="39" actId="1076"/>
          <ac:spMkLst>
            <pc:docMk/>
            <pc:sldMk cId="0" sldId="256"/>
            <ac:spMk id="10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5376-077A-8F42-9E71-155E70FB596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419A-B53B-B044-8F99-D2573F3A8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 script location: C:/Users/domijones/OneDrive - The University of Melbourne/Energy/Analysis/analysis_cp_dj_2025/carbon_budget_playpen.R
Powerpoint file location: C:\Users\domijones\OneDrive - The University of Melbourne\Energy\Analysis\analysis_cp_dj_2025\emissions_int_trajs\emissions_int_trajs_fullslide.pptx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CBC2DE-EA68-5645-6DC4-19921CEEB0B0}"/>
              </a:ext>
            </a:extLst>
          </p:cNvPr>
          <p:cNvSpPr txBox="1"/>
          <p:nvPr userDrawn="1"/>
        </p:nvSpPr>
        <p:spPr>
          <a:xfrm>
            <a:off x="116541" y="12909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2C78F-E40D-3A6B-24C2-906FA20E603F}"/>
              </a:ext>
            </a:extLst>
          </p:cNvPr>
          <p:cNvSpPr/>
          <p:nvPr userDrawn="1"/>
        </p:nvSpPr>
        <p:spPr>
          <a:xfrm>
            <a:off x="-11575" y="0"/>
            <a:ext cx="1220357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39A8-9F28-D01B-F290-1C31B5FA8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905970"/>
            <a:ext cx="1933575" cy="532929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C38636-A519-1DAA-F186-6178D64B12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1575" y="0"/>
            <a:ext cx="4181474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A3FD-BE2F-A94A-0A45-53E6C58A00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43488" y="5091113"/>
            <a:ext cx="1306512" cy="12065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Insert headshot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C6B55-78E8-9DB5-56FA-E4A3B5705F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4300" y="5141913"/>
            <a:ext cx="2335213" cy="3397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 and title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4E9AF8-FC9F-0A5C-B569-D51DA3E36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4300" y="5732462"/>
            <a:ext cx="2276475" cy="268287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FC04F8-DC87-4C48-7442-FA72D1647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4913" y="2014538"/>
            <a:ext cx="5573712" cy="1206500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</a:t>
            </a:r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F6FB1-F9E4-A648-B189-9DD172BB1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4913" y="3429000"/>
            <a:ext cx="5573712" cy="652463"/>
          </a:xfrm>
        </p:spPr>
        <p:txBody>
          <a:bodyPr>
            <a:normAutofit/>
          </a:bodyPr>
          <a:lstStyle>
            <a:lvl1pPr marL="0" indent="0">
              <a:buNone/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Subheading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163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FF13B-17DE-B58E-23D0-863404B849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C34C6-D93D-964F-98F1-8B05274CB5BF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1C777A-97BF-664C-98A5-2907D0932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789E7-BA20-0780-FB52-B02484AC77D3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B8918E-1EDB-7F60-9A99-7D4A0E14A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BE69A9-24E9-418A-68B9-AAE233480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4/10/2025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216488-F6B2-C054-EB55-0F9A57D9C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ECB45-057A-1EA2-2F6E-7C55F945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F51-0C2E-D1D9-EFED-E3A2276D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C65C7-BF2B-A350-909C-35D42AF8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orang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F076BF-B4D2-731F-A8C4-B4C0523DA8D6}"/>
              </a:ext>
            </a:extLst>
          </p:cNvPr>
          <p:cNvSpPr/>
          <p:nvPr userDrawn="1"/>
        </p:nvSpPr>
        <p:spPr>
          <a:xfrm>
            <a:off x="0" y="-1"/>
            <a:ext cx="12192000" cy="132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C0B9F51-D432-89C3-BAF5-11132AE40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4/10/2025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482CF5D-DEBD-DB20-7858-2A857E71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015322-31D2-917E-375B-3379430E1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3A11B26-D536-E55C-FEA5-61BBE902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535906"/>
            <a:ext cx="11398531" cy="461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6EC27F-20CE-4CCF-3D5C-A051E0347B27}"/>
              </a:ext>
            </a:extLst>
          </p:cNvPr>
          <p:cNvSpPr txBox="1">
            <a:spLocks/>
          </p:cNvSpPr>
          <p:nvPr userDrawn="1"/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1C777A-97BF-664C-98A5-2907D09321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2FC4E-C0DC-E3DE-BD6B-D5CA591803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879474"/>
            <a:ext cx="6230937" cy="2921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E96F9-3E03-A2B8-1CAD-4960461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4C90D1F-6BBA-97AB-88AA-507E0C7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4/10/2025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721463F-DE73-8A1C-4B1D-EC5523146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2FF0-4955-916C-E396-EBC8532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836AB3-6799-2DF5-B516-EDC045CE4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C5B233-B10D-77D4-13F6-C9B4EACA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add slide title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C09E446-08E7-FD8F-80D1-1B02D15A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794" y="6356350"/>
            <a:ext cx="7189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48F4585A-2D72-19E2-7B40-41FEB45DAB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192801"/>
            <a:ext cx="11398531" cy="30671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Insert unit title</a:t>
            </a:r>
            <a:endParaRPr lang="en-AU" dirty="0"/>
          </a:p>
        </p:txBody>
      </p:sp>
      <p:sp>
        <p:nvSpPr>
          <p:cNvPr id="48" name="Caption Placeholder 1">
            <a:extLst>
              <a:ext uri="{FF2B5EF4-FFF2-40B4-BE49-F238E27FC236}">
                <a16:creationId xmlns:a16="http://schemas.microsoft.com/office/drawing/2014/main" id="{69F7CE92-E1D5-B5FE-FFCF-4017AEF4DB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609900"/>
            <a:ext cx="10662320" cy="204762"/>
          </a:xfrm>
        </p:spPr>
        <p:txBody>
          <a:bodyPr>
            <a:noAutofit/>
          </a:bodyPr>
          <a:lstStyle>
            <a:lvl1pPr marL="0" indent="0">
              <a:buNone/>
              <a:defRPr sz="800"/>
            </a:lvl1pPr>
          </a:lstStyle>
          <a:p>
            <a:pPr lvl="0"/>
            <a:r>
              <a:rPr lang="en-GB" dirty="0"/>
              <a:t>Insert source and notes here</a:t>
            </a:r>
            <a:endParaRPr lang="en-AU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08335A6-FEDB-3236-69EC-4D55F9E69E7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6713" y="1517569"/>
            <a:ext cx="11002617" cy="50688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40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  <p15:guide id="6" orient="horz" pos="1139" userDrawn="1">
          <p15:clr>
            <a:srgbClr val="FBAE40"/>
          </p15:clr>
        </p15:guide>
        <p15:guide id="7" orient="horz" pos="10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AU" noProof="0" smtClean="0"/>
              <a:t>10/04/2025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44" r:id="rId4"/>
    <p:sldLayoutId id="2147483837" r:id="rId5"/>
    <p:sldLayoutId id="21474838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DM Serif Display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</p:spPr>
        <p:txBody>
          <a:bodyPr/>
          <a:lstStyle/>
          <a:p>
            <a:r>
              <a:rPr lang="en-AU" dirty="0"/>
              <a:t>Title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192801"/>
            <a:ext cx="11398531" cy="306710"/>
          </a:xfrm>
        </p:spPr>
        <p:txBody>
          <a:bodyPr/>
          <a:lstStyle/>
          <a:p>
            <a:r>
              <a:rPr dirty="0"/>
              <a:t>Emissions intensity of the </a:t>
            </a:r>
            <a:r>
              <a:rPr dirty="0" err="1"/>
              <a:t>electricy</a:t>
            </a:r>
            <a:r>
              <a:rPr dirty="0"/>
              <a:t> sector (Mt C02-e)</a:t>
            </a:r>
          </a:p>
        </p:txBody>
      </p:sp>
      <p:sp>
        <p:nvSpPr>
          <p:cNvPr id="4" name="Caption Placeholder 1"/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609900"/>
            <a:ext cx="10662320" cy="204762"/>
          </a:xfrm>
        </p:spPr>
        <p:txBody>
          <a:bodyPr/>
          <a:lstStyle/>
          <a:p>
            <a:r>
              <a:t> </a:t>
            </a:r>
          </a:p>
        </p:txBody>
      </p:sp>
      <p:grpSp>
        <p:nvGrpSpPr>
          <p:cNvPr id="5" name="Content Placeholder 3"/>
          <p:cNvGrpSpPr/>
          <p:nvPr/>
        </p:nvGrpSpPr>
        <p:grpSpPr>
          <a:xfrm>
            <a:off x="536713" y="1517569"/>
            <a:ext cx="11589461" cy="5068887"/>
            <a:chOff x="536713" y="1517569"/>
            <a:chExt cx="11589461" cy="5068887"/>
          </a:xfrm>
        </p:grpSpPr>
        <p:sp>
          <p:nvSpPr>
            <p:cNvPr id="6" name="rc3"/>
            <p:cNvSpPr/>
            <p:nvPr/>
          </p:nvSpPr>
          <p:spPr>
            <a:xfrm>
              <a:off x="536713" y="1517569"/>
              <a:ext cx="11002617" cy="50688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4"/>
            <p:cNvSpPr/>
            <p:nvPr/>
          </p:nvSpPr>
          <p:spPr>
            <a:xfrm>
              <a:off x="536713" y="1517569"/>
              <a:ext cx="11002617" cy="50688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" name="rc5"/>
            <p:cNvSpPr/>
            <p:nvPr/>
          </p:nvSpPr>
          <p:spPr>
            <a:xfrm>
              <a:off x="1085949" y="1934627"/>
              <a:ext cx="10343652" cy="405062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" name="pl6"/>
            <p:cNvSpPr/>
            <p:nvPr/>
          </p:nvSpPr>
          <p:spPr>
            <a:xfrm>
              <a:off x="1085949" y="5985255"/>
              <a:ext cx="10343652" cy="0"/>
            </a:xfrm>
            <a:custGeom>
              <a:avLst/>
              <a:gdLst/>
              <a:ahLst/>
              <a:cxnLst/>
              <a:rect l="0" t="0" r="0" b="0"/>
              <a:pathLst>
                <a:path w="10343652">
                  <a:moveTo>
                    <a:pt x="0" y="0"/>
                  </a:moveTo>
                  <a:lnTo>
                    <a:pt x="10343652" y="0"/>
                  </a:lnTo>
                  <a:lnTo>
                    <a:pt x="103436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7"/>
            <p:cNvSpPr/>
            <p:nvPr/>
          </p:nvSpPr>
          <p:spPr>
            <a:xfrm>
              <a:off x="1085949" y="5035072"/>
              <a:ext cx="10343652" cy="0"/>
            </a:xfrm>
            <a:custGeom>
              <a:avLst/>
              <a:gdLst/>
              <a:ahLst/>
              <a:cxnLst/>
              <a:rect l="0" t="0" r="0" b="0"/>
              <a:pathLst>
                <a:path w="10343652">
                  <a:moveTo>
                    <a:pt x="0" y="0"/>
                  </a:moveTo>
                  <a:lnTo>
                    <a:pt x="10343652" y="0"/>
                  </a:lnTo>
                  <a:lnTo>
                    <a:pt x="103436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8"/>
            <p:cNvSpPr/>
            <p:nvPr/>
          </p:nvSpPr>
          <p:spPr>
            <a:xfrm>
              <a:off x="1085949" y="4084890"/>
              <a:ext cx="10343652" cy="0"/>
            </a:xfrm>
            <a:custGeom>
              <a:avLst/>
              <a:gdLst/>
              <a:ahLst/>
              <a:cxnLst/>
              <a:rect l="0" t="0" r="0" b="0"/>
              <a:pathLst>
                <a:path w="10343652">
                  <a:moveTo>
                    <a:pt x="0" y="0"/>
                  </a:moveTo>
                  <a:lnTo>
                    <a:pt x="10343652" y="0"/>
                  </a:lnTo>
                  <a:lnTo>
                    <a:pt x="103436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9"/>
            <p:cNvSpPr/>
            <p:nvPr/>
          </p:nvSpPr>
          <p:spPr>
            <a:xfrm>
              <a:off x="1085949" y="3134707"/>
              <a:ext cx="10343652" cy="0"/>
            </a:xfrm>
            <a:custGeom>
              <a:avLst/>
              <a:gdLst/>
              <a:ahLst/>
              <a:cxnLst/>
              <a:rect l="0" t="0" r="0" b="0"/>
              <a:pathLst>
                <a:path w="10343652">
                  <a:moveTo>
                    <a:pt x="0" y="0"/>
                  </a:moveTo>
                  <a:lnTo>
                    <a:pt x="10343652" y="0"/>
                  </a:lnTo>
                  <a:lnTo>
                    <a:pt x="103436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0"/>
            <p:cNvSpPr/>
            <p:nvPr/>
          </p:nvSpPr>
          <p:spPr>
            <a:xfrm>
              <a:off x="1085949" y="2184525"/>
              <a:ext cx="10343652" cy="0"/>
            </a:xfrm>
            <a:custGeom>
              <a:avLst/>
              <a:gdLst/>
              <a:ahLst/>
              <a:cxnLst/>
              <a:rect l="0" t="0" r="0" b="0"/>
              <a:pathLst>
                <a:path w="10343652">
                  <a:moveTo>
                    <a:pt x="0" y="0"/>
                  </a:moveTo>
                  <a:lnTo>
                    <a:pt x="10343652" y="0"/>
                  </a:lnTo>
                  <a:lnTo>
                    <a:pt x="103436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1"/>
            <p:cNvSpPr/>
            <p:nvPr/>
          </p:nvSpPr>
          <p:spPr>
            <a:xfrm>
              <a:off x="1556115" y="2759034"/>
              <a:ext cx="9403320" cy="3165521"/>
            </a:xfrm>
            <a:custGeom>
              <a:avLst/>
              <a:gdLst/>
              <a:ahLst/>
              <a:cxnLst/>
              <a:rect l="0" t="0" r="0" b="0"/>
              <a:pathLst>
                <a:path w="9403320" h="3165521">
                  <a:moveTo>
                    <a:pt x="0" y="0"/>
                  </a:moveTo>
                  <a:lnTo>
                    <a:pt x="2350830" y="2445923"/>
                  </a:lnTo>
                  <a:lnTo>
                    <a:pt x="4701660" y="3089792"/>
                  </a:lnTo>
                  <a:lnTo>
                    <a:pt x="7052490" y="3123041"/>
                  </a:lnTo>
                  <a:lnTo>
                    <a:pt x="9403320" y="3165521"/>
                  </a:lnTo>
                </a:path>
              </a:pathLst>
            </a:custGeom>
            <a:ln w="27101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2"/>
            <p:cNvSpPr/>
            <p:nvPr/>
          </p:nvSpPr>
          <p:spPr>
            <a:xfrm>
              <a:off x="1556115" y="2154455"/>
              <a:ext cx="9403320" cy="3728416"/>
            </a:xfrm>
            <a:custGeom>
              <a:avLst/>
              <a:gdLst/>
              <a:ahLst/>
              <a:cxnLst/>
              <a:rect l="0" t="0" r="0" b="0"/>
              <a:pathLst>
                <a:path w="9403320" h="3728416">
                  <a:moveTo>
                    <a:pt x="0" y="0"/>
                  </a:moveTo>
                  <a:lnTo>
                    <a:pt x="2350830" y="2667624"/>
                  </a:lnTo>
                  <a:lnTo>
                    <a:pt x="4701660" y="2878669"/>
                  </a:lnTo>
                  <a:lnTo>
                    <a:pt x="7052490" y="3465150"/>
                  </a:lnTo>
                  <a:lnTo>
                    <a:pt x="9403320" y="3728416"/>
                  </a:lnTo>
                </a:path>
              </a:pathLst>
            </a:custGeom>
            <a:ln w="27101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3"/>
            <p:cNvSpPr/>
            <p:nvPr/>
          </p:nvSpPr>
          <p:spPr>
            <a:xfrm>
              <a:off x="1556115" y="4039802"/>
              <a:ext cx="9403320" cy="1888229"/>
            </a:xfrm>
            <a:custGeom>
              <a:avLst/>
              <a:gdLst/>
              <a:ahLst/>
              <a:cxnLst/>
              <a:rect l="0" t="0" r="0" b="0"/>
              <a:pathLst>
                <a:path w="9403320" h="1888229">
                  <a:moveTo>
                    <a:pt x="0" y="0"/>
                  </a:moveTo>
                  <a:lnTo>
                    <a:pt x="470166" y="474161"/>
                  </a:lnTo>
                  <a:lnTo>
                    <a:pt x="940332" y="815885"/>
                  </a:lnTo>
                  <a:lnTo>
                    <a:pt x="1410498" y="911532"/>
                  </a:lnTo>
                  <a:lnTo>
                    <a:pt x="1880664" y="1391181"/>
                  </a:lnTo>
                  <a:lnTo>
                    <a:pt x="2350830" y="1653564"/>
                  </a:lnTo>
                  <a:lnTo>
                    <a:pt x="2820996" y="1680141"/>
                  </a:lnTo>
                  <a:lnTo>
                    <a:pt x="3291162" y="1704762"/>
                  </a:lnTo>
                  <a:lnTo>
                    <a:pt x="3761328" y="1811310"/>
                  </a:lnTo>
                  <a:lnTo>
                    <a:pt x="4231494" y="1828134"/>
                  </a:lnTo>
                  <a:lnTo>
                    <a:pt x="4701660" y="1763828"/>
                  </a:lnTo>
                  <a:lnTo>
                    <a:pt x="5171826" y="1735539"/>
                  </a:lnTo>
                  <a:lnTo>
                    <a:pt x="5641992" y="1762006"/>
                  </a:lnTo>
                  <a:lnTo>
                    <a:pt x="6112158" y="1731875"/>
                  </a:lnTo>
                  <a:lnTo>
                    <a:pt x="6582324" y="1724541"/>
                  </a:lnTo>
                  <a:lnTo>
                    <a:pt x="7052490" y="1771538"/>
                  </a:lnTo>
                  <a:lnTo>
                    <a:pt x="7522656" y="1836220"/>
                  </a:lnTo>
                  <a:lnTo>
                    <a:pt x="7992822" y="1829264"/>
                  </a:lnTo>
                  <a:lnTo>
                    <a:pt x="8462988" y="1830454"/>
                  </a:lnTo>
                  <a:lnTo>
                    <a:pt x="8933154" y="1868680"/>
                  </a:lnTo>
                  <a:lnTo>
                    <a:pt x="9403320" y="1888229"/>
                  </a:lnTo>
                </a:path>
              </a:pathLst>
            </a:custGeom>
            <a:ln w="27101" cap="flat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4"/>
            <p:cNvSpPr/>
            <p:nvPr/>
          </p:nvSpPr>
          <p:spPr>
            <a:xfrm>
              <a:off x="1556115" y="3391903"/>
              <a:ext cx="9403320" cy="2467932"/>
            </a:xfrm>
            <a:custGeom>
              <a:avLst/>
              <a:gdLst/>
              <a:ahLst/>
              <a:cxnLst/>
              <a:rect l="0" t="0" r="0" b="0"/>
              <a:pathLst>
                <a:path w="9403320" h="2467932">
                  <a:moveTo>
                    <a:pt x="0" y="0"/>
                  </a:moveTo>
                  <a:lnTo>
                    <a:pt x="470166" y="486949"/>
                  </a:lnTo>
                  <a:lnTo>
                    <a:pt x="940332" y="868234"/>
                  </a:lnTo>
                  <a:lnTo>
                    <a:pt x="1410498" y="991583"/>
                  </a:lnTo>
                  <a:lnTo>
                    <a:pt x="1880664" y="1727852"/>
                  </a:lnTo>
                  <a:lnTo>
                    <a:pt x="2350830" y="2136272"/>
                  </a:lnTo>
                  <a:lnTo>
                    <a:pt x="2820996" y="2172428"/>
                  </a:lnTo>
                  <a:lnTo>
                    <a:pt x="3291162" y="2206888"/>
                  </a:lnTo>
                  <a:lnTo>
                    <a:pt x="3761328" y="2374893"/>
                  </a:lnTo>
                  <a:lnTo>
                    <a:pt x="4231494" y="2399928"/>
                  </a:lnTo>
                  <a:lnTo>
                    <a:pt x="4701660" y="2284716"/>
                  </a:lnTo>
                  <a:lnTo>
                    <a:pt x="5171826" y="2229966"/>
                  </a:lnTo>
                  <a:lnTo>
                    <a:pt x="5641992" y="2267439"/>
                  </a:lnTo>
                  <a:lnTo>
                    <a:pt x="6112158" y="2204677"/>
                  </a:lnTo>
                  <a:lnTo>
                    <a:pt x="6582324" y="2181547"/>
                  </a:lnTo>
                  <a:lnTo>
                    <a:pt x="7052490" y="2260960"/>
                  </a:lnTo>
                  <a:lnTo>
                    <a:pt x="7522656" y="2378321"/>
                  </a:lnTo>
                  <a:lnTo>
                    <a:pt x="7992822" y="2356056"/>
                  </a:lnTo>
                  <a:lnTo>
                    <a:pt x="8462988" y="2354171"/>
                  </a:lnTo>
                  <a:lnTo>
                    <a:pt x="8933154" y="2430348"/>
                  </a:lnTo>
                  <a:lnTo>
                    <a:pt x="9403320" y="2467932"/>
                  </a:lnTo>
                </a:path>
              </a:pathLst>
            </a:custGeom>
            <a:ln w="27101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t15"/>
            <p:cNvSpPr/>
            <p:nvPr/>
          </p:nvSpPr>
          <p:spPr>
            <a:xfrm>
              <a:off x="1523040" y="4006727"/>
              <a:ext cx="66150" cy="66150"/>
            </a:xfrm>
            <a:prstGeom prst="ellipse">
              <a:avLst/>
            </a:prstGeom>
            <a:solidFill>
              <a:srgbClr val="D4582A">
                <a:alpha val="100000"/>
              </a:srgbClr>
            </a:solidFill>
            <a:ln w="9000" cap="rnd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t16"/>
            <p:cNvSpPr/>
            <p:nvPr/>
          </p:nvSpPr>
          <p:spPr>
            <a:xfrm>
              <a:off x="1993206" y="4480889"/>
              <a:ext cx="66150" cy="66150"/>
            </a:xfrm>
            <a:prstGeom prst="ellipse">
              <a:avLst/>
            </a:prstGeom>
            <a:solidFill>
              <a:srgbClr val="D4582A">
                <a:alpha val="100000"/>
              </a:srgbClr>
            </a:solidFill>
            <a:ln w="9000" cap="rnd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t17"/>
            <p:cNvSpPr/>
            <p:nvPr/>
          </p:nvSpPr>
          <p:spPr>
            <a:xfrm>
              <a:off x="2463372" y="4822612"/>
              <a:ext cx="66150" cy="66150"/>
            </a:xfrm>
            <a:prstGeom prst="ellipse">
              <a:avLst/>
            </a:prstGeom>
            <a:solidFill>
              <a:srgbClr val="D4582A">
                <a:alpha val="100000"/>
              </a:srgbClr>
            </a:solidFill>
            <a:ln w="9000" cap="rnd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t18"/>
            <p:cNvSpPr/>
            <p:nvPr/>
          </p:nvSpPr>
          <p:spPr>
            <a:xfrm>
              <a:off x="2933538" y="4918260"/>
              <a:ext cx="66150" cy="66150"/>
            </a:xfrm>
            <a:prstGeom prst="ellipse">
              <a:avLst/>
            </a:prstGeom>
            <a:solidFill>
              <a:srgbClr val="D4582A">
                <a:alpha val="100000"/>
              </a:srgbClr>
            </a:solidFill>
            <a:ln w="9000" cap="rnd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t19"/>
            <p:cNvSpPr/>
            <p:nvPr/>
          </p:nvSpPr>
          <p:spPr>
            <a:xfrm>
              <a:off x="3403704" y="5397909"/>
              <a:ext cx="66150" cy="66150"/>
            </a:xfrm>
            <a:prstGeom prst="ellipse">
              <a:avLst/>
            </a:prstGeom>
            <a:solidFill>
              <a:srgbClr val="D4582A">
                <a:alpha val="100000"/>
              </a:srgbClr>
            </a:solidFill>
            <a:ln w="9000" cap="rnd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t20"/>
            <p:cNvSpPr/>
            <p:nvPr/>
          </p:nvSpPr>
          <p:spPr>
            <a:xfrm>
              <a:off x="3873870" y="5660292"/>
              <a:ext cx="66150" cy="66150"/>
            </a:xfrm>
            <a:prstGeom prst="ellipse">
              <a:avLst/>
            </a:prstGeom>
            <a:solidFill>
              <a:srgbClr val="D4582A">
                <a:alpha val="100000"/>
              </a:srgbClr>
            </a:solidFill>
            <a:ln w="9000" cap="rnd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t21"/>
            <p:cNvSpPr/>
            <p:nvPr/>
          </p:nvSpPr>
          <p:spPr>
            <a:xfrm>
              <a:off x="4344036" y="5686868"/>
              <a:ext cx="66150" cy="66150"/>
            </a:xfrm>
            <a:prstGeom prst="ellipse">
              <a:avLst/>
            </a:prstGeom>
            <a:solidFill>
              <a:srgbClr val="D4582A">
                <a:alpha val="100000"/>
              </a:srgbClr>
            </a:solidFill>
            <a:ln w="9000" cap="rnd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t22"/>
            <p:cNvSpPr/>
            <p:nvPr/>
          </p:nvSpPr>
          <p:spPr>
            <a:xfrm>
              <a:off x="4814202" y="5711490"/>
              <a:ext cx="66150" cy="66150"/>
            </a:xfrm>
            <a:prstGeom prst="ellipse">
              <a:avLst/>
            </a:prstGeom>
            <a:solidFill>
              <a:srgbClr val="D4582A">
                <a:alpha val="100000"/>
              </a:srgbClr>
            </a:solidFill>
            <a:ln w="9000" cap="rnd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t23"/>
            <p:cNvSpPr/>
            <p:nvPr/>
          </p:nvSpPr>
          <p:spPr>
            <a:xfrm>
              <a:off x="5284368" y="5818038"/>
              <a:ext cx="66150" cy="66150"/>
            </a:xfrm>
            <a:prstGeom prst="ellipse">
              <a:avLst/>
            </a:prstGeom>
            <a:solidFill>
              <a:srgbClr val="D4582A">
                <a:alpha val="100000"/>
              </a:srgbClr>
            </a:solidFill>
            <a:ln w="9000" cap="rnd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t24"/>
            <p:cNvSpPr/>
            <p:nvPr/>
          </p:nvSpPr>
          <p:spPr>
            <a:xfrm>
              <a:off x="5754534" y="5834862"/>
              <a:ext cx="66150" cy="66150"/>
            </a:xfrm>
            <a:prstGeom prst="ellipse">
              <a:avLst/>
            </a:prstGeom>
            <a:solidFill>
              <a:srgbClr val="D4582A">
                <a:alpha val="100000"/>
              </a:srgbClr>
            </a:solidFill>
            <a:ln w="9000" cap="rnd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t25"/>
            <p:cNvSpPr/>
            <p:nvPr/>
          </p:nvSpPr>
          <p:spPr>
            <a:xfrm>
              <a:off x="6224700" y="5770555"/>
              <a:ext cx="66150" cy="66150"/>
            </a:xfrm>
            <a:prstGeom prst="ellipse">
              <a:avLst/>
            </a:prstGeom>
            <a:solidFill>
              <a:srgbClr val="D4582A">
                <a:alpha val="100000"/>
              </a:srgbClr>
            </a:solidFill>
            <a:ln w="9000" cap="rnd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t26"/>
            <p:cNvSpPr/>
            <p:nvPr/>
          </p:nvSpPr>
          <p:spPr>
            <a:xfrm>
              <a:off x="6694866" y="5742267"/>
              <a:ext cx="66150" cy="66150"/>
            </a:xfrm>
            <a:prstGeom prst="ellipse">
              <a:avLst/>
            </a:prstGeom>
            <a:solidFill>
              <a:srgbClr val="D4582A">
                <a:alpha val="100000"/>
              </a:srgbClr>
            </a:solidFill>
            <a:ln w="9000" cap="rnd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t27"/>
            <p:cNvSpPr/>
            <p:nvPr/>
          </p:nvSpPr>
          <p:spPr>
            <a:xfrm>
              <a:off x="7165032" y="5768734"/>
              <a:ext cx="66150" cy="66150"/>
            </a:xfrm>
            <a:prstGeom prst="ellipse">
              <a:avLst/>
            </a:prstGeom>
            <a:solidFill>
              <a:srgbClr val="D4582A">
                <a:alpha val="100000"/>
              </a:srgbClr>
            </a:solidFill>
            <a:ln w="9000" cap="rnd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t28"/>
            <p:cNvSpPr/>
            <p:nvPr/>
          </p:nvSpPr>
          <p:spPr>
            <a:xfrm>
              <a:off x="7635198" y="5738602"/>
              <a:ext cx="66150" cy="66150"/>
            </a:xfrm>
            <a:prstGeom prst="ellipse">
              <a:avLst/>
            </a:prstGeom>
            <a:solidFill>
              <a:srgbClr val="D4582A">
                <a:alpha val="100000"/>
              </a:srgbClr>
            </a:solidFill>
            <a:ln w="9000" cap="rnd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t29"/>
            <p:cNvSpPr/>
            <p:nvPr/>
          </p:nvSpPr>
          <p:spPr>
            <a:xfrm>
              <a:off x="8105364" y="5731269"/>
              <a:ext cx="66150" cy="66150"/>
            </a:xfrm>
            <a:prstGeom prst="ellipse">
              <a:avLst/>
            </a:prstGeom>
            <a:solidFill>
              <a:srgbClr val="D4582A">
                <a:alpha val="100000"/>
              </a:srgbClr>
            </a:solidFill>
            <a:ln w="9000" cap="rnd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t30"/>
            <p:cNvSpPr/>
            <p:nvPr/>
          </p:nvSpPr>
          <p:spPr>
            <a:xfrm>
              <a:off x="8575530" y="5778265"/>
              <a:ext cx="66150" cy="66150"/>
            </a:xfrm>
            <a:prstGeom prst="ellipse">
              <a:avLst/>
            </a:prstGeom>
            <a:solidFill>
              <a:srgbClr val="D4582A">
                <a:alpha val="100000"/>
              </a:srgbClr>
            </a:solidFill>
            <a:ln w="9000" cap="rnd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t31"/>
            <p:cNvSpPr/>
            <p:nvPr/>
          </p:nvSpPr>
          <p:spPr>
            <a:xfrm>
              <a:off x="9045696" y="5842948"/>
              <a:ext cx="66150" cy="66150"/>
            </a:xfrm>
            <a:prstGeom prst="ellipse">
              <a:avLst/>
            </a:prstGeom>
            <a:solidFill>
              <a:srgbClr val="D4582A">
                <a:alpha val="100000"/>
              </a:srgbClr>
            </a:solidFill>
            <a:ln w="9000" cap="rnd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t32"/>
            <p:cNvSpPr/>
            <p:nvPr/>
          </p:nvSpPr>
          <p:spPr>
            <a:xfrm>
              <a:off x="9515862" y="5835991"/>
              <a:ext cx="66150" cy="66150"/>
            </a:xfrm>
            <a:prstGeom prst="ellipse">
              <a:avLst/>
            </a:prstGeom>
            <a:solidFill>
              <a:srgbClr val="D4582A">
                <a:alpha val="100000"/>
              </a:srgbClr>
            </a:solidFill>
            <a:ln w="9000" cap="rnd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t33"/>
            <p:cNvSpPr/>
            <p:nvPr/>
          </p:nvSpPr>
          <p:spPr>
            <a:xfrm>
              <a:off x="9986028" y="5837182"/>
              <a:ext cx="66150" cy="66150"/>
            </a:xfrm>
            <a:prstGeom prst="ellipse">
              <a:avLst/>
            </a:prstGeom>
            <a:solidFill>
              <a:srgbClr val="D4582A">
                <a:alpha val="100000"/>
              </a:srgbClr>
            </a:solidFill>
            <a:ln w="9000" cap="rnd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t34"/>
            <p:cNvSpPr/>
            <p:nvPr/>
          </p:nvSpPr>
          <p:spPr>
            <a:xfrm>
              <a:off x="10456194" y="5875408"/>
              <a:ext cx="66150" cy="66150"/>
            </a:xfrm>
            <a:prstGeom prst="ellipse">
              <a:avLst/>
            </a:prstGeom>
            <a:solidFill>
              <a:srgbClr val="D4582A">
                <a:alpha val="100000"/>
              </a:srgbClr>
            </a:solidFill>
            <a:ln w="9000" cap="rnd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t35"/>
            <p:cNvSpPr/>
            <p:nvPr/>
          </p:nvSpPr>
          <p:spPr>
            <a:xfrm>
              <a:off x="10926360" y="5894957"/>
              <a:ext cx="66150" cy="66150"/>
            </a:xfrm>
            <a:prstGeom prst="ellipse">
              <a:avLst/>
            </a:prstGeom>
            <a:solidFill>
              <a:srgbClr val="D4582A">
                <a:alpha val="100000"/>
              </a:srgbClr>
            </a:solidFill>
            <a:ln w="9000" cap="rnd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t36"/>
            <p:cNvSpPr/>
            <p:nvPr/>
          </p:nvSpPr>
          <p:spPr>
            <a:xfrm>
              <a:off x="1523040" y="3358828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t37"/>
            <p:cNvSpPr/>
            <p:nvPr/>
          </p:nvSpPr>
          <p:spPr>
            <a:xfrm>
              <a:off x="1993206" y="3845777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t38"/>
            <p:cNvSpPr/>
            <p:nvPr/>
          </p:nvSpPr>
          <p:spPr>
            <a:xfrm>
              <a:off x="2463372" y="4227063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t39"/>
            <p:cNvSpPr/>
            <p:nvPr/>
          </p:nvSpPr>
          <p:spPr>
            <a:xfrm>
              <a:off x="2933538" y="4350411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t40"/>
            <p:cNvSpPr/>
            <p:nvPr/>
          </p:nvSpPr>
          <p:spPr>
            <a:xfrm>
              <a:off x="3403704" y="5086680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t41"/>
            <p:cNvSpPr/>
            <p:nvPr/>
          </p:nvSpPr>
          <p:spPr>
            <a:xfrm>
              <a:off x="3873870" y="5495100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t42"/>
            <p:cNvSpPr/>
            <p:nvPr/>
          </p:nvSpPr>
          <p:spPr>
            <a:xfrm>
              <a:off x="4344036" y="5531256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t43"/>
            <p:cNvSpPr/>
            <p:nvPr/>
          </p:nvSpPr>
          <p:spPr>
            <a:xfrm>
              <a:off x="4814202" y="5565716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t44"/>
            <p:cNvSpPr/>
            <p:nvPr/>
          </p:nvSpPr>
          <p:spPr>
            <a:xfrm>
              <a:off x="5284368" y="5733722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t45"/>
            <p:cNvSpPr/>
            <p:nvPr/>
          </p:nvSpPr>
          <p:spPr>
            <a:xfrm>
              <a:off x="5754534" y="5758756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t46"/>
            <p:cNvSpPr/>
            <p:nvPr/>
          </p:nvSpPr>
          <p:spPr>
            <a:xfrm>
              <a:off x="6224700" y="5643544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t47"/>
            <p:cNvSpPr/>
            <p:nvPr/>
          </p:nvSpPr>
          <p:spPr>
            <a:xfrm>
              <a:off x="6694866" y="5588794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t48"/>
            <p:cNvSpPr/>
            <p:nvPr/>
          </p:nvSpPr>
          <p:spPr>
            <a:xfrm>
              <a:off x="7165032" y="5626268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49"/>
            <p:cNvSpPr/>
            <p:nvPr/>
          </p:nvSpPr>
          <p:spPr>
            <a:xfrm>
              <a:off x="7635198" y="5563505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0"/>
            <p:cNvSpPr/>
            <p:nvPr/>
          </p:nvSpPr>
          <p:spPr>
            <a:xfrm>
              <a:off x="8105364" y="5540375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t51"/>
            <p:cNvSpPr/>
            <p:nvPr/>
          </p:nvSpPr>
          <p:spPr>
            <a:xfrm>
              <a:off x="8575530" y="5619788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t52"/>
            <p:cNvSpPr/>
            <p:nvPr/>
          </p:nvSpPr>
          <p:spPr>
            <a:xfrm>
              <a:off x="9045696" y="5737149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t53"/>
            <p:cNvSpPr/>
            <p:nvPr/>
          </p:nvSpPr>
          <p:spPr>
            <a:xfrm>
              <a:off x="9515862" y="5714884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t54"/>
            <p:cNvSpPr/>
            <p:nvPr/>
          </p:nvSpPr>
          <p:spPr>
            <a:xfrm>
              <a:off x="9986028" y="5712999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t55"/>
            <p:cNvSpPr/>
            <p:nvPr/>
          </p:nvSpPr>
          <p:spPr>
            <a:xfrm>
              <a:off x="10456194" y="5789176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t56"/>
            <p:cNvSpPr/>
            <p:nvPr/>
          </p:nvSpPr>
          <p:spPr>
            <a:xfrm>
              <a:off x="10926360" y="5826761"/>
              <a:ext cx="66150" cy="66150"/>
            </a:xfrm>
            <a:prstGeom prst="ellipse">
              <a:avLst/>
            </a:prstGeom>
            <a:solidFill>
              <a:srgbClr val="A1253E">
                <a:alpha val="100000"/>
              </a:srgbClr>
            </a:solidFill>
            <a:ln w="9000" cap="rnd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t57"/>
            <p:cNvSpPr/>
            <p:nvPr/>
          </p:nvSpPr>
          <p:spPr>
            <a:xfrm>
              <a:off x="1523040" y="212138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t58"/>
            <p:cNvSpPr/>
            <p:nvPr/>
          </p:nvSpPr>
          <p:spPr>
            <a:xfrm>
              <a:off x="3873870" y="4789005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t59"/>
            <p:cNvSpPr/>
            <p:nvPr/>
          </p:nvSpPr>
          <p:spPr>
            <a:xfrm>
              <a:off x="6224700" y="5000049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t60"/>
            <p:cNvSpPr/>
            <p:nvPr/>
          </p:nvSpPr>
          <p:spPr>
            <a:xfrm>
              <a:off x="8575530" y="5586531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t61"/>
            <p:cNvSpPr/>
            <p:nvPr/>
          </p:nvSpPr>
          <p:spPr>
            <a:xfrm>
              <a:off x="10926360" y="5849796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t62"/>
            <p:cNvSpPr/>
            <p:nvPr/>
          </p:nvSpPr>
          <p:spPr>
            <a:xfrm>
              <a:off x="1523040" y="2725959"/>
              <a:ext cx="66150" cy="66150"/>
            </a:xfrm>
            <a:prstGeom prst="ellipse">
              <a:avLst/>
            </a:prstGeom>
            <a:solidFill>
              <a:srgbClr val="F5B50C">
                <a:alpha val="100000"/>
              </a:srgbClr>
            </a:solidFill>
            <a:ln w="9000" cap="rnd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t63"/>
            <p:cNvSpPr/>
            <p:nvPr/>
          </p:nvSpPr>
          <p:spPr>
            <a:xfrm>
              <a:off x="3873870" y="5171882"/>
              <a:ext cx="66150" cy="66150"/>
            </a:xfrm>
            <a:prstGeom prst="ellipse">
              <a:avLst/>
            </a:prstGeom>
            <a:solidFill>
              <a:srgbClr val="F5B50C">
                <a:alpha val="100000"/>
              </a:srgbClr>
            </a:solidFill>
            <a:ln w="9000" cap="rnd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t64"/>
            <p:cNvSpPr/>
            <p:nvPr/>
          </p:nvSpPr>
          <p:spPr>
            <a:xfrm>
              <a:off x="6224700" y="5815751"/>
              <a:ext cx="66150" cy="66150"/>
            </a:xfrm>
            <a:prstGeom prst="ellipse">
              <a:avLst/>
            </a:prstGeom>
            <a:solidFill>
              <a:srgbClr val="F5B50C">
                <a:alpha val="100000"/>
              </a:srgbClr>
            </a:solidFill>
            <a:ln w="9000" cap="rnd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t65"/>
            <p:cNvSpPr/>
            <p:nvPr/>
          </p:nvSpPr>
          <p:spPr>
            <a:xfrm>
              <a:off x="8575530" y="5849000"/>
              <a:ext cx="66150" cy="66150"/>
            </a:xfrm>
            <a:prstGeom prst="ellipse">
              <a:avLst/>
            </a:prstGeom>
            <a:solidFill>
              <a:srgbClr val="F5B50C">
                <a:alpha val="100000"/>
              </a:srgbClr>
            </a:solidFill>
            <a:ln w="9000" cap="rnd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t66"/>
            <p:cNvSpPr/>
            <p:nvPr/>
          </p:nvSpPr>
          <p:spPr>
            <a:xfrm>
              <a:off x="10926360" y="5891480"/>
              <a:ext cx="66150" cy="66150"/>
            </a:xfrm>
            <a:prstGeom prst="ellipse">
              <a:avLst/>
            </a:prstGeom>
            <a:solidFill>
              <a:srgbClr val="F5B50C">
                <a:alpha val="100000"/>
              </a:srgbClr>
            </a:solidFill>
            <a:ln w="9000" cap="rnd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tx67"/>
            <p:cNvSpPr/>
            <p:nvPr/>
          </p:nvSpPr>
          <p:spPr>
            <a:xfrm>
              <a:off x="538541" y="5899976"/>
              <a:ext cx="444921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71" name="tx68"/>
            <p:cNvSpPr/>
            <p:nvPr/>
          </p:nvSpPr>
          <p:spPr>
            <a:xfrm>
              <a:off x="538541" y="4949794"/>
              <a:ext cx="444921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0.05</a:t>
              </a:r>
            </a:p>
          </p:txBody>
        </p:sp>
        <p:sp>
          <p:nvSpPr>
            <p:cNvPr id="72" name="tx69"/>
            <p:cNvSpPr/>
            <p:nvPr/>
          </p:nvSpPr>
          <p:spPr>
            <a:xfrm>
              <a:off x="538541" y="3999611"/>
              <a:ext cx="444921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0.10</a:t>
              </a:r>
            </a:p>
          </p:txBody>
        </p:sp>
        <p:sp>
          <p:nvSpPr>
            <p:cNvPr id="73" name="tx70"/>
            <p:cNvSpPr/>
            <p:nvPr/>
          </p:nvSpPr>
          <p:spPr>
            <a:xfrm>
              <a:off x="538541" y="3049429"/>
              <a:ext cx="444921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0.15</a:t>
              </a:r>
            </a:p>
          </p:txBody>
        </p:sp>
        <p:sp>
          <p:nvSpPr>
            <p:cNvPr id="74" name="tx71"/>
            <p:cNvSpPr/>
            <p:nvPr/>
          </p:nvSpPr>
          <p:spPr>
            <a:xfrm>
              <a:off x="538541" y="2099246"/>
              <a:ext cx="444921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0.20</a:t>
              </a:r>
            </a:p>
          </p:txBody>
        </p:sp>
        <p:sp>
          <p:nvSpPr>
            <p:cNvPr id="75" name="pl72"/>
            <p:cNvSpPr/>
            <p:nvPr/>
          </p:nvSpPr>
          <p:spPr>
            <a:xfrm>
              <a:off x="1085949" y="5985255"/>
              <a:ext cx="10343652" cy="0"/>
            </a:xfrm>
            <a:custGeom>
              <a:avLst/>
              <a:gdLst/>
              <a:ahLst/>
              <a:cxnLst/>
              <a:rect l="0" t="0" r="0" b="0"/>
              <a:pathLst>
                <a:path w="10343652">
                  <a:moveTo>
                    <a:pt x="0" y="0"/>
                  </a:moveTo>
                  <a:lnTo>
                    <a:pt x="10343652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l73"/>
            <p:cNvSpPr/>
            <p:nvPr/>
          </p:nvSpPr>
          <p:spPr>
            <a:xfrm>
              <a:off x="1556115" y="5985255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l74"/>
            <p:cNvSpPr/>
            <p:nvPr/>
          </p:nvSpPr>
          <p:spPr>
            <a:xfrm>
              <a:off x="3906945" y="5985255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l75"/>
            <p:cNvSpPr/>
            <p:nvPr/>
          </p:nvSpPr>
          <p:spPr>
            <a:xfrm>
              <a:off x="6257775" y="5985255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l76"/>
            <p:cNvSpPr/>
            <p:nvPr/>
          </p:nvSpPr>
          <p:spPr>
            <a:xfrm>
              <a:off x="8608605" y="5985255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l77"/>
            <p:cNvSpPr/>
            <p:nvPr/>
          </p:nvSpPr>
          <p:spPr>
            <a:xfrm>
              <a:off x="10959435" y="5985255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tx78"/>
            <p:cNvSpPr/>
            <p:nvPr/>
          </p:nvSpPr>
          <p:spPr>
            <a:xfrm>
              <a:off x="1301842" y="6084169"/>
              <a:ext cx="508545" cy="16720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82" name="tx79"/>
            <p:cNvSpPr/>
            <p:nvPr/>
          </p:nvSpPr>
          <p:spPr>
            <a:xfrm>
              <a:off x="3652672" y="6084169"/>
              <a:ext cx="508545" cy="16720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2035</a:t>
              </a:r>
            </a:p>
          </p:txBody>
        </p:sp>
        <p:sp>
          <p:nvSpPr>
            <p:cNvPr id="83" name="tx80"/>
            <p:cNvSpPr/>
            <p:nvPr/>
          </p:nvSpPr>
          <p:spPr>
            <a:xfrm>
              <a:off x="6003502" y="6084280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2040</a:t>
              </a:r>
            </a:p>
          </p:txBody>
        </p:sp>
        <p:sp>
          <p:nvSpPr>
            <p:cNvPr id="84" name="tx81"/>
            <p:cNvSpPr/>
            <p:nvPr/>
          </p:nvSpPr>
          <p:spPr>
            <a:xfrm>
              <a:off x="8354332" y="6084280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2045</a:t>
              </a:r>
            </a:p>
          </p:txBody>
        </p:sp>
        <p:sp>
          <p:nvSpPr>
            <p:cNvPr id="85" name="tx82"/>
            <p:cNvSpPr/>
            <p:nvPr/>
          </p:nvSpPr>
          <p:spPr>
            <a:xfrm>
              <a:off x="10705163" y="6084280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2050</a:t>
              </a:r>
            </a:p>
          </p:txBody>
        </p:sp>
        <p:sp>
          <p:nvSpPr>
            <p:cNvPr id="86" name="tx83"/>
            <p:cNvSpPr/>
            <p:nvPr/>
          </p:nvSpPr>
          <p:spPr>
            <a:xfrm>
              <a:off x="6035426" y="6350730"/>
              <a:ext cx="444698" cy="16932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</a:t>
              </a:r>
            </a:p>
          </p:txBody>
        </p:sp>
        <p:sp>
          <p:nvSpPr>
            <p:cNvPr id="87" name="rc84"/>
            <p:cNvSpPr/>
            <p:nvPr/>
          </p:nvSpPr>
          <p:spPr>
            <a:xfrm>
              <a:off x="2827421" y="1609008"/>
              <a:ext cx="6860708" cy="2117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1" name="rc88"/>
            <p:cNvSpPr/>
            <p:nvPr/>
          </p:nvSpPr>
          <p:spPr>
            <a:xfrm>
              <a:off x="4102684" y="1609008"/>
              <a:ext cx="182879" cy="2117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dirty="0"/>
            </a:p>
          </p:txBody>
        </p:sp>
        <p:sp>
          <p:nvSpPr>
            <p:cNvPr id="94" name="rc91"/>
            <p:cNvSpPr/>
            <p:nvPr/>
          </p:nvSpPr>
          <p:spPr>
            <a:xfrm>
              <a:off x="5187298" y="1609008"/>
              <a:ext cx="182879" cy="2117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dirty="0"/>
            </a:p>
          </p:txBody>
        </p:sp>
        <p:sp>
          <p:nvSpPr>
            <p:cNvPr id="97" name="rc94"/>
            <p:cNvSpPr/>
            <p:nvPr/>
          </p:nvSpPr>
          <p:spPr>
            <a:xfrm>
              <a:off x="7542160" y="1609008"/>
              <a:ext cx="182879" cy="2117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0" name="tx97"/>
            <p:cNvSpPr/>
            <p:nvPr/>
          </p:nvSpPr>
          <p:spPr>
            <a:xfrm>
              <a:off x="10039415" y="4894778"/>
              <a:ext cx="965857" cy="16921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dirty="0">
                  <a:solidFill>
                    <a:srgbClr val="F5B50C"/>
                  </a:solidFill>
                  <a:latin typeface="Arial"/>
                  <a:cs typeface="Arial"/>
                </a:rPr>
                <a:t>A40/G1.5</a:t>
              </a:r>
            </a:p>
          </p:txBody>
        </p:sp>
        <p:sp>
          <p:nvSpPr>
            <p:cNvPr id="101" name="tx98"/>
            <p:cNvSpPr/>
            <p:nvPr/>
          </p:nvSpPr>
          <p:spPr>
            <a:xfrm>
              <a:off x="10039415" y="4613604"/>
              <a:ext cx="775208" cy="16921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dirty="0">
                  <a:solidFill>
                    <a:srgbClr val="EF7900"/>
                  </a:solidFill>
                  <a:latin typeface="Arial"/>
                  <a:cs typeface="Arial"/>
                </a:rPr>
                <a:t>A50/G2</a:t>
              </a:r>
            </a:p>
          </p:txBody>
        </p:sp>
        <p:sp>
          <p:nvSpPr>
            <p:cNvPr id="102" name="tx99"/>
            <p:cNvSpPr/>
            <p:nvPr/>
          </p:nvSpPr>
          <p:spPr>
            <a:xfrm>
              <a:off x="10080718" y="5443088"/>
              <a:ext cx="2045456" cy="2118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dirty="0">
                  <a:solidFill>
                    <a:srgbClr val="D4582A"/>
                  </a:solidFill>
                  <a:latin typeface="Arial"/>
                  <a:cs typeface="Arial"/>
                </a:rPr>
                <a:t>ISP - Green Exports</a:t>
              </a:r>
            </a:p>
          </p:txBody>
        </p:sp>
        <p:sp>
          <p:nvSpPr>
            <p:cNvPr id="103" name="tx100"/>
            <p:cNvSpPr/>
            <p:nvPr/>
          </p:nvSpPr>
          <p:spPr>
            <a:xfrm>
              <a:off x="10080718" y="5152830"/>
              <a:ext cx="1906153" cy="2145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dirty="0">
                  <a:solidFill>
                    <a:srgbClr val="A0253D"/>
                  </a:solidFill>
                  <a:latin typeface="Arial"/>
                  <a:cs typeface="Arial"/>
                </a:rPr>
                <a:t>ISP - Step Change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2 Grattan PPT Colour Theme - FINAL">
      <a:dk1>
        <a:srgbClr val="000000"/>
      </a:dk1>
      <a:lt1>
        <a:srgbClr val="FFFFFF"/>
      </a:lt1>
      <a:dk2>
        <a:srgbClr val="D4582A"/>
      </a:dk2>
      <a:lt2>
        <a:srgbClr val="FFF3E6"/>
      </a:lt2>
      <a:accent1>
        <a:srgbClr val="EF7900"/>
      </a:accent1>
      <a:accent2>
        <a:srgbClr val="A1253E"/>
      </a:accent2>
      <a:accent3>
        <a:srgbClr val="611633"/>
      </a:accent3>
      <a:accent4>
        <a:srgbClr val="F5B50C"/>
      </a:accent4>
      <a:accent5>
        <a:srgbClr val="6A99C4"/>
      </a:accent5>
      <a:accent6>
        <a:srgbClr val="4371A1"/>
      </a:accent6>
      <a:hlink>
        <a:srgbClr val="EF7900"/>
      </a:hlink>
      <a:folHlink>
        <a:srgbClr val="D4582A"/>
      </a:folHlink>
    </a:clrScheme>
    <a:fontScheme name="Grattan Web Fonts">
      <a:majorFont>
        <a:latin typeface="DM Serif Display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1600" dirty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8876</TotalTime>
  <Words>118</Words>
  <Application>Microsoft Office PowerPoint</Application>
  <PresentationFormat>Widescreen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Avenir Next LT Pro</vt:lpstr>
      <vt:lpstr>Calibri</vt:lpstr>
      <vt:lpstr>DM Serif Display</vt:lpstr>
      <vt:lpstr>Office Theme</vt:lpstr>
      <vt:lpstr>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Insert title</dc:title>
  <dc:creator>Kat Clay</dc:creator>
  <cp:lastModifiedBy>Dominic Jones</cp:lastModifiedBy>
  <cp:revision>261</cp:revision>
  <dcterms:created xsi:type="dcterms:W3CDTF">2022-05-20T01:54:03Z</dcterms:created>
  <dcterms:modified xsi:type="dcterms:W3CDTF">2025-04-10T04:38:36Z</dcterms:modified>
</cp:coreProperties>
</file>