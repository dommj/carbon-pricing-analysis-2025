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Melbourne\Energy\Analysis\analysis_cp_dj_2025\facet tests\facet tests_normal.pptx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1828" y="91439"/>
              <a:ext cx="3118510" cy="25551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3120339" y="91439"/>
              <a:ext cx="2373766" cy="25551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5494105" y="91439"/>
              <a:ext cx="2373766" cy="25551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828" y="2646576"/>
              <a:ext cx="3118510" cy="25551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805337" y="484970"/>
              <a:ext cx="2205273" cy="15604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05337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5337" y="1623028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5337" y="1200680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805337" y="77833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911360" y="1185026"/>
              <a:ext cx="296863" cy="86034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1335451" y="1185026"/>
              <a:ext cx="296863" cy="28245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208224" y="1185026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759542" y="1467485"/>
              <a:ext cx="296863" cy="22489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632315" y="1467485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2183633" y="1692376"/>
              <a:ext cx="296863" cy="12047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2056406" y="1692376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tx20"/>
            <p:cNvSpPr/>
            <p:nvPr/>
          </p:nvSpPr>
          <p:spPr>
            <a:xfrm>
              <a:off x="778440" y="1508588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$5090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1168838" y="121964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-$1670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1592929" y="147331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-$1330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2073290" y="1646003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-$713</a:t>
              </a:r>
            </a:p>
          </p:txBody>
        </p:sp>
        <p:sp>
          <p:nvSpPr>
            <p:cNvPr id="25" name="rc24"/>
            <p:cNvSpPr/>
            <p:nvPr/>
          </p:nvSpPr>
          <p:spPr>
            <a:xfrm>
              <a:off x="2607724" y="1812854"/>
              <a:ext cx="296863" cy="23252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>
              <a:off x="2474804" y="1822502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$1380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2480497" y="1812854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g27"/>
            <p:cNvSpPr/>
            <p:nvPr/>
          </p:nvSpPr>
          <p:spPr>
            <a:xfrm>
              <a:off x="1653519" y="1196329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1671807" y="1238856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2077610" y="1450004"/>
              <a:ext cx="933000" cy="259853"/>
            </a:xfrm>
            <a:custGeom>
              <a:avLst/>
              <a:pathLst>
                <a:path w="933000" h="259853">
                  <a:moveTo>
                    <a:pt x="41147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2095898" y="1495434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2501701" y="1622688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2519989" y="1619897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579" y="1924936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657" y="1493770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57" y="107142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657" y="64907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805337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1059792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756156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227601" y="21423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1676222" y="20969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24211" y="177819"/>
              <a:ext cx="1365845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NSW and ACT</a:t>
              </a:r>
            </a:p>
          </p:txBody>
        </p:sp>
        <p:sp>
          <p:nvSpPr>
            <p:cNvPr id="44" name="rc43"/>
            <p:cNvSpPr/>
            <p:nvPr/>
          </p:nvSpPr>
          <p:spPr>
            <a:xfrm>
              <a:off x="3179104" y="484970"/>
              <a:ext cx="2205273" cy="15604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179104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3179104" y="1623028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3179104" y="1200680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3179104" y="77833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85127" y="1191476"/>
              <a:ext cx="296863" cy="85389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709218" y="1191476"/>
              <a:ext cx="296863" cy="27705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3581990" y="1191476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4133309" y="1468528"/>
              <a:ext cx="296863" cy="28999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pl52"/>
            <p:cNvSpPr/>
            <p:nvPr/>
          </p:nvSpPr>
          <p:spPr>
            <a:xfrm>
              <a:off x="4006081" y="146852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4557400" y="1758522"/>
              <a:ext cx="296863" cy="8634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4430172" y="1758522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6" name="tx55"/>
            <p:cNvSpPr/>
            <p:nvPr/>
          </p:nvSpPr>
          <p:spPr>
            <a:xfrm>
              <a:off x="3152206" y="1511813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$5050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3542604" y="1223390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-$1640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3966695" y="1506913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-$1720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4447057" y="1695080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-$511</a:t>
              </a:r>
            </a:p>
          </p:txBody>
        </p:sp>
        <p:sp>
          <p:nvSpPr>
            <p:cNvPr id="60" name="rc59"/>
            <p:cNvSpPr/>
            <p:nvPr/>
          </p:nvSpPr>
          <p:spPr>
            <a:xfrm>
              <a:off x="4981491" y="1844863"/>
              <a:ext cx="296863" cy="20051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0"/>
            <p:cNvSpPr/>
            <p:nvPr/>
          </p:nvSpPr>
          <p:spPr>
            <a:xfrm>
              <a:off x="4848570" y="183850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$1190</a:t>
              </a:r>
            </a:p>
          </p:txBody>
        </p:sp>
        <p:sp>
          <p:nvSpPr>
            <p:cNvPr id="62" name="pl61"/>
            <p:cNvSpPr/>
            <p:nvPr/>
          </p:nvSpPr>
          <p:spPr>
            <a:xfrm>
              <a:off x="4854263" y="1844863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3" name="pg62"/>
            <p:cNvSpPr/>
            <p:nvPr/>
          </p:nvSpPr>
          <p:spPr>
            <a:xfrm>
              <a:off x="4027286" y="1200075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tx63"/>
            <p:cNvSpPr/>
            <p:nvPr/>
          </p:nvSpPr>
          <p:spPr>
            <a:xfrm>
              <a:off x="4045574" y="1242603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65" name="pg64"/>
            <p:cNvSpPr/>
            <p:nvPr/>
          </p:nvSpPr>
          <p:spPr>
            <a:xfrm>
              <a:off x="4451377" y="1483598"/>
              <a:ext cx="933000" cy="259853"/>
            </a:xfrm>
            <a:custGeom>
              <a:avLst/>
              <a:pathLst>
                <a:path w="933000" h="259853">
                  <a:moveTo>
                    <a:pt x="41148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tx65"/>
            <p:cNvSpPr/>
            <p:nvPr/>
          </p:nvSpPr>
          <p:spPr>
            <a:xfrm>
              <a:off x="4469665" y="1529028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67" name="pg66"/>
            <p:cNvSpPr/>
            <p:nvPr/>
          </p:nvSpPr>
          <p:spPr>
            <a:xfrm>
              <a:off x="4875468" y="1671765"/>
              <a:ext cx="508909" cy="259853"/>
            </a:xfrm>
            <a:custGeom>
              <a:avLst/>
              <a:pathLst>
                <a:path w="508909" h="259853">
                  <a:moveTo>
                    <a:pt x="41147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7"/>
            <p:cNvSpPr/>
            <p:nvPr/>
          </p:nvSpPr>
          <p:spPr>
            <a:xfrm>
              <a:off x="4893756" y="1668975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69" name="pl68"/>
            <p:cNvSpPr/>
            <p:nvPr/>
          </p:nvSpPr>
          <p:spPr>
            <a:xfrm>
              <a:off x="3179104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3433558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5129922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1"/>
            <p:cNvSpPr/>
            <p:nvPr/>
          </p:nvSpPr>
          <p:spPr>
            <a:xfrm>
              <a:off x="2601367" y="21423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4049988" y="20969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4083955" y="165814"/>
              <a:ext cx="338633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Qld</a:t>
              </a:r>
            </a:p>
          </p:txBody>
        </p:sp>
        <p:sp>
          <p:nvSpPr>
            <p:cNvPr id="75" name="rc74"/>
            <p:cNvSpPr/>
            <p:nvPr/>
          </p:nvSpPr>
          <p:spPr>
            <a:xfrm>
              <a:off x="5552870" y="484970"/>
              <a:ext cx="2205273" cy="15604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5552870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6"/>
            <p:cNvSpPr/>
            <p:nvPr/>
          </p:nvSpPr>
          <p:spPr>
            <a:xfrm>
              <a:off x="5552870" y="1623028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5552870" y="1200680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5552870" y="778333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5658893" y="1000558"/>
              <a:ext cx="296863" cy="104481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6082984" y="1000558"/>
              <a:ext cx="296863" cy="24736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5955757" y="100055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6507075" y="1247918"/>
              <a:ext cx="296863" cy="31591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6379848" y="124791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6931166" y="1563830"/>
              <a:ext cx="296863" cy="1169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6803939" y="1563830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" name="tx86"/>
            <p:cNvSpPr/>
            <p:nvPr/>
          </p:nvSpPr>
          <p:spPr>
            <a:xfrm>
              <a:off x="5525973" y="1416354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$6180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5916371" y="1017626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-$1460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6340462" y="1299262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-$1870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6820823" y="1515674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-$692</a:t>
              </a:r>
            </a:p>
          </p:txBody>
        </p:sp>
        <p:sp>
          <p:nvSpPr>
            <p:cNvPr id="91" name="rc90"/>
            <p:cNvSpPr/>
            <p:nvPr/>
          </p:nvSpPr>
          <p:spPr>
            <a:xfrm>
              <a:off x="7355257" y="1680743"/>
              <a:ext cx="296863" cy="3646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tx91"/>
            <p:cNvSpPr/>
            <p:nvPr/>
          </p:nvSpPr>
          <p:spPr>
            <a:xfrm>
              <a:off x="7222337" y="1756447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$2160</a:t>
              </a:r>
            </a:p>
          </p:txBody>
        </p:sp>
        <p:sp>
          <p:nvSpPr>
            <p:cNvPr id="93" name="pl92"/>
            <p:cNvSpPr/>
            <p:nvPr/>
          </p:nvSpPr>
          <p:spPr>
            <a:xfrm>
              <a:off x="7228030" y="1680743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4" name="pg93"/>
            <p:cNvSpPr/>
            <p:nvPr/>
          </p:nvSpPr>
          <p:spPr>
            <a:xfrm>
              <a:off x="6401052" y="994311"/>
              <a:ext cx="1357091" cy="259853"/>
            </a:xfrm>
            <a:custGeom>
              <a:avLst/>
              <a:pathLst>
                <a:path w="1357091" h="259853">
                  <a:moveTo>
                    <a:pt x="41147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3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3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tx94"/>
            <p:cNvSpPr/>
            <p:nvPr/>
          </p:nvSpPr>
          <p:spPr>
            <a:xfrm>
              <a:off x="6419340" y="1036839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96" name="pg95"/>
            <p:cNvSpPr/>
            <p:nvPr/>
          </p:nvSpPr>
          <p:spPr>
            <a:xfrm>
              <a:off x="6825143" y="1275947"/>
              <a:ext cx="933000" cy="259853"/>
            </a:xfrm>
            <a:custGeom>
              <a:avLst/>
              <a:pathLst>
                <a:path w="933000" h="259853">
                  <a:moveTo>
                    <a:pt x="41148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tx96"/>
            <p:cNvSpPr/>
            <p:nvPr/>
          </p:nvSpPr>
          <p:spPr>
            <a:xfrm>
              <a:off x="6843431" y="1321377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98" name="pg97"/>
            <p:cNvSpPr/>
            <p:nvPr/>
          </p:nvSpPr>
          <p:spPr>
            <a:xfrm>
              <a:off x="7249234" y="1492359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tx98"/>
            <p:cNvSpPr/>
            <p:nvPr/>
          </p:nvSpPr>
          <p:spPr>
            <a:xfrm>
              <a:off x="7267522" y="1489569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00" name="pl99"/>
            <p:cNvSpPr/>
            <p:nvPr/>
          </p:nvSpPr>
          <p:spPr>
            <a:xfrm>
              <a:off x="5552870" y="2045375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5807325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7503689" y="2045375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2"/>
            <p:cNvSpPr/>
            <p:nvPr/>
          </p:nvSpPr>
          <p:spPr>
            <a:xfrm>
              <a:off x="4975134" y="2142391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6423755" y="2096961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485900" y="177819"/>
              <a:ext cx="282277" cy="1505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SA</a:t>
              </a:r>
            </a:p>
          </p:txBody>
        </p:sp>
        <p:sp>
          <p:nvSpPr>
            <p:cNvPr id="106" name="rc105"/>
            <p:cNvSpPr/>
            <p:nvPr/>
          </p:nvSpPr>
          <p:spPr>
            <a:xfrm>
              <a:off x="805337" y="3040106"/>
              <a:ext cx="2205273" cy="156040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6"/>
            <p:cNvSpPr/>
            <p:nvPr/>
          </p:nvSpPr>
          <p:spPr>
            <a:xfrm>
              <a:off x="805337" y="4600511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805337" y="4178164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805337" y="3755816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805337" y="3333469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  <a:lnTo>
                    <a:pt x="2205273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0"/>
            <p:cNvSpPr/>
            <p:nvPr/>
          </p:nvSpPr>
          <p:spPr>
            <a:xfrm>
              <a:off x="911360" y="3589742"/>
              <a:ext cx="296863" cy="101076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1"/>
            <p:cNvSpPr/>
            <p:nvPr/>
          </p:nvSpPr>
          <p:spPr>
            <a:xfrm>
              <a:off x="1335451" y="3589742"/>
              <a:ext cx="296863" cy="29273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208224" y="3589742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4" name="rc113"/>
            <p:cNvSpPr/>
            <p:nvPr/>
          </p:nvSpPr>
          <p:spPr>
            <a:xfrm>
              <a:off x="1759542" y="3882478"/>
              <a:ext cx="296863" cy="23725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1632315" y="3882478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2183633" y="4119731"/>
              <a:ext cx="296863" cy="16564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056406" y="4119731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8" name="tx117"/>
            <p:cNvSpPr/>
            <p:nvPr/>
          </p:nvSpPr>
          <p:spPr>
            <a:xfrm>
              <a:off x="778440" y="3988514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$5980</a:t>
              </a:r>
            </a:p>
          </p:txBody>
        </p:sp>
        <p:sp>
          <p:nvSpPr>
            <p:cNvPr id="119" name="tx118"/>
            <p:cNvSpPr/>
            <p:nvPr/>
          </p:nvSpPr>
          <p:spPr>
            <a:xfrm>
              <a:off x="1168838" y="3629498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-$1730</a:t>
              </a:r>
            </a:p>
          </p:txBody>
        </p:sp>
        <p:sp>
          <p:nvSpPr>
            <p:cNvPr id="120" name="tx119"/>
            <p:cNvSpPr/>
            <p:nvPr/>
          </p:nvSpPr>
          <p:spPr>
            <a:xfrm>
              <a:off x="1592929" y="3894492"/>
              <a:ext cx="63008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121" name="tx120"/>
            <p:cNvSpPr/>
            <p:nvPr/>
          </p:nvSpPr>
          <p:spPr>
            <a:xfrm>
              <a:off x="2073290" y="4095940"/>
              <a:ext cx="517549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-$980</a:t>
              </a:r>
            </a:p>
          </p:txBody>
        </p:sp>
        <p:sp>
          <p:nvSpPr>
            <p:cNvPr id="122" name="rc121"/>
            <p:cNvSpPr/>
            <p:nvPr/>
          </p:nvSpPr>
          <p:spPr>
            <a:xfrm>
              <a:off x="2607724" y="4285374"/>
              <a:ext cx="296863" cy="315137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tx122"/>
            <p:cNvSpPr/>
            <p:nvPr/>
          </p:nvSpPr>
          <p:spPr>
            <a:xfrm>
              <a:off x="2474804" y="4336330"/>
              <a:ext cx="562703" cy="1790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$1870</a:t>
              </a:r>
            </a:p>
          </p:txBody>
        </p:sp>
        <p:sp>
          <p:nvSpPr>
            <p:cNvPr id="124" name="pl123"/>
            <p:cNvSpPr/>
            <p:nvPr/>
          </p:nvSpPr>
          <p:spPr>
            <a:xfrm>
              <a:off x="2480497" y="4285374"/>
              <a:ext cx="127227" cy="0"/>
            </a:xfrm>
            <a:custGeom>
              <a:avLst/>
              <a:pathLst>
                <a:path w="127227" h="0">
                  <a:moveTo>
                    <a:pt x="0" y="0"/>
                  </a:moveTo>
                  <a:lnTo>
                    <a:pt x="1272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g124"/>
            <p:cNvSpPr/>
            <p:nvPr/>
          </p:nvSpPr>
          <p:spPr>
            <a:xfrm>
              <a:off x="1653519" y="3606183"/>
              <a:ext cx="1357091" cy="259853"/>
            </a:xfrm>
            <a:custGeom>
              <a:avLst/>
              <a:pathLst>
                <a:path w="1357091" h="259853">
                  <a:moveTo>
                    <a:pt x="41148" y="259853"/>
                  </a:moveTo>
                  <a:lnTo>
                    <a:pt x="1357091" y="259853"/>
                  </a:lnTo>
                  <a:lnTo>
                    <a:pt x="1357091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tx125"/>
            <p:cNvSpPr/>
            <p:nvPr/>
          </p:nvSpPr>
          <p:spPr>
            <a:xfrm>
              <a:off x="1671807" y="3648711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127" name="pg126"/>
            <p:cNvSpPr/>
            <p:nvPr/>
          </p:nvSpPr>
          <p:spPr>
            <a:xfrm>
              <a:off x="2077610" y="3871178"/>
              <a:ext cx="933000" cy="259853"/>
            </a:xfrm>
            <a:custGeom>
              <a:avLst/>
              <a:pathLst>
                <a:path w="933000" h="259853">
                  <a:moveTo>
                    <a:pt x="41147" y="259853"/>
                  </a:moveTo>
                  <a:lnTo>
                    <a:pt x="933000" y="259853"/>
                  </a:lnTo>
                  <a:lnTo>
                    <a:pt x="933000" y="0"/>
                  </a:lnTo>
                  <a:lnTo>
                    <a:pt x="41147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tx127"/>
            <p:cNvSpPr/>
            <p:nvPr/>
          </p:nvSpPr>
          <p:spPr>
            <a:xfrm>
              <a:off x="2095898" y="3916607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129" name="pg128"/>
            <p:cNvSpPr/>
            <p:nvPr/>
          </p:nvSpPr>
          <p:spPr>
            <a:xfrm>
              <a:off x="2501701" y="4072625"/>
              <a:ext cx="508909" cy="259853"/>
            </a:xfrm>
            <a:custGeom>
              <a:avLst/>
              <a:pathLst>
                <a:path w="508909" h="259853">
                  <a:moveTo>
                    <a:pt x="41148" y="259853"/>
                  </a:moveTo>
                  <a:lnTo>
                    <a:pt x="508909" y="259853"/>
                  </a:lnTo>
                  <a:lnTo>
                    <a:pt x="50890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tx129"/>
            <p:cNvSpPr/>
            <p:nvPr/>
          </p:nvSpPr>
          <p:spPr>
            <a:xfrm>
              <a:off x="2519989" y="4069835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448579" y="4480072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3657" y="4048906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$2,500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3657" y="3626559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$5,000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3657" y="320421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$7,500</a:t>
              </a:r>
            </a:p>
          </p:txBody>
        </p:sp>
        <p:sp>
          <p:nvSpPr>
            <p:cNvPr id="135" name="pl134"/>
            <p:cNvSpPr/>
            <p:nvPr/>
          </p:nvSpPr>
          <p:spPr>
            <a:xfrm>
              <a:off x="805337" y="4600511"/>
              <a:ext cx="2205273" cy="0"/>
            </a:xfrm>
            <a:custGeom>
              <a:avLst/>
              <a:pathLst>
                <a:path w="2205273" h="0">
                  <a:moveTo>
                    <a:pt x="0" y="0"/>
                  </a:moveTo>
                  <a:lnTo>
                    <a:pt x="2205273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059792" y="46005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2756156" y="4600511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7"/>
            <p:cNvSpPr/>
            <p:nvPr/>
          </p:nvSpPr>
          <p:spPr>
            <a:xfrm>
              <a:off x="227601" y="4697527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1676222" y="4652097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1354635" y="2735634"/>
              <a:ext cx="304998" cy="1478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6A737B">
                      <a:alpha val="100000"/>
                    </a:srgbClr>
                  </a:solidFill>
                  <a:latin typeface="Arial"/>
                  <a:cs typeface="Arial"/>
                </a:rPr>
                <a:t>Vic</a:t>
              </a:r>
            </a:p>
          </p:txBody>
        </p:sp>
      </p:grpSp>
      <p:sp>
        <p:nvSpPr>
          <p:cNvPr id="141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Households in every state can access large savings from electrification</a:t>
            </a:r>
          </a:p>
        </p:txBody>
      </p:sp>
      <p:sp>
        <p:nvSpPr>
          <p:cNvPr id="142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37</cp:revision>
  <dcterms:created xsi:type="dcterms:W3CDTF">2019-02-12T04:35:04Z</dcterms:created>
  <dcterms:modified xsi:type="dcterms:W3CDTF">2025-07-14T15:20:52Z</dcterms:modified>
</cp:coreProperties>
</file>