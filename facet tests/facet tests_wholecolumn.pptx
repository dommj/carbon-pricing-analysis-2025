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Melbourne/Energy/Analysis/analysis_cp_dj_2025/R/create_charts.qmd
Powerpoint file location: C:\Users\domijones\OneDrive - The University of Melbourne\Energy\Analysis\analysis_cp_dj_2025\facet tests\facet tests_wholecolumn.pptx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Annual household energy costs, by consumer type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828" y="91440"/>
              <a:ext cx="3118510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120339" y="91440"/>
              <a:ext cx="2373766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5494105" y="91440"/>
              <a:ext cx="2373766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828" y="4025376"/>
              <a:ext cx="3118510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805337" y="484970"/>
              <a:ext cx="22052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05337" y="34241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5337" y="2628634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5337" y="1833094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05337" y="1037553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911360" y="1803606"/>
              <a:ext cx="296863" cy="162056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335451" y="1803606"/>
              <a:ext cx="296863" cy="53204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208224" y="1803606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759542" y="2335652"/>
              <a:ext cx="296863" cy="42360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632315" y="2335652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2183633" y="2759261"/>
              <a:ext cx="296863" cy="2269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056406" y="2759261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778440" y="2507278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$5090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168838" y="1963017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-$1670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592929" y="2440844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-$1330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073290" y="2766115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-$713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2607724" y="2986194"/>
              <a:ext cx="296863" cy="43798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2474804" y="3098572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$1380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2480497" y="2986194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653519" y="1939702"/>
              <a:ext cx="1357091" cy="259853"/>
            </a:xfrm>
            <a:custGeom>
              <a:avLst/>
              <a:pathLst>
                <a:path w="1357091" h="259853">
                  <a:moveTo>
                    <a:pt x="41148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671807" y="1982230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2077610" y="2417530"/>
              <a:ext cx="933000" cy="259853"/>
            </a:xfrm>
            <a:custGeom>
              <a:avLst/>
              <a:pathLst>
                <a:path w="933000" h="259853">
                  <a:moveTo>
                    <a:pt x="41147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2095898" y="2462959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2501701" y="2742800"/>
              <a:ext cx="508909" cy="259853"/>
            </a:xfrm>
            <a:custGeom>
              <a:avLst/>
              <a:pathLst>
                <a:path w="508909" h="259853">
                  <a:moveTo>
                    <a:pt x="41148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2519989" y="2740010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579" y="3303736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3657" y="2499377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57" y="170383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657" y="90829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805337" y="34241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059792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756156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227601" y="35211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676222" y="34757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824211" y="177819"/>
              <a:ext cx="1365845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NSW and ACT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3179104" y="484970"/>
              <a:ext cx="22052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179104" y="34241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179104" y="2628634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3179104" y="1833094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3179104" y="1037553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285127" y="1815757"/>
              <a:ext cx="296863" cy="160841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709218" y="1815757"/>
              <a:ext cx="296863" cy="52185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3581990" y="1815757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4133309" y="2337617"/>
              <a:ext cx="296863" cy="54623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4006081" y="2337617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4557400" y="2883854"/>
              <a:ext cx="296863" cy="1626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4430172" y="2883854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5"/>
            <p:cNvSpPr/>
            <p:nvPr/>
          </p:nvSpPr>
          <p:spPr>
            <a:xfrm>
              <a:off x="3152206" y="2513354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$5050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3542604" y="1970075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-$1640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3966695" y="2504123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-$1720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4447057" y="2858558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-$511</a:t>
              </a:r>
            </a:p>
          </p:txBody>
        </p:sp>
        <p:sp>
          <p:nvSpPr>
            <p:cNvPr id="60" name="rc59"/>
            <p:cNvSpPr/>
            <p:nvPr/>
          </p:nvSpPr>
          <p:spPr>
            <a:xfrm>
              <a:off x="4981491" y="3046487"/>
              <a:ext cx="296863" cy="37768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4848570" y="3128719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$1190</a:t>
              </a:r>
            </a:p>
          </p:txBody>
        </p:sp>
        <p:sp>
          <p:nvSpPr>
            <p:cNvPr id="62" name="pl61"/>
            <p:cNvSpPr/>
            <p:nvPr/>
          </p:nvSpPr>
          <p:spPr>
            <a:xfrm>
              <a:off x="4854263" y="3046487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4027286" y="1946760"/>
              <a:ext cx="1357091" cy="259853"/>
            </a:xfrm>
            <a:custGeom>
              <a:avLst/>
              <a:pathLst>
                <a:path w="1357091" h="259853">
                  <a:moveTo>
                    <a:pt x="41148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4045574" y="1989288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65" name="pg64"/>
            <p:cNvSpPr/>
            <p:nvPr/>
          </p:nvSpPr>
          <p:spPr>
            <a:xfrm>
              <a:off x="4451377" y="2480808"/>
              <a:ext cx="933000" cy="259853"/>
            </a:xfrm>
            <a:custGeom>
              <a:avLst/>
              <a:pathLst>
                <a:path w="933000" h="259853">
                  <a:moveTo>
                    <a:pt x="41148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4469665" y="2526238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4875468" y="2835243"/>
              <a:ext cx="508909" cy="259853"/>
            </a:xfrm>
            <a:custGeom>
              <a:avLst/>
              <a:pathLst>
                <a:path w="508909" h="259853">
                  <a:moveTo>
                    <a:pt x="41147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4893756" y="2832453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69" name="pl68"/>
            <p:cNvSpPr/>
            <p:nvPr/>
          </p:nvSpPr>
          <p:spPr>
            <a:xfrm>
              <a:off x="3179104" y="34241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3433558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5129922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1"/>
            <p:cNvSpPr/>
            <p:nvPr/>
          </p:nvSpPr>
          <p:spPr>
            <a:xfrm>
              <a:off x="2601367" y="35211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4049988" y="34757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4083955" y="165814"/>
              <a:ext cx="338633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75" name="rc74"/>
            <p:cNvSpPr/>
            <p:nvPr/>
          </p:nvSpPr>
          <p:spPr>
            <a:xfrm>
              <a:off x="5552870" y="484970"/>
              <a:ext cx="22052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5552870" y="34241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5552870" y="2628634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5552870" y="1833094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5552870" y="1037553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5658893" y="1456139"/>
              <a:ext cx="296863" cy="196803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6082984" y="1456139"/>
              <a:ext cx="296863" cy="46593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5955757" y="1456139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6507075" y="1922072"/>
              <a:ext cx="296863" cy="5950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6379848" y="1922072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6931166" y="2517128"/>
              <a:ext cx="296863" cy="22022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6803939" y="2517128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" name="tx86"/>
            <p:cNvSpPr/>
            <p:nvPr/>
          </p:nvSpPr>
          <p:spPr>
            <a:xfrm>
              <a:off x="5525973" y="2333545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$6180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916371" y="1582493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-$1460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6340462" y="211298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-$1870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6820823" y="2520626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-$692</a:t>
              </a:r>
            </a:p>
          </p:txBody>
        </p:sp>
        <p:sp>
          <p:nvSpPr>
            <p:cNvPr id="91" name="rc90"/>
            <p:cNvSpPr/>
            <p:nvPr/>
          </p:nvSpPr>
          <p:spPr>
            <a:xfrm>
              <a:off x="7355257" y="2737348"/>
              <a:ext cx="296863" cy="68682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tx91"/>
            <p:cNvSpPr/>
            <p:nvPr/>
          </p:nvSpPr>
          <p:spPr>
            <a:xfrm>
              <a:off x="7222337" y="2974149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$2160</a:t>
              </a:r>
            </a:p>
          </p:txBody>
        </p:sp>
        <p:sp>
          <p:nvSpPr>
            <p:cNvPr id="93" name="pl92"/>
            <p:cNvSpPr/>
            <p:nvPr/>
          </p:nvSpPr>
          <p:spPr>
            <a:xfrm>
              <a:off x="7228030" y="2737348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6401052" y="1559179"/>
              <a:ext cx="1357091" cy="259853"/>
            </a:xfrm>
            <a:custGeom>
              <a:avLst/>
              <a:pathLst>
                <a:path w="1357091" h="259853">
                  <a:moveTo>
                    <a:pt x="41147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tx94"/>
            <p:cNvSpPr/>
            <p:nvPr/>
          </p:nvSpPr>
          <p:spPr>
            <a:xfrm>
              <a:off x="6419340" y="1601706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96" name="pg95"/>
            <p:cNvSpPr/>
            <p:nvPr/>
          </p:nvSpPr>
          <p:spPr>
            <a:xfrm>
              <a:off x="6825143" y="2089673"/>
              <a:ext cx="933000" cy="259853"/>
            </a:xfrm>
            <a:custGeom>
              <a:avLst/>
              <a:pathLst>
                <a:path w="933000" h="259853">
                  <a:moveTo>
                    <a:pt x="41148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>
              <a:off x="6843431" y="2135103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98" name="pg97"/>
            <p:cNvSpPr/>
            <p:nvPr/>
          </p:nvSpPr>
          <p:spPr>
            <a:xfrm>
              <a:off x="7249234" y="2497311"/>
              <a:ext cx="508909" cy="259853"/>
            </a:xfrm>
            <a:custGeom>
              <a:avLst/>
              <a:pathLst>
                <a:path w="508909" h="259853">
                  <a:moveTo>
                    <a:pt x="41148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tx98"/>
            <p:cNvSpPr/>
            <p:nvPr/>
          </p:nvSpPr>
          <p:spPr>
            <a:xfrm>
              <a:off x="7267522" y="2494521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00" name="pl99"/>
            <p:cNvSpPr/>
            <p:nvPr/>
          </p:nvSpPr>
          <p:spPr>
            <a:xfrm>
              <a:off x="5552870" y="34241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5807325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7503689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2"/>
            <p:cNvSpPr/>
            <p:nvPr/>
          </p:nvSpPr>
          <p:spPr>
            <a:xfrm>
              <a:off x="4975134" y="35211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6423755" y="34757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485900" y="177819"/>
              <a:ext cx="282277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106" name="rc105"/>
            <p:cNvSpPr/>
            <p:nvPr/>
          </p:nvSpPr>
          <p:spPr>
            <a:xfrm>
              <a:off x="805337" y="4418906"/>
              <a:ext cx="22052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805337" y="7358111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805337" y="6562570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805337" y="5767030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805337" y="4971489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911360" y="5454209"/>
              <a:ext cx="296863" cy="190390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1335451" y="5454209"/>
              <a:ext cx="296863" cy="5514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208224" y="5454209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1759542" y="6005613"/>
              <a:ext cx="296863" cy="44689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1632315" y="6005613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2183633" y="6452506"/>
              <a:ext cx="296863" cy="3120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2056406" y="6452506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>
              <a:off x="778440" y="6299547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$5980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1168838" y="562329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-$1730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1592929" y="6122447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-$1400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2073290" y="6501897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-$980</a:t>
              </a:r>
            </a:p>
          </p:txBody>
        </p:sp>
        <p:sp>
          <p:nvSpPr>
            <p:cNvPr id="122" name="rc121"/>
            <p:cNvSpPr/>
            <p:nvPr/>
          </p:nvSpPr>
          <p:spPr>
            <a:xfrm>
              <a:off x="2607724" y="6764513"/>
              <a:ext cx="296863" cy="59359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tx122"/>
            <p:cNvSpPr/>
            <p:nvPr/>
          </p:nvSpPr>
          <p:spPr>
            <a:xfrm>
              <a:off x="2474804" y="695470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$1870</a:t>
              </a:r>
            </a:p>
          </p:txBody>
        </p:sp>
        <p:sp>
          <p:nvSpPr>
            <p:cNvPr id="124" name="pl123"/>
            <p:cNvSpPr/>
            <p:nvPr/>
          </p:nvSpPr>
          <p:spPr>
            <a:xfrm>
              <a:off x="2480497" y="6764513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653519" y="5599984"/>
              <a:ext cx="1357091" cy="259853"/>
            </a:xfrm>
            <a:custGeom>
              <a:avLst/>
              <a:pathLst>
                <a:path w="1357091" h="259853">
                  <a:moveTo>
                    <a:pt x="41148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tx125"/>
            <p:cNvSpPr/>
            <p:nvPr/>
          </p:nvSpPr>
          <p:spPr>
            <a:xfrm>
              <a:off x="1671807" y="5642511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127" name="pg126"/>
            <p:cNvSpPr/>
            <p:nvPr/>
          </p:nvSpPr>
          <p:spPr>
            <a:xfrm>
              <a:off x="2077610" y="6099132"/>
              <a:ext cx="933000" cy="259853"/>
            </a:xfrm>
            <a:custGeom>
              <a:avLst/>
              <a:pathLst>
                <a:path w="933000" h="259853">
                  <a:moveTo>
                    <a:pt x="41147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7"/>
            <p:cNvSpPr/>
            <p:nvPr/>
          </p:nvSpPr>
          <p:spPr>
            <a:xfrm>
              <a:off x="2095898" y="6144562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129" name="pg128"/>
            <p:cNvSpPr/>
            <p:nvPr/>
          </p:nvSpPr>
          <p:spPr>
            <a:xfrm>
              <a:off x="2501701" y="6478582"/>
              <a:ext cx="508909" cy="259853"/>
            </a:xfrm>
            <a:custGeom>
              <a:avLst/>
              <a:pathLst>
                <a:path w="508909" h="259853">
                  <a:moveTo>
                    <a:pt x="41148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tx129"/>
            <p:cNvSpPr/>
            <p:nvPr/>
          </p:nvSpPr>
          <p:spPr>
            <a:xfrm>
              <a:off x="2519989" y="6475792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448579" y="7237672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3657" y="643331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3657" y="563777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3657" y="484223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135" name="pl134"/>
            <p:cNvSpPr/>
            <p:nvPr/>
          </p:nvSpPr>
          <p:spPr>
            <a:xfrm>
              <a:off x="805337" y="7358111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059792" y="735811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2756156" y="735811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7"/>
            <p:cNvSpPr/>
            <p:nvPr/>
          </p:nvSpPr>
          <p:spPr>
            <a:xfrm>
              <a:off x="227601" y="7455127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1676222" y="7409697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1354635" y="4114434"/>
              <a:ext cx="30499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</p:grpSp>
      <p:sp>
        <p:nvSpPr>
          <p:cNvPr id="141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Households in every state can access large savings from electrification</a:t>
            </a:r>
          </a:p>
        </p:txBody>
      </p:sp>
      <p:sp>
        <p:nvSpPr>
          <p:cNvPr id="142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2025-07-14T15:21:04Z</dcterms:modified>
</cp:coreProperties>
</file>