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Melbourne/Energy/Analysis/analysis_cp_dj_2025/R/create_charts.qmd
Powerpoint file location: C:\Users\domijones\OneDrive - The University of Melbourne\Energy\Analysis\analysis_cp_dj_2025\facet tests\facet tests_fullslide.pptx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Annual household energy costs, by consumer type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11784013" y="1808162"/>
              <a:ext cx="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373303" y="1899602"/>
              <a:ext cx="4263489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636793" y="1899602"/>
              <a:ext cx="3518745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8155539" y="1899602"/>
              <a:ext cx="3518745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73303" y="3987070"/>
              <a:ext cx="4263489" cy="208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176812" y="2293133"/>
              <a:ext cx="3350252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176812" y="3385869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176812" y="3090103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176812" y="2794338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176812" y="2498572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337882" y="2783375"/>
              <a:ext cx="450995" cy="60249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982161" y="2783375"/>
              <a:ext cx="450995" cy="1978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788878" y="2783375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2626441" y="2981179"/>
              <a:ext cx="450995" cy="15748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433157" y="2981179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270720" y="3138667"/>
              <a:ext cx="450995" cy="8436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077436" y="3138667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282028" y="297801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$5090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892614" y="2775665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-$1670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536894" y="2953311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-$1330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237443" y="3074240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-$713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3914999" y="3223037"/>
              <a:ext cx="450995" cy="16283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3859145" y="319784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$1380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3721716" y="3223037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2465371" y="2752350"/>
              <a:ext cx="1668570" cy="259853"/>
            </a:xfrm>
            <a:custGeom>
              <a:avLst/>
              <a:pathLst>
                <a:path w="1668570" h="259853">
                  <a:moveTo>
                    <a:pt x="41148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2483659" y="2794878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3109650" y="2929996"/>
              <a:ext cx="1211035" cy="259853"/>
            </a:xfrm>
            <a:custGeom>
              <a:avLst/>
              <a:pathLst>
                <a:path w="1211035" h="259853">
                  <a:moveTo>
                    <a:pt x="41148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8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3127938" y="2975426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3753930" y="3050925"/>
              <a:ext cx="773135" cy="259853"/>
            </a:xfrm>
            <a:custGeom>
              <a:avLst/>
              <a:pathLst>
                <a:path w="773135" h="259853">
                  <a:moveTo>
                    <a:pt x="41148" y="259853"/>
                  </a:moveTo>
                  <a:lnTo>
                    <a:pt x="773135" y="259853"/>
                  </a:lnTo>
                  <a:lnTo>
                    <a:pt x="773135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3772218" y="3048135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820054" y="3265430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375132" y="296084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5132" y="2665081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75132" y="2369315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1176812" y="3385869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563380" y="338586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140497" y="338586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731189" y="3482885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060563" y="3437455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768176" y="1985982"/>
              <a:ext cx="1365845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NSW and ACT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4695558" y="2293133"/>
              <a:ext cx="3350252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695558" y="3385869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4695558" y="3090103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695558" y="2794338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4695558" y="2498572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4856628" y="2787892"/>
              <a:ext cx="450995" cy="59797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5500907" y="2787892"/>
              <a:ext cx="450995" cy="19401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307624" y="2787892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6145187" y="2981909"/>
              <a:ext cx="450995" cy="20307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5951903" y="2981909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6789466" y="3184989"/>
              <a:ext cx="450995" cy="6046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6596182" y="3184989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5"/>
            <p:cNvSpPr/>
            <p:nvPr/>
          </p:nvSpPr>
          <p:spPr>
            <a:xfrm>
              <a:off x="4800774" y="2980268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$5050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5411360" y="277828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-$1640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055639" y="2976837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-$1720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756189" y="3108608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-$511</a:t>
              </a:r>
            </a:p>
          </p:txBody>
        </p:sp>
        <p:sp>
          <p:nvSpPr>
            <p:cNvPr id="60" name="rc59"/>
            <p:cNvSpPr/>
            <p:nvPr/>
          </p:nvSpPr>
          <p:spPr>
            <a:xfrm>
              <a:off x="7433745" y="3245452"/>
              <a:ext cx="450995" cy="14041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7377891" y="3209048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$1190</a:t>
              </a:r>
            </a:p>
          </p:txBody>
        </p:sp>
        <p:sp>
          <p:nvSpPr>
            <p:cNvPr id="62" name="pl61"/>
            <p:cNvSpPr/>
            <p:nvPr/>
          </p:nvSpPr>
          <p:spPr>
            <a:xfrm>
              <a:off x="7240462" y="3245452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5984117" y="2754974"/>
              <a:ext cx="1668570" cy="259853"/>
            </a:xfrm>
            <a:custGeom>
              <a:avLst/>
              <a:pathLst>
                <a:path w="1668570" h="259853">
                  <a:moveTo>
                    <a:pt x="41147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6002405" y="2797501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65" name="pg64"/>
            <p:cNvSpPr/>
            <p:nvPr/>
          </p:nvSpPr>
          <p:spPr>
            <a:xfrm>
              <a:off x="6628396" y="2953522"/>
              <a:ext cx="1211035" cy="259853"/>
            </a:xfrm>
            <a:custGeom>
              <a:avLst/>
              <a:pathLst>
                <a:path w="1211035" h="259853">
                  <a:moveTo>
                    <a:pt x="41148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7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6646684" y="2998952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7272675" y="3085294"/>
              <a:ext cx="773135" cy="259853"/>
            </a:xfrm>
            <a:custGeom>
              <a:avLst/>
              <a:pathLst>
                <a:path w="773135" h="259853">
                  <a:moveTo>
                    <a:pt x="41148" y="259853"/>
                  </a:moveTo>
                  <a:lnTo>
                    <a:pt x="773135" y="259853"/>
                  </a:lnTo>
                  <a:lnTo>
                    <a:pt x="773135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7290963" y="3082503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69" name="pl68"/>
            <p:cNvSpPr/>
            <p:nvPr/>
          </p:nvSpPr>
          <p:spPr>
            <a:xfrm>
              <a:off x="4695558" y="3385869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5082126" y="338586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659243" y="338586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1"/>
            <p:cNvSpPr/>
            <p:nvPr/>
          </p:nvSpPr>
          <p:spPr>
            <a:xfrm>
              <a:off x="4249935" y="3482885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6579309" y="3437455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6172899" y="1973977"/>
              <a:ext cx="338633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75" name="rc74"/>
            <p:cNvSpPr/>
            <p:nvPr/>
          </p:nvSpPr>
          <p:spPr>
            <a:xfrm>
              <a:off x="8214304" y="2293133"/>
              <a:ext cx="3350252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8214304" y="3385869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8214304" y="3090103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8214304" y="2794338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8214304" y="2498572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8375374" y="2654194"/>
              <a:ext cx="450995" cy="73167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9019653" y="2654194"/>
              <a:ext cx="450995" cy="17322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8826369" y="2654194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9663932" y="2827418"/>
              <a:ext cx="450995" cy="2212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9470649" y="2827418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10308212" y="3048648"/>
              <a:ext cx="450995" cy="8187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0114928" y="3048648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" name="tx86"/>
            <p:cNvSpPr/>
            <p:nvPr/>
          </p:nvSpPr>
          <p:spPr>
            <a:xfrm>
              <a:off x="8319520" y="2913419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$6180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8930106" y="2634194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-$1460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9574385" y="2831420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-$1870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10274935" y="2982972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-$692</a:t>
              </a:r>
            </a:p>
          </p:txBody>
        </p:sp>
        <p:sp>
          <p:nvSpPr>
            <p:cNvPr id="91" name="rc90"/>
            <p:cNvSpPr/>
            <p:nvPr/>
          </p:nvSpPr>
          <p:spPr>
            <a:xfrm>
              <a:off x="10952491" y="3130521"/>
              <a:ext cx="450995" cy="25534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tx91"/>
            <p:cNvSpPr/>
            <p:nvPr/>
          </p:nvSpPr>
          <p:spPr>
            <a:xfrm>
              <a:off x="10896637" y="3151583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$2160</a:t>
              </a:r>
            </a:p>
          </p:txBody>
        </p:sp>
        <p:sp>
          <p:nvSpPr>
            <p:cNvPr id="93" name="pl92"/>
            <p:cNvSpPr/>
            <p:nvPr/>
          </p:nvSpPr>
          <p:spPr>
            <a:xfrm>
              <a:off x="10759207" y="3130521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9502863" y="2610879"/>
              <a:ext cx="1668570" cy="259853"/>
            </a:xfrm>
            <a:custGeom>
              <a:avLst/>
              <a:pathLst>
                <a:path w="1668570" h="259853">
                  <a:moveTo>
                    <a:pt x="41148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tx94"/>
            <p:cNvSpPr/>
            <p:nvPr/>
          </p:nvSpPr>
          <p:spPr>
            <a:xfrm>
              <a:off x="9521151" y="2653407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96" name="pg95"/>
            <p:cNvSpPr/>
            <p:nvPr/>
          </p:nvSpPr>
          <p:spPr>
            <a:xfrm>
              <a:off x="10147142" y="2808106"/>
              <a:ext cx="1211035" cy="259853"/>
            </a:xfrm>
            <a:custGeom>
              <a:avLst/>
              <a:pathLst>
                <a:path w="1211035" h="259853">
                  <a:moveTo>
                    <a:pt x="41148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7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>
              <a:off x="10165430" y="2853536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98" name="pg97"/>
            <p:cNvSpPr/>
            <p:nvPr/>
          </p:nvSpPr>
          <p:spPr>
            <a:xfrm>
              <a:off x="10791421" y="2959657"/>
              <a:ext cx="773135" cy="259853"/>
            </a:xfrm>
            <a:custGeom>
              <a:avLst/>
              <a:pathLst>
                <a:path w="773135" h="259853">
                  <a:moveTo>
                    <a:pt x="41148" y="259853"/>
                  </a:moveTo>
                  <a:lnTo>
                    <a:pt x="773135" y="259853"/>
                  </a:lnTo>
                  <a:lnTo>
                    <a:pt x="773135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tx98"/>
            <p:cNvSpPr/>
            <p:nvPr/>
          </p:nvSpPr>
          <p:spPr>
            <a:xfrm>
              <a:off x="10809709" y="2956867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00" name="pl99"/>
            <p:cNvSpPr/>
            <p:nvPr/>
          </p:nvSpPr>
          <p:spPr>
            <a:xfrm>
              <a:off x="8214304" y="3385869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8600872" y="338586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1177989" y="338586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2"/>
            <p:cNvSpPr/>
            <p:nvPr/>
          </p:nvSpPr>
          <p:spPr>
            <a:xfrm>
              <a:off x="7768680" y="3482885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10098055" y="3437455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9719823" y="1985982"/>
              <a:ext cx="282277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106" name="rc105"/>
            <p:cNvSpPr/>
            <p:nvPr/>
          </p:nvSpPr>
          <p:spPr>
            <a:xfrm>
              <a:off x="1176812" y="4380600"/>
              <a:ext cx="3350252" cy="1092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176812" y="5473336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176812" y="5177570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176812" y="4881805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176812" y="4586039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  <a:lnTo>
                    <a:pt x="33502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1337882" y="4765504"/>
              <a:ext cx="450995" cy="70783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1982161" y="4765504"/>
              <a:ext cx="450995" cy="20500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788878" y="4765504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2626441" y="4970505"/>
              <a:ext cx="450995" cy="16614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2433157" y="4970505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3270720" y="5136651"/>
              <a:ext cx="450995" cy="11599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077436" y="5136651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>
              <a:off x="1282028" y="5012808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$5980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1892614" y="4761392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-$1730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2536894" y="4946965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-$1400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3237443" y="5088037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-$980</a:t>
              </a:r>
            </a:p>
          </p:txBody>
        </p:sp>
        <p:sp>
          <p:nvSpPr>
            <p:cNvPr id="122" name="rc121"/>
            <p:cNvSpPr/>
            <p:nvPr/>
          </p:nvSpPr>
          <p:spPr>
            <a:xfrm>
              <a:off x="3914999" y="5252649"/>
              <a:ext cx="450995" cy="22068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tx122"/>
            <p:cNvSpPr/>
            <p:nvPr/>
          </p:nvSpPr>
          <p:spPr>
            <a:xfrm>
              <a:off x="3859145" y="525638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$1870</a:t>
              </a:r>
            </a:p>
          </p:txBody>
        </p:sp>
        <p:sp>
          <p:nvSpPr>
            <p:cNvPr id="124" name="pl123"/>
            <p:cNvSpPr/>
            <p:nvPr/>
          </p:nvSpPr>
          <p:spPr>
            <a:xfrm>
              <a:off x="3721716" y="5252649"/>
              <a:ext cx="193283" cy="0"/>
            </a:xfrm>
            <a:custGeom>
              <a:avLst/>
              <a:pathLst>
                <a:path w="193283" h="0">
                  <a:moveTo>
                    <a:pt x="0" y="0"/>
                  </a:moveTo>
                  <a:lnTo>
                    <a:pt x="193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2465371" y="4738078"/>
              <a:ext cx="1668570" cy="259853"/>
            </a:xfrm>
            <a:custGeom>
              <a:avLst/>
              <a:pathLst>
                <a:path w="1668570" h="259853">
                  <a:moveTo>
                    <a:pt x="41148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tx125"/>
            <p:cNvSpPr/>
            <p:nvPr/>
          </p:nvSpPr>
          <p:spPr>
            <a:xfrm>
              <a:off x="2483659" y="4780605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127" name="pg126"/>
            <p:cNvSpPr/>
            <p:nvPr/>
          </p:nvSpPr>
          <p:spPr>
            <a:xfrm>
              <a:off x="3109650" y="4923651"/>
              <a:ext cx="1211035" cy="259853"/>
            </a:xfrm>
            <a:custGeom>
              <a:avLst/>
              <a:pathLst>
                <a:path w="1211035" h="259853">
                  <a:moveTo>
                    <a:pt x="41148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7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7"/>
            <p:cNvSpPr/>
            <p:nvPr/>
          </p:nvSpPr>
          <p:spPr>
            <a:xfrm>
              <a:off x="3127938" y="4969081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129" name="pg128"/>
            <p:cNvSpPr/>
            <p:nvPr/>
          </p:nvSpPr>
          <p:spPr>
            <a:xfrm>
              <a:off x="3753930" y="5064723"/>
              <a:ext cx="773135" cy="259853"/>
            </a:xfrm>
            <a:custGeom>
              <a:avLst/>
              <a:pathLst>
                <a:path w="773135" h="259853">
                  <a:moveTo>
                    <a:pt x="41148" y="259853"/>
                  </a:moveTo>
                  <a:lnTo>
                    <a:pt x="773135" y="259853"/>
                  </a:lnTo>
                  <a:lnTo>
                    <a:pt x="773135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tx129"/>
            <p:cNvSpPr/>
            <p:nvPr/>
          </p:nvSpPr>
          <p:spPr>
            <a:xfrm>
              <a:off x="3772218" y="5061932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820054" y="5352897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375132" y="504831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375132" y="4752548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375132" y="445678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135" name="pl134"/>
            <p:cNvSpPr/>
            <p:nvPr/>
          </p:nvSpPr>
          <p:spPr>
            <a:xfrm>
              <a:off x="1176812" y="5473336"/>
              <a:ext cx="3350252" cy="0"/>
            </a:xfrm>
            <a:custGeom>
              <a:avLst/>
              <a:pathLst>
                <a:path w="3350252" h="0">
                  <a:moveTo>
                    <a:pt x="0" y="0"/>
                  </a:moveTo>
                  <a:lnTo>
                    <a:pt x="335025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563380" y="547333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4140497" y="5473336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7"/>
            <p:cNvSpPr/>
            <p:nvPr/>
          </p:nvSpPr>
          <p:spPr>
            <a:xfrm>
              <a:off x="731189" y="5570352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3060563" y="5524922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2298599" y="4076128"/>
              <a:ext cx="30499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</p:grpSp>
      <p:sp>
        <p:nvSpPr>
          <p:cNvPr id="141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Households in every state can access large savings from electrification</a:t>
            </a:r>
          </a:p>
        </p:txBody>
      </p:sp>
      <p:sp>
        <p:nvSpPr>
          <p:cNvPr id="142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271</cp:revision>
  <dcterms:created xsi:type="dcterms:W3CDTF">2022-05-20T01:54:03Z</dcterms:created>
  <dcterms:modified xsi:type="dcterms:W3CDTF">2025-07-14T15:21:42Z</dcterms:modified>
</cp:coreProperties>
</file>