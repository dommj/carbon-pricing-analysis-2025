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15955963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46" d="100"/>
          <a:sy n="46" d="100"/>
        </p:scale>
        <p:origin x="325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Melbourne/Energy/Analysis/analysis_cp_dj_2025/R/create_charts.qmd
Powerpoint file location: C:\Users\domijones\OneDrive - The University of Melbourne\Energy\Analysis\analysis_cp_dj_2025\facet tests\facet tests_fullpage.pptx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96" y="1305527"/>
            <a:ext cx="11966972" cy="2777243"/>
          </a:xfrm>
        </p:spPr>
        <p:txBody>
          <a:bodyPr anchor="b"/>
          <a:lstStyle>
            <a:lvl1pPr algn="ctr"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496" y="4189871"/>
            <a:ext cx="11966972" cy="1925973"/>
          </a:xfrm>
        </p:spPr>
        <p:txBody>
          <a:bodyPr/>
          <a:lstStyle>
            <a:lvl1pPr marL="0" indent="0" algn="ctr">
              <a:buNone/>
              <a:defRPr sz="2792"/>
            </a:lvl1pPr>
            <a:lvl2pPr marL="531815" indent="0" algn="ctr">
              <a:buNone/>
              <a:defRPr sz="2326"/>
            </a:lvl2pPr>
            <a:lvl3pPr marL="1063630" indent="0" algn="ctr">
              <a:buNone/>
              <a:defRPr sz="2094"/>
            </a:lvl3pPr>
            <a:lvl4pPr marL="1595445" indent="0" algn="ctr">
              <a:buNone/>
              <a:defRPr sz="1861"/>
            </a:lvl4pPr>
            <a:lvl5pPr marL="2127260" indent="0" algn="ctr">
              <a:buNone/>
              <a:defRPr sz="1861"/>
            </a:lvl5pPr>
            <a:lvl6pPr marL="2659075" indent="0" algn="ctr">
              <a:buNone/>
              <a:defRPr sz="1861"/>
            </a:lvl6pPr>
            <a:lvl7pPr marL="3190890" indent="0" algn="ctr">
              <a:buNone/>
              <a:defRPr sz="1861"/>
            </a:lvl7pPr>
            <a:lvl8pPr marL="3722705" indent="0" algn="ctr">
              <a:buNone/>
              <a:defRPr sz="1861"/>
            </a:lvl8pPr>
            <a:lvl9pPr marL="4254520" indent="0" algn="ctr">
              <a:buNone/>
              <a:defRPr sz="186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62" y="1988758"/>
            <a:ext cx="13762018" cy="3318288"/>
          </a:xfrm>
        </p:spPr>
        <p:txBody>
          <a:bodyPr anchor="b"/>
          <a:lstStyle>
            <a:lvl1pPr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62" y="5338439"/>
            <a:ext cx="13762018" cy="1745009"/>
          </a:xfrm>
        </p:spPr>
        <p:txBody>
          <a:bodyPr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531815" indent="0">
              <a:buNone/>
              <a:defRPr sz="2326">
                <a:solidFill>
                  <a:schemeClr val="tx1">
                    <a:tint val="75000"/>
                  </a:schemeClr>
                </a:solidFill>
              </a:defRPr>
            </a:lvl2pPr>
            <a:lvl3pPr marL="1063630" indent="0">
              <a:buNone/>
              <a:defRPr sz="2094">
                <a:solidFill>
                  <a:schemeClr val="tx1">
                    <a:tint val="75000"/>
                  </a:schemeClr>
                </a:solidFill>
              </a:defRPr>
            </a:lvl3pPr>
            <a:lvl4pPr marL="159544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4pPr>
            <a:lvl5pPr marL="212726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5pPr>
            <a:lvl6pPr marL="265907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6pPr>
            <a:lvl7pPr marL="319089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7pPr>
            <a:lvl8pPr marL="372270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8pPr>
            <a:lvl9pPr marL="425452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15955200" cy="797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D38CE8C8-8AEA-56B1-3B41-9467B20BE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55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9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7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73" y="424712"/>
            <a:ext cx="13762018" cy="1541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3" y="2123557"/>
            <a:ext cx="13762018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72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5413" y="7393672"/>
            <a:ext cx="5385138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8899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106363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5908" indent="-265908" algn="l" defTabSz="106363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772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2953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6135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39316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2498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45679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98861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52042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3181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106363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44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4pPr>
      <a:lvl5pPr marL="212726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5pPr>
      <a:lvl6pPr marL="265907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19089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72270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25452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729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902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/>
          <a:p>
            <a:r>
              <a:rPr/>
              <a:t>Annual household energy costs, by consumer type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15955200" cy="7977600"/>
            <a:chOff x="0" y="0"/>
            <a:chExt cx="159552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15955199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828" y="91440"/>
              <a:ext cx="5777710" cy="39339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5779539" y="91440"/>
              <a:ext cx="5032966" cy="39339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10812505" y="91440"/>
              <a:ext cx="5032966" cy="39339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828" y="4025376"/>
              <a:ext cx="5777710" cy="39339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805337" y="484970"/>
              <a:ext cx="4864473" cy="29392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05337" y="3424175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5337" y="2628634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5337" y="1833094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805337" y="1037553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039206" y="1803606"/>
              <a:ext cx="654832" cy="162056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974682" y="1803606"/>
              <a:ext cx="654832" cy="53204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694039" y="1803606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2910157" y="2335652"/>
              <a:ext cx="654832" cy="42360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629515" y="2335652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845633" y="2759261"/>
              <a:ext cx="654832" cy="22693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564990" y="2759261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1085271" y="2507278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$5090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987053" y="1963017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-$1670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922529" y="2440844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-$1330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914275" y="2766115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-$713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4781109" y="2986194"/>
              <a:ext cx="654832" cy="43798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4827173" y="3098572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$1380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4500466" y="2986194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2676289" y="1939702"/>
              <a:ext cx="1668570" cy="259853"/>
            </a:xfrm>
            <a:custGeom>
              <a:avLst/>
              <a:pathLst>
                <a:path w="1668570" h="259853">
                  <a:moveTo>
                    <a:pt x="41147" y="259853"/>
                  </a:moveTo>
                  <a:lnTo>
                    <a:pt x="1627422" y="259853"/>
                  </a:lnTo>
                  <a:lnTo>
                    <a:pt x="1625765" y="259820"/>
                  </a:lnTo>
                  <a:lnTo>
                    <a:pt x="1632381" y="259553"/>
                  </a:lnTo>
                  <a:lnTo>
                    <a:pt x="1638870" y="258229"/>
                  </a:lnTo>
                  <a:lnTo>
                    <a:pt x="1645061" y="255881"/>
                  </a:lnTo>
                  <a:lnTo>
                    <a:pt x="1650796" y="252570"/>
                  </a:lnTo>
                  <a:lnTo>
                    <a:pt x="1655926" y="248381"/>
                  </a:lnTo>
                  <a:lnTo>
                    <a:pt x="1660317" y="243425"/>
                  </a:lnTo>
                  <a:lnTo>
                    <a:pt x="1663856" y="237828"/>
                  </a:lnTo>
                  <a:lnTo>
                    <a:pt x="1666452" y="231736"/>
                  </a:lnTo>
                  <a:lnTo>
                    <a:pt x="1668037" y="225306"/>
                  </a:lnTo>
                  <a:lnTo>
                    <a:pt x="1668570" y="218705"/>
                  </a:lnTo>
                  <a:lnTo>
                    <a:pt x="1668570" y="41148"/>
                  </a:lnTo>
                  <a:lnTo>
                    <a:pt x="1668037" y="34547"/>
                  </a:lnTo>
                  <a:lnTo>
                    <a:pt x="1666452" y="28117"/>
                  </a:lnTo>
                  <a:lnTo>
                    <a:pt x="1663856" y="22025"/>
                  </a:lnTo>
                  <a:lnTo>
                    <a:pt x="1660317" y="16428"/>
                  </a:lnTo>
                  <a:lnTo>
                    <a:pt x="1655926" y="11471"/>
                  </a:lnTo>
                  <a:lnTo>
                    <a:pt x="1650796" y="7283"/>
                  </a:lnTo>
                  <a:lnTo>
                    <a:pt x="1645061" y="3972"/>
                  </a:lnTo>
                  <a:lnTo>
                    <a:pt x="1638870" y="1624"/>
                  </a:lnTo>
                  <a:lnTo>
                    <a:pt x="1632381" y="300"/>
                  </a:lnTo>
                  <a:lnTo>
                    <a:pt x="1627422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2694577" y="1982230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3611764" y="2417530"/>
              <a:ext cx="1211035" cy="259853"/>
            </a:xfrm>
            <a:custGeom>
              <a:avLst/>
              <a:pathLst>
                <a:path w="1211035" h="259853">
                  <a:moveTo>
                    <a:pt x="41147" y="259853"/>
                  </a:moveTo>
                  <a:lnTo>
                    <a:pt x="1169887" y="259853"/>
                  </a:lnTo>
                  <a:lnTo>
                    <a:pt x="1168230" y="259820"/>
                  </a:lnTo>
                  <a:lnTo>
                    <a:pt x="1174847" y="259553"/>
                  </a:lnTo>
                  <a:lnTo>
                    <a:pt x="1181335" y="258229"/>
                  </a:lnTo>
                  <a:lnTo>
                    <a:pt x="1187527" y="255881"/>
                  </a:lnTo>
                  <a:lnTo>
                    <a:pt x="1193262" y="252570"/>
                  </a:lnTo>
                  <a:lnTo>
                    <a:pt x="1198391" y="248381"/>
                  </a:lnTo>
                  <a:lnTo>
                    <a:pt x="1202782" y="243425"/>
                  </a:lnTo>
                  <a:lnTo>
                    <a:pt x="1206322" y="237828"/>
                  </a:lnTo>
                  <a:lnTo>
                    <a:pt x="1208917" y="231736"/>
                  </a:lnTo>
                  <a:lnTo>
                    <a:pt x="1210502" y="225306"/>
                  </a:lnTo>
                  <a:lnTo>
                    <a:pt x="1211035" y="218705"/>
                  </a:lnTo>
                  <a:lnTo>
                    <a:pt x="1211035" y="41148"/>
                  </a:lnTo>
                  <a:lnTo>
                    <a:pt x="1210502" y="34547"/>
                  </a:lnTo>
                  <a:lnTo>
                    <a:pt x="1208917" y="28117"/>
                  </a:lnTo>
                  <a:lnTo>
                    <a:pt x="1206322" y="22025"/>
                  </a:lnTo>
                  <a:lnTo>
                    <a:pt x="1202782" y="16428"/>
                  </a:lnTo>
                  <a:lnTo>
                    <a:pt x="1198391" y="11471"/>
                  </a:lnTo>
                  <a:lnTo>
                    <a:pt x="1193262" y="7283"/>
                  </a:lnTo>
                  <a:lnTo>
                    <a:pt x="1187527" y="3972"/>
                  </a:lnTo>
                  <a:lnTo>
                    <a:pt x="1181335" y="1624"/>
                  </a:lnTo>
                  <a:lnTo>
                    <a:pt x="1174847" y="300"/>
                  </a:lnTo>
                  <a:lnTo>
                    <a:pt x="1169887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3630052" y="2462959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4547240" y="2742800"/>
              <a:ext cx="1122570" cy="259853"/>
            </a:xfrm>
            <a:custGeom>
              <a:avLst/>
              <a:pathLst>
                <a:path w="1122570" h="259853">
                  <a:moveTo>
                    <a:pt x="41148" y="259853"/>
                  </a:moveTo>
                  <a:lnTo>
                    <a:pt x="1122570" y="259853"/>
                  </a:lnTo>
                  <a:lnTo>
                    <a:pt x="112257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4565528" y="2740010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8579" y="3303736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3657" y="2499377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57" y="1703836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657" y="908296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805337" y="3424175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366623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5108525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534432" y="3521191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028591" y="3475761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2153811" y="177819"/>
              <a:ext cx="1365845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NSW and ACT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5838304" y="484970"/>
              <a:ext cx="4864473" cy="29392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838304" y="3424175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838304" y="2628634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838304" y="1833094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838304" y="1037553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6072173" y="1815757"/>
              <a:ext cx="654832" cy="160841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7007648" y="1815757"/>
              <a:ext cx="654832" cy="52185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6727006" y="1815757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7943124" y="2337617"/>
              <a:ext cx="654832" cy="54623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7662481" y="2337617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8878600" y="2883854"/>
              <a:ext cx="654832" cy="16263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8597957" y="2883854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tx55"/>
            <p:cNvSpPr/>
            <p:nvPr/>
          </p:nvSpPr>
          <p:spPr>
            <a:xfrm>
              <a:off x="6118237" y="2513354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$5050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7020020" y="1970075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-$1640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7955495" y="2504123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-$1720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8947241" y="2858558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-$511</a:t>
              </a:r>
            </a:p>
          </p:txBody>
        </p:sp>
        <p:sp>
          <p:nvSpPr>
            <p:cNvPr id="60" name="rc59"/>
            <p:cNvSpPr/>
            <p:nvPr/>
          </p:nvSpPr>
          <p:spPr>
            <a:xfrm>
              <a:off x="9814075" y="3046487"/>
              <a:ext cx="654832" cy="37768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9860140" y="3128719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$1190</a:t>
              </a:r>
            </a:p>
          </p:txBody>
        </p:sp>
        <p:sp>
          <p:nvSpPr>
            <p:cNvPr id="62" name="pl61"/>
            <p:cNvSpPr/>
            <p:nvPr/>
          </p:nvSpPr>
          <p:spPr>
            <a:xfrm>
              <a:off x="9533432" y="3046487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7709255" y="1946760"/>
              <a:ext cx="1668570" cy="259853"/>
            </a:xfrm>
            <a:custGeom>
              <a:avLst/>
              <a:pathLst>
                <a:path w="1668570" h="259853">
                  <a:moveTo>
                    <a:pt x="41148" y="259853"/>
                  </a:moveTo>
                  <a:lnTo>
                    <a:pt x="1627422" y="259853"/>
                  </a:lnTo>
                  <a:lnTo>
                    <a:pt x="1625765" y="259820"/>
                  </a:lnTo>
                  <a:lnTo>
                    <a:pt x="1632381" y="259553"/>
                  </a:lnTo>
                  <a:lnTo>
                    <a:pt x="1638870" y="258229"/>
                  </a:lnTo>
                  <a:lnTo>
                    <a:pt x="1645061" y="255881"/>
                  </a:lnTo>
                  <a:lnTo>
                    <a:pt x="1650796" y="252570"/>
                  </a:lnTo>
                  <a:lnTo>
                    <a:pt x="1655926" y="248381"/>
                  </a:lnTo>
                  <a:lnTo>
                    <a:pt x="1660317" y="243425"/>
                  </a:lnTo>
                  <a:lnTo>
                    <a:pt x="1663856" y="237828"/>
                  </a:lnTo>
                  <a:lnTo>
                    <a:pt x="1666452" y="231736"/>
                  </a:lnTo>
                  <a:lnTo>
                    <a:pt x="1668037" y="225306"/>
                  </a:lnTo>
                  <a:lnTo>
                    <a:pt x="1668570" y="218705"/>
                  </a:lnTo>
                  <a:lnTo>
                    <a:pt x="1668570" y="41148"/>
                  </a:lnTo>
                  <a:lnTo>
                    <a:pt x="1668037" y="34547"/>
                  </a:lnTo>
                  <a:lnTo>
                    <a:pt x="1666452" y="28117"/>
                  </a:lnTo>
                  <a:lnTo>
                    <a:pt x="1663856" y="22025"/>
                  </a:lnTo>
                  <a:lnTo>
                    <a:pt x="1660317" y="16428"/>
                  </a:lnTo>
                  <a:lnTo>
                    <a:pt x="1655926" y="11471"/>
                  </a:lnTo>
                  <a:lnTo>
                    <a:pt x="1650796" y="7283"/>
                  </a:lnTo>
                  <a:lnTo>
                    <a:pt x="1645061" y="3972"/>
                  </a:lnTo>
                  <a:lnTo>
                    <a:pt x="1638870" y="1624"/>
                  </a:lnTo>
                  <a:lnTo>
                    <a:pt x="1632381" y="300"/>
                  </a:lnTo>
                  <a:lnTo>
                    <a:pt x="16274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>
              <a:off x="7727543" y="1989288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65" name="pg64"/>
            <p:cNvSpPr/>
            <p:nvPr/>
          </p:nvSpPr>
          <p:spPr>
            <a:xfrm>
              <a:off x="8644731" y="2480808"/>
              <a:ext cx="1211035" cy="259853"/>
            </a:xfrm>
            <a:custGeom>
              <a:avLst/>
              <a:pathLst>
                <a:path w="1211035" h="259853">
                  <a:moveTo>
                    <a:pt x="41148" y="259853"/>
                  </a:moveTo>
                  <a:lnTo>
                    <a:pt x="1169887" y="259853"/>
                  </a:lnTo>
                  <a:lnTo>
                    <a:pt x="1168230" y="259820"/>
                  </a:lnTo>
                  <a:lnTo>
                    <a:pt x="1174847" y="259553"/>
                  </a:lnTo>
                  <a:lnTo>
                    <a:pt x="1181335" y="258229"/>
                  </a:lnTo>
                  <a:lnTo>
                    <a:pt x="1187527" y="255881"/>
                  </a:lnTo>
                  <a:lnTo>
                    <a:pt x="1193262" y="252570"/>
                  </a:lnTo>
                  <a:lnTo>
                    <a:pt x="1198391" y="248381"/>
                  </a:lnTo>
                  <a:lnTo>
                    <a:pt x="1202782" y="243425"/>
                  </a:lnTo>
                  <a:lnTo>
                    <a:pt x="1206322" y="237828"/>
                  </a:lnTo>
                  <a:lnTo>
                    <a:pt x="1208917" y="231736"/>
                  </a:lnTo>
                  <a:lnTo>
                    <a:pt x="1210502" y="225306"/>
                  </a:lnTo>
                  <a:lnTo>
                    <a:pt x="1211035" y="218705"/>
                  </a:lnTo>
                  <a:lnTo>
                    <a:pt x="1211035" y="41147"/>
                  </a:lnTo>
                  <a:lnTo>
                    <a:pt x="1210502" y="34547"/>
                  </a:lnTo>
                  <a:lnTo>
                    <a:pt x="1208917" y="28117"/>
                  </a:lnTo>
                  <a:lnTo>
                    <a:pt x="1206322" y="22025"/>
                  </a:lnTo>
                  <a:lnTo>
                    <a:pt x="1202782" y="16428"/>
                  </a:lnTo>
                  <a:lnTo>
                    <a:pt x="1198391" y="11471"/>
                  </a:lnTo>
                  <a:lnTo>
                    <a:pt x="1193262" y="7283"/>
                  </a:lnTo>
                  <a:lnTo>
                    <a:pt x="1187527" y="3972"/>
                  </a:lnTo>
                  <a:lnTo>
                    <a:pt x="1181335" y="1624"/>
                  </a:lnTo>
                  <a:lnTo>
                    <a:pt x="1174847" y="300"/>
                  </a:lnTo>
                  <a:lnTo>
                    <a:pt x="116988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tx65"/>
            <p:cNvSpPr/>
            <p:nvPr/>
          </p:nvSpPr>
          <p:spPr>
            <a:xfrm>
              <a:off x="8663019" y="2526238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67" name="pg66"/>
            <p:cNvSpPr/>
            <p:nvPr/>
          </p:nvSpPr>
          <p:spPr>
            <a:xfrm>
              <a:off x="9580206" y="2835243"/>
              <a:ext cx="1122570" cy="259853"/>
            </a:xfrm>
            <a:custGeom>
              <a:avLst/>
              <a:pathLst>
                <a:path w="1122570" h="259853">
                  <a:moveTo>
                    <a:pt x="41148" y="259853"/>
                  </a:moveTo>
                  <a:lnTo>
                    <a:pt x="1122570" y="259853"/>
                  </a:lnTo>
                  <a:lnTo>
                    <a:pt x="112257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7"/>
            <p:cNvSpPr/>
            <p:nvPr/>
          </p:nvSpPr>
          <p:spPr>
            <a:xfrm>
              <a:off x="9598494" y="2832453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69" name="pl68"/>
            <p:cNvSpPr/>
            <p:nvPr/>
          </p:nvSpPr>
          <p:spPr>
            <a:xfrm>
              <a:off x="5838304" y="3424175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6399589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0141492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1"/>
            <p:cNvSpPr/>
            <p:nvPr/>
          </p:nvSpPr>
          <p:spPr>
            <a:xfrm>
              <a:off x="5567398" y="3521191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9061558" y="3475761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8072755" y="165814"/>
              <a:ext cx="338633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75" name="rc74"/>
            <p:cNvSpPr/>
            <p:nvPr/>
          </p:nvSpPr>
          <p:spPr>
            <a:xfrm>
              <a:off x="10871270" y="484970"/>
              <a:ext cx="4864473" cy="29392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10871270" y="3424175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10871270" y="2628634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10871270" y="1833094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10871270" y="1037553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11105139" y="1456139"/>
              <a:ext cx="654832" cy="196803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12040615" y="1456139"/>
              <a:ext cx="654832" cy="46593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11759972" y="1456139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12976090" y="1922072"/>
              <a:ext cx="654832" cy="5950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12695448" y="1922072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13911566" y="2517128"/>
              <a:ext cx="654832" cy="22022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3630923" y="2517128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" name="tx86"/>
            <p:cNvSpPr/>
            <p:nvPr/>
          </p:nvSpPr>
          <p:spPr>
            <a:xfrm>
              <a:off x="11151204" y="2333545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$6180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12052986" y="1582493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-$1460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12988462" y="2112988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-$1870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13980208" y="2520626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-$692</a:t>
              </a:r>
            </a:p>
          </p:txBody>
        </p:sp>
        <p:sp>
          <p:nvSpPr>
            <p:cNvPr id="91" name="rc90"/>
            <p:cNvSpPr/>
            <p:nvPr/>
          </p:nvSpPr>
          <p:spPr>
            <a:xfrm>
              <a:off x="14847042" y="2737348"/>
              <a:ext cx="654832" cy="68682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tx91"/>
            <p:cNvSpPr/>
            <p:nvPr/>
          </p:nvSpPr>
          <p:spPr>
            <a:xfrm>
              <a:off x="14893106" y="2974149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$2160</a:t>
              </a:r>
            </a:p>
          </p:txBody>
        </p:sp>
        <p:sp>
          <p:nvSpPr>
            <p:cNvPr id="93" name="pl92"/>
            <p:cNvSpPr/>
            <p:nvPr/>
          </p:nvSpPr>
          <p:spPr>
            <a:xfrm>
              <a:off x="14566399" y="2737348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12742222" y="1559179"/>
              <a:ext cx="1668570" cy="259853"/>
            </a:xfrm>
            <a:custGeom>
              <a:avLst/>
              <a:pathLst>
                <a:path w="1668570" h="259853">
                  <a:moveTo>
                    <a:pt x="41148" y="259853"/>
                  </a:moveTo>
                  <a:lnTo>
                    <a:pt x="1627422" y="259853"/>
                  </a:lnTo>
                  <a:lnTo>
                    <a:pt x="1625765" y="259820"/>
                  </a:lnTo>
                  <a:lnTo>
                    <a:pt x="1632381" y="259553"/>
                  </a:lnTo>
                  <a:lnTo>
                    <a:pt x="1638870" y="258229"/>
                  </a:lnTo>
                  <a:lnTo>
                    <a:pt x="1645061" y="255881"/>
                  </a:lnTo>
                  <a:lnTo>
                    <a:pt x="1650796" y="252570"/>
                  </a:lnTo>
                  <a:lnTo>
                    <a:pt x="1655926" y="248381"/>
                  </a:lnTo>
                  <a:lnTo>
                    <a:pt x="1660317" y="243425"/>
                  </a:lnTo>
                  <a:lnTo>
                    <a:pt x="1663856" y="237828"/>
                  </a:lnTo>
                  <a:lnTo>
                    <a:pt x="1666452" y="231736"/>
                  </a:lnTo>
                  <a:lnTo>
                    <a:pt x="1668037" y="225306"/>
                  </a:lnTo>
                  <a:lnTo>
                    <a:pt x="1668570" y="218705"/>
                  </a:lnTo>
                  <a:lnTo>
                    <a:pt x="1668570" y="41148"/>
                  </a:lnTo>
                  <a:lnTo>
                    <a:pt x="1668037" y="34547"/>
                  </a:lnTo>
                  <a:lnTo>
                    <a:pt x="1666452" y="28117"/>
                  </a:lnTo>
                  <a:lnTo>
                    <a:pt x="1663856" y="22025"/>
                  </a:lnTo>
                  <a:lnTo>
                    <a:pt x="1660317" y="16428"/>
                  </a:lnTo>
                  <a:lnTo>
                    <a:pt x="1655926" y="11471"/>
                  </a:lnTo>
                  <a:lnTo>
                    <a:pt x="1650796" y="7283"/>
                  </a:lnTo>
                  <a:lnTo>
                    <a:pt x="1645061" y="3972"/>
                  </a:lnTo>
                  <a:lnTo>
                    <a:pt x="1638870" y="1624"/>
                  </a:lnTo>
                  <a:lnTo>
                    <a:pt x="1632381" y="300"/>
                  </a:lnTo>
                  <a:lnTo>
                    <a:pt x="16274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tx94"/>
            <p:cNvSpPr/>
            <p:nvPr/>
          </p:nvSpPr>
          <p:spPr>
            <a:xfrm>
              <a:off x="12760510" y="1601706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96" name="pg95"/>
            <p:cNvSpPr/>
            <p:nvPr/>
          </p:nvSpPr>
          <p:spPr>
            <a:xfrm>
              <a:off x="13677697" y="2089673"/>
              <a:ext cx="1211035" cy="259853"/>
            </a:xfrm>
            <a:custGeom>
              <a:avLst/>
              <a:pathLst>
                <a:path w="1211035" h="259853">
                  <a:moveTo>
                    <a:pt x="41148" y="259853"/>
                  </a:moveTo>
                  <a:lnTo>
                    <a:pt x="1169887" y="259853"/>
                  </a:lnTo>
                  <a:lnTo>
                    <a:pt x="1168230" y="259820"/>
                  </a:lnTo>
                  <a:lnTo>
                    <a:pt x="1174847" y="259553"/>
                  </a:lnTo>
                  <a:lnTo>
                    <a:pt x="1181335" y="258229"/>
                  </a:lnTo>
                  <a:lnTo>
                    <a:pt x="1187527" y="255881"/>
                  </a:lnTo>
                  <a:lnTo>
                    <a:pt x="1193262" y="252570"/>
                  </a:lnTo>
                  <a:lnTo>
                    <a:pt x="1198391" y="248381"/>
                  </a:lnTo>
                  <a:lnTo>
                    <a:pt x="1202782" y="243425"/>
                  </a:lnTo>
                  <a:lnTo>
                    <a:pt x="1206322" y="237828"/>
                  </a:lnTo>
                  <a:lnTo>
                    <a:pt x="1208917" y="231736"/>
                  </a:lnTo>
                  <a:lnTo>
                    <a:pt x="1210502" y="225306"/>
                  </a:lnTo>
                  <a:lnTo>
                    <a:pt x="1211035" y="218705"/>
                  </a:lnTo>
                  <a:lnTo>
                    <a:pt x="1211035" y="41147"/>
                  </a:lnTo>
                  <a:lnTo>
                    <a:pt x="1210502" y="34547"/>
                  </a:lnTo>
                  <a:lnTo>
                    <a:pt x="1208917" y="28117"/>
                  </a:lnTo>
                  <a:lnTo>
                    <a:pt x="1206322" y="22025"/>
                  </a:lnTo>
                  <a:lnTo>
                    <a:pt x="1202782" y="16428"/>
                  </a:lnTo>
                  <a:lnTo>
                    <a:pt x="1198391" y="11471"/>
                  </a:lnTo>
                  <a:lnTo>
                    <a:pt x="1193262" y="7283"/>
                  </a:lnTo>
                  <a:lnTo>
                    <a:pt x="1187527" y="3972"/>
                  </a:lnTo>
                  <a:lnTo>
                    <a:pt x="1181335" y="1624"/>
                  </a:lnTo>
                  <a:lnTo>
                    <a:pt x="1174847" y="300"/>
                  </a:lnTo>
                  <a:lnTo>
                    <a:pt x="116988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tx96"/>
            <p:cNvSpPr/>
            <p:nvPr/>
          </p:nvSpPr>
          <p:spPr>
            <a:xfrm>
              <a:off x="13695985" y="2135103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98" name="pg97"/>
            <p:cNvSpPr/>
            <p:nvPr/>
          </p:nvSpPr>
          <p:spPr>
            <a:xfrm>
              <a:off x="14613173" y="2497311"/>
              <a:ext cx="1122570" cy="259853"/>
            </a:xfrm>
            <a:custGeom>
              <a:avLst/>
              <a:pathLst>
                <a:path w="1122570" h="259853">
                  <a:moveTo>
                    <a:pt x="41148" y="259853"/>
                  </a:moveTo>
                  <a:lnTo>
                    <a:pt x="1122570" y="259853"/>
                  </a:lnTo>
                  <a:lnTo>
                    <a:pt x="112257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tx98"/>
            <p:cNvSpPr/>
            <p:nvPr/>
          </p:nvSpPr>
          <p:spPr>
            <a:xfrm>
              <a:off x="14631461" y="2494521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00" name="pl99"/>
            <p:cNvSpPr/>
            <p:nvPr/>
          </p:nvSpPr>
          <p:spPr>
            <a:xfrm>
              <a:off x="10871270" y="3424175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11432556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15174458" y="34241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2"/>
            <p:cNvSpPr/>
            <p:nvPr/>
          </p:nvSpPr>
          <p:spPr>
            <a:xfrm>
              <a:off x="10600365" y="3521191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14094524" y="3475761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13133900" y="177819"/>
              <a:ext cx="282277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106" name="rc105"/>
            <p:cNvSpPr/>
            <p:nvPr/>
          </p:nvSpPr>
          <p:spPr>
            <a:xfrm>
              <a:off x="805337" y="4418906"/>
              <a:ext cx="4864473" cy="29392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805337" y="7358111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805337" y="6562570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805337" y="5767030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805337" y="4971489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  <a:lnTo>
                    <a:pt x="48644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1039206" y="5454209"/>
              <a:ext cx="654832" cy="190390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1974682" y="5454209"/>
              <a:ext cx="654832" cy="5514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1694039" y="5454209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2910157" y="6005613"/>
              <a:ext cx="654832" cy="44689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2629515" y="6005613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3845633" y="6452506"/>
              <a:ext cx="654832" cy="31200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3564990" y="6452506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8" name="tx117"/>
            <p:cNvSpPr/>
            <p:nvPr/>
          </p:nvSpPr>
          <p:spPr>
            <a:xfrm>
              <a:off x="1085271" y="6299547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$5980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1987053" y="5623298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-$1730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2922529" y="6122447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-$1400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3914275" y="6501897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-$980</a:t>
              </a:r>
            </a:p>
          </p:txBody>
        </p:sp>
        <p:sp>
          <p:nvSpPr>
            <p:cNvPr id="122" name="rc121"/>
            <p:cNvSpPr/>
            <p:nvPr/>
          </p:nvSpPr>
          <p:spPr>
            <a:xfrm>
              <a:off x="4781109" y="6764513"/>
              <a:ext cx="654832" cy="59359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tx122"/>
            <p:cNvSpPr/>
            <p:nvPr/>
          </p:nvSpPr>
          <p:spPr>
            <a:xfrm>
              <a:off x="4827173" y="6954700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$1870</a:t>
              </a:r>
            </a:p>
          </p:txBody>
        </p:sp>
        <p:sp>
          <p:nvSpPr>
            <p:cNvPr id="124" name="pl123"/>
            <p:cNvSpPr/>
            <p:nvPr/>
          </p:nvSpPr>
          <p:spPr>
            <a:xfrm>
              <a:off x="4500466" y="6764513"/>
              <a:ext cx="280642" cy="0"/>
            </a:xfrm>
            <a:custGeom>
              <a:avLst/>
              <a:pathLst>
                <a:path w="280642" h="0">
                  <a:moveTo>
                    <a:pt x="0" y="0"/>
                  </a:moveTo>
                  <a:lnTo>
                    <a:pt x="28064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2676289" y="5599984"/>
              <a:ext cx="1668570" cy="259853"/>
            </a:xfrm>
            <a:custGeom>
              <a:avLst/>
              <a:pathLst>
                <a:path w="1668570" h="259853">
                  <a:moveTo>
                    <a:pt x="41147" y="259853"/>
                  </a:moveTo>
                  <a:lnTo>
                    <a:pt x="1627422" y="259853"/>
                  </a:lnTo>
                  <a:lnTo>
                    <a:pt x="1625765" y="259820"/>
                  </a:lnTo>
                  <a:lnTo>
                    <a:pt x="1632381" y="259553"/>
                  </a:lnTo>
                  <a:lnTo>
                    <a:pt x="1638870" y="258229"/>
                  </a:lnTo>
                  <a:lnTo>
                    <a:pt x="1645061" y="255881"/>
                  </a:lnTo>
                  <a:lnTo>
                    <a:pt x="1650796" y="252570"/>
                  </a:lnTo>
                  <a:lnTo>
                    <a:pt x="1655926" y="248381"/>
                  </a:lnTo>
                  <a:lnTo>
                    <a:pt x="1660317" y="243425"/>
                  </a:lnTo>
                  <a:lnTo>
                    <a:pt x="1663856" y="237828"/>
                  </a:lnTo>
                  <a:lnTo>
                    <a:pt x="1666452" y="231736"/>
                  </a:lnTo>
                  <a:lnTo>
                    <a:pt x="1668037" y="225306"/>
                  </a:lnTo>
                  <a:lnTo>
                    <a:pt x="1668570" y="218705"/>
                  </a:lnTo>
                  <a:lnTo>
                    <a:pt x="1668570" y="41148"/>
                  </a:lnTo>
                  <a:lnTo>
                    <a:pt x="1668037" y="34547"/>
                  </a:lnTo>
                  <a:lnTo>
                    <a:pt x="1666452" y="28117"/>
                  </a:lnTo>
                  <a:lnTo>
                    <a:pt x="1663856" y="22025"/>
                  </a:lnTo>
                  <a:lnTo>
                    <a:pt x="1660317" y="16428"/>
                  </a:lnTo>
                  <a:lnTo>
                    <a:pt x="1655926" y="11471"/>
                  </a:lnTo>
                  <a:lnTo>
                    <a:pt x="1650796" y="7283"/>
                  </a:lnTo>
                  <a:lnTo>
                    <a:pt x="1645061" y="3972"/>
                  </a:lnTo>
                  <a:lnTo>
                    <a:pt x="1638870" y="1624"/>
                  </a:lnTo>
                  <a:lnTo>
                    <a:pt x="1632381" y="300"/>
                  </a:lnTo>
                  <a:lnTo>
                    <a:pt x="1627422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tx125"/>
            <p:cNvSpPr/>
            <p:nvPr/>
          </p:nvSpPr>
          <p:spPr>
            <a:xfrm>
              <a:off x="2694577" y="5642511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127" name="pg126"/>
            <p:cNvSpPr/>
            <p:nvPr/>
          </p:nvSpPr>
          <p:spPr>
            <a:xfrm>
              <a:off x="3611764" y="6099132"/>
              <a:ext cx="1211035" cy="259853"/>
            </a:xfrm>
            <a:custGeom>
              <a:avLst/>
              <a:pathLst>
                <a:path w="1211035" h="259853">
                  <a:moveTo>
                    <a:pt x="41147" y="259853"/>
                  </a:moveTo>
                  <a:lnTo>
                    <a:pt x="1169887" y="259853"/>
                  </a:lnTo>
                  <a:lnTo>
                    <a:pt x="1168230" y="259820"/>
                  </a:lnTo>
                  <a:lnTo>
                    <a:pt x="1174847" y="259553"/>
                  </a:lnTo>
                  <a:lnTo>
                    <a:pt x="1181335" y="258229"/>
                  </a:lnTo>
                  <a:lnTo>
                    <a:pt x="1187527" y="255881"/>
                  </a:lnTo>
                  <a:lnTo>
                    <a:pt x="1193262" y="252570"/>
                  </a:lnTo>
                  <a:lnTo>
                    <a:pt x="1198391" y="248381"/>
                  </a:lnTo>
                  <a:lnTo>
                    <a:pt x="1202782" y="243425"/>
                  </a:lnTo>
                  <a:lnTo>
                    <a:pt x="1206322" y="237828"/>
                  </a:lnTo>
                  <a:lnTo>
                    <a:pt x="1208917" y="231736"/>
                  </a:lnTo>
                  <a:lnTo>
                    <a:pt x="1210502" y="225306"/>
                  </a:lnTo>
                  <a:lnTo>
                    <a:pt x="1211035" y="218705"/>
                  </a:lnTo>
                  <a:lnTo>
                    <a:pt x="1211035" y="41148"/>
                  </a:lnTo>
                  <a:lnTo>
                    <a:pt x="1210502" y="34547"/>
                  </a:lnTo>
                  <a:lnTo>
                    <a:pt x="1208917" y="28117"/>
                  </a:lnTo>
                  <a:lnTo>
                    <a:pt x="1206322" y="22025"/>
                  </a:lnTo>
                  <a:lnTo>
                    <a:pt x="1202782" y="16428"/>
                  </a:lnTo>
                  <a:lnTo>
                    <a:pt x="1198391" y="11471"/>
                  </a:lnTo>
                  <a:lnTo>
                    <a:pt x="1193262" y="7283"/>
                  </a:lnTo>
                  <a:lnTo>
                    <a:pt x="1187527" y="3972"/>
                  </a:lnTo>
                  <a:lnTo>
                    <a:pt x="1181335" y="1624"/>
                  </a:lnTo>
                  <a:lnTo>
                    <a:pt x="1174847" y="300"/>
                  </a:lnTo>
                  <a:lnTo>
                    <a:pt x="1169887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tx127"/>
            <p:cNvSpPr/>
            <p:nvPr/>
          </p:nvSpPr>
          <p:spPr>
            <a:xfrm>
              <a:off x="3630052" y="6144562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129" name="pg128"/>
            <p:cNvSpPr/>
            <p:nvPr/>
          </p:nvSpPr>
          <p:spPr>
            <a:xfrm>
              <a:off x="4547240" y="6478582"/>
              <a:ext cx="1122570" cy="259853"/>
            </a:xfrm>
            <a:custGeom>
              <a:avLst/>
              <a:pathLst>
                <a:path w="1122570" h="259853">
                  <a:moveTo>
                    <a:pt x="41148" y="259853"/>
                  </a:moveTo>
                  <a:lnTo>
                    <a:pt x="1122570" y="259853"/>
                  </a:lnTo>
                  <a:lnTo>
                    <a:pt x="112257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tx129"/>
            <p:cNvSpPr/>
            <p:nvPr/>
          </p:nvSpPr>
          <p:spPr>
            <a:xfrm>
              <a:off x="4565528" y="6475792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448579" y="7237672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3657" y="6433313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3657" y="5637772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3657" y="4842232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135" name="pl134"/>
            <p:cNvSpPr/>
            <p:nvPr/>
          </p:nvSpPr>
          <p:spPr>
            <a:xfrm>
              <a:off x="805337" y="7358111"/>
              <a:ext cx="4864473" cy="0"/>
            </a:xfrm>
            <a:custGeom>
              <a:avLst/>
              <a:pathLst>
                <a:path w="4864473" h="0">
                  <a:moveTo>
                    <a:pt x="0" y="0"/>
                  </a:moveTo>
                  <a:lnTo>
                    <a:pt x="48644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366623" y="735811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5108525" y="735811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7"/>
            <p:cNvSpPr/>
            <p:nvPr/>
          </p:nvSpPr>
          <p:spPr>
            <a:xfrm>
              <a:off x="534432" y="7455127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4028591" y="7409697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2684235" y="4114434"/>
              <a:ext cx="304998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</p:grpSp>
      <p:sp>
        <p:nvSpPr>
          <p:cNvPr id="141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/>
              <a:t>Households in every state can access large savings from electrification</a:t>
            </a:r>
          </a:p>
        </p:txBody>
      </p:sp>
      <p:sp>
        <p:nvSpPr>
          <p:cNvPr id="142" name="Caption Placeholder 1"/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2025-07-14T15:21:18Z</dcterms:modified>
</cp:coreProperties>
</file>